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tags/tag1.xml" ContentType="application/vnd.openxmlformats-officedocument.presentationml.tags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65.xml" ContentType="application/vnd.openxmlformats-officedocument.presentationml.tags+xml"/>
  <Override PartName="/ppt/tags/tag66.xml" ContentType="application/vnd.openxmlformats-officedocument.presentationml.tags+xml"/>
  <Override PartName="/ppt/tags/tag67.xml" ContentType="application/vnd.openxmlformats-officedocument.presentationml.tags+xml"/>
  <Override PartName="/ppt/tags/tag68.xml" ContentType="application/vnd.openxmlformats-officedocument.presentationml.tags+xml"/>
  <Override PartName="/ppt/tags/tag69.xml" ContentType="application/vnd.openxmlformats-officedocument.presentationml.tags+xml"/>
  <Override PartName="/ppt/tags/tag70.xml" ContentType="application/vnd.openxmlformats-officedocument.presentationml.tags+xml"/>
  <Override PartName="/ppt/tags/tag71.xml" ContentType="application/vnd.openxmlformats-officedocument.presentationml.tags+xml"/>
  <Override PartName="/ppt/tags/tag72.xml" ContentType="application/vnd.openxmlformats-officedocument.presentationml.tags+xml"/>
  <Override PartName="/ppt/tags/tag73.xml" ContentType="application/vnd.openxmlformats-officedocument.presentationml.tags+xml"/>
  <Override PartName="/ppt/tags/tag74.xml" ContentType="application/vnd.openxmlformats-officedocument.presentationml.tags+xml"/>
  <Override PartName="/ppt/tags/tag75.xml" ContentType="application/vnd.openxmlformats-officedocument.presentationml.tags+xml"/>
  <Override PartName="/ppt/tags/tag76.xml" ContentType="application/vnd.openxmlformats-officedocument.presentationml.tags+xml"/>
  <Override PartName="/ppt/tags/tag77.xml" ContentType="application/vnd.openxmlformats-officedocument.presentationml.tags+xml"/>
  <Override PartName="/ppt/tags/tag78.xml" ContentType="application/vnd.openxmlformats-officedocument.presentationml.tags+xml"/>
  <Override PartName="/ppt/tags/tag79.xml" ContentType="application/vnd.openxmlformats-officedocument.presentationml.tags+xml"/>
  <Override PartName="/ppt/tags/tag80.xml" ContentType="application/vnd.openxmlformats-officedocument.presentationml.tags+xml"/>
  <Override PartName="/ppt/tags/tag81.xml" ContentType="application/vnd.openxmlformats-officedocument.presentationml.tags+xml"/>
  <Override PartName="/ppt/tags/tag82.xml" ContentType="application/vnd.openxmlformats-officedocument.presentationml.tags+xml"/>
  <Override PartName="/ppt/tags/tag83.xml" ContentType="application/vnd.openxmlformats-officedocument.presentationml.tags+xml"/>
  <Override PartName="/ppt/tags/tag84.xml" ContentType="application/vnd.openxmlformats-officedocument.presentationml.tags+xml"/>
  <Override PartName="/ppt/tags/tag85.xml" ContentType="application/vnd.openxmlformats-officedocument.presentationml.tags+xml"/>
  <Override PartName="/ppt/tags/tag86.xml" ContentType="application/vnd.openxmlformats-officedocument.presentationml.tags+xml"/>
  <Override PartName="/ppt/tags/tag87.xml" ContentType="application/vnd.openxmlformats-officedocument.presentationml.tags+xml"/>
  <Override PartName="/ppt/tags/tag88.xml" ContentType="application/vnd.openxmlformats-officedocument.presentationml.tags+xml"/>
  <Override PartName="/ppt/tags/tag89.xml" ContentType="application/vnd.openxmlformats-officedocument.presentationml.tags+xml"/>
  <Override PartName="/ppt/tags/tag90.xml" ContentType="application/vnd.openxmlformats-officedocument.presentationml.tags+xml"/>
  <Override PartName="/ppt/tags/tag91.xml" ContentType="application/vnd.openxmlformats-officedocument.presentationml.tags+xml"/>
  <Override PartName="/ppt/tags/tag92.xml" ContentType="application/vnd.openxmlformats-officedocument.presentationml.tags+xml"/>
  <Override PartName="/ppt/tags/tag93.xml" ContentType="application/vnd.openxmlformats-officedocument.presentationml.tags+xml"/>
  <Override PartName="/ppt/tags/tag94.xml" ContentType="application/vnd.openxmlformats-officedocument.presentationml.tags+xml"/>
  <Override PartName="/ppt/tags/tag95.xml" ContentType="application/vnd.openxmlformats-officedocument.presentationml.tags+xml"/>
  <Override PartName="/ppt/tags/tag96.xml" ContentType="application/vnd.openxmlformats-officedocument.presentationml.tags+xml"/>
  <Override PartName="/ppt/tags/tag97.xml" ContentType="application/vnd.openxmlformats-officedocument.presentationml.tags+xml"/>
  <Override PartName="/ppt/tags/tag98.xml" ContentType="application/vnd.openxmlformats-officedocument.presentationml.tags+xml"/>
  <Override PartName="/ppt/tags/tag99.xml" ContentType="application/vnd.openxmlformats-officedocument.presentationml.tags+xml"/>
  <Override PartName="/ppt/tags/tag100.xml" ContentType="application/vnd.openxmlformats-officedocument.presentationml.tags+xml"/>
  <Override PartName="/ppt/tags/tag101.xml" ContentType="application/vnd.openxmlformats-officedocument.presentationml.tags+xml"/>
  <Override PartName="/ppt/tags/tag102.xml" ContentType="application/vnd.openxmlformats-officedocument.presentationml.tags+xml"/>
  <Override PartName="/ppt/tags/tag103.xml" ContentType="application/vnd.openxmlformats-officedocument.presentationml.tags+xml"/>
  <Override PartName="/ppt/tags/tag104.xml" ContentType="application/vnd.openxmlformats-officedocument.presentationml.tags+xml"/>
  <Override PartName="/ppt/tags/tag105.xml" ContentType="application/vnd.openxmlformats-officedocument.presentationml.tags+xml"/>
  <Override PartName="/ppt/tags/tag106.xml" ContentType="application/vnd.openxmlformats-officedocument.presentationml.tags+xml"/>
  <Override PartName="/ppt/tags/tag107.xml" ContentType="application/vnd.openxmlformats-officedocument.presentationml.tags+xml"/>
  <Override PartName="/ppt/tags/tag108.xml" ContentType="application/vnd.openxmlformats-officedocument.presentationml.tags+xml"/>
  <Override PartName="/ppt/tags/tag109.xml" ContentType="application/vnd.openxmlformats-officedocument.presentationml.tags+xml"/>
  <Override PartName="/ppt/tags/tag110.xml" ContentType="application/vnd.openxmlformats-officedocument.presentationml.tags+xml"/>
  <Override PartName="/ppt/tags/tag111.xml" ContentType="application/vnd.openxmlformats-officedocument.presentationml.tags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theme/theme2.xml" ContentType="application/vnd.openxmlformats-officedocument.theme+xml"/>
  <Override PartName="/ppt/tags/tag112.xml" ContentType="application/vnd.openxmlformats-officedocument.presentationml.tags+xml"/>
  <Override PartName="/ppt/tags/tag113.xml" ContentType="application/vnd.openxmlformats-officedocument.presentationml.tags+xml"/>
  <Override PartName="/ppt/tags/tag114.xml" ContentType="application/vnd.openxmlformats-officedocument.presentationml.tags+xml"/>
  <Override PartName="/ppt/tags/tag115.xml" ContentType="application/vnd.openxmlformats-officedocument.presentationml.tags+xml"/>
  <Override PartName="/ppt/tags/tag116.xml" ContentType="application/vnd.openxmlformats-officedocument.presentationml.tags+xml"/>
  <Override PartName="/ppt/tags/tag117.xml" ContentType="application/vnd.openxmlformats-officedocument.presentationml.tags+xml"/>
  <Override PartName="/ppt/tags/tag118.xml" ContentType="application/vnd.openxmlformats-officedocument.presentationml.tags+xml"/>
  <Override PartName="/ppt/tags/tag119.xml" ContentType="application/vnd.openxmlformats-officedocument.presentationml.tags+xml"/>
  <Override PartName="/ppt/tags/tag120.xml" ContentType="application/vnd.openxmlformats-officedocument.presentationml.tags+xml"/>
  <Override PartName="/ppt/tags/tag121.xml" ContentType="application/vnd.openxmlformats-officedocument.presentationml.tags+xml"/>
  <Override PartName="/ppt/tags/tag122.xml" ContentType="application/vnd.openxmlformats-officedocument.presentationml.tags+xml"/>
  <Override PartName="/ppt/tags/tag123.xml" ContentType="application/vnd.openxmlformats-officedocument.presentationml.tags+xml"/>
  <Override PartName="/ppt/tags/tag124.xml" ContentType="application/vnd.openxmlformats-officedocument.presentationml.tags+xml"/>
  <Override PartName="/ppt/tags/tag125.xml" ContentType="application/vnd.openxmlformats-officedocument.presentationml.tags+xml"/>
  <Override PartName="/ppt/tags/tag126.xml" ContentType="application/vnd.openxmlformats-officedocument.presentationml.tags+xml"/>
  <Override PartName="/ppt/tags/tag127.xml" ContentType="application/vnd.openxmlformats-officedocument.presentationml.tags+xml"/>
  <Override PartName="/ppt/tags/tag128.xml" ContentType="application/vnd.openxmlformats-officedocument.presentationml.tags+xml"/>
  <Override PartName="/ppt/tags/tag129.xml" ContentType="application/vnd.openxmlformats-officedocument.presentationml.tags+xml"/>
  <Override PartName="/ppt/tags/tag130.xml" ContentType="application/vnd.openxmlformats-officedocument.presentationml.tags+xml"/>
  <Override PartName="/ppt/tags/tag131.xml" ContentType="application/vnd.openxmlformats-officedocument.presentationml.tags+xml"/>
  <Override PartName="/ppt/tags/tag132.xml" ContentType="application/vnd.openxmlformats-officedocument.presentationml.tags+xml"/>
  <Override PartName="/ppt/tags/tag133.xml" ContentType="application/vnd.openxmlformats-officedocument.presentationml.tags+xml"/>
  <Override PartName="/ppt/tags/tag134.xml" ContentType="application/vnd.openxmlformats-officedocument.presentationml.tags+xml"/>
  <Override PartName="/ppt/tags/tag135.xml" ContentType="application/vnd.openxmlformats-officedocument.presentationml.tags+xml"/>
  <Override PartName="/ppt/tags/tag136.xml" ContentType="application/vnd.openxmlformats-officedocument.presentationml.tags+xml"/>
  <Override PartName="/ppt/tags/tag137.xml" ContentType="application/vnd.openxmlformats-officedocument.presentationml.tags+xml"/>
  <Override PartName="/ppt/tags/tag138.xml" ContentType="application/vnd.openxmlformats-officedocument.presentationml.tags+xml"/>
  <Override PartName="/ppt/tags/tag139.xml" ContentType="application/vnd.openxmlformats-officedocument.presentationml.tags+xml"/>
  <Override PartName="/ppt/tags/tag140.xml" ContentType="application/vnd.openxmlformats-officedocument.presentationml.tags+xml"/>
  <Override PartName="/ppt/tags/tag141.xml" ContentType="application/vnd.openxmlformats-officedocument.presentationml.tags+xml"/>
  <Override PartName="/ppt/tags/tag142.xml" ContentType="application/vnd.openxmlformats-officedocument.presentationml.tags+xml"/>
  <Override PartName="/ppt/tags/tag143.xml" ContentType="application/vnd.openxmlformats-officedocument.presentationml.tags+xml"/>
  <Override PartName="/ppt/tags/tag144.xml" ContentType="application/vnd.openxmlformats-officedocument.presentationml.tags+xml"/>
  <Override PartName="/ppt/tags/tag145.xml" ContentType="application/vnd.openxmlformats-officedocument.presentationml.tags+xml"/>
  <Override PartName="/ppt/tags/tag146.xml" ContentType="application/vnd.openxmlformats-officedocument.presentationml.tags+xml"/>
  <Override PartName="/ppt/tags/tag147.xml" ContentType="application/vnd.openxmlformats-officedocument.presentationml.tags+xml"/>
  <Override PartName="/ppt/tags/tag148.xml" ContentType="application/vnd.openxmlformats-officedocument.presentationml.tags+xml"/>
  <Override PartName="/ppt/tags/tag149.xml" ContentType="application/vnd.openxmlformats-officedocument.presentationml.tags+xml"/>
  <Override PartName="/ppt/tags/tag150.xml" ContentType="application/vnd.openxmlformats-officedocument.presentationml.tags+xml"/>
  <Override PartName="/ppt/tags/tag151.xml" ContentType="application/vnd.openxmlformats-officedocument.presentationml.tags+xml"/>
  <Override PartName="/ppt/tags/tag152.xml" ContentType="application/vnd.openxmlformats-officedocument.presentationml.tags+xml"/>
  <Override PartName="/ppt/tags/tag153.xml" ContentType="application/vnd.openxmlformats-officedocument.presentationml.tags+xml"/>
  <Override PartName="/ppt/tags/tag154.xml" ContentType="application/vnd.openxmlformats-officedocument.presentationml.tags+xml"/>
  <Override PartName="/ppt/tags/tag155.xml" ContentType="application/vnd.openxmlformats-officedocument.presentationml.tags+xml"/>
  <Override PartName="/ppt/tags/tag156.xml" ContentType="application/vnd.openxmlformats-officedocument.presentationml.tags+xml"/>
  <Override PartName="/ppt/tags/tag157.xml" ContentType="application/vnd.openxmlformats-officedocument.presentationml.tags+xml"/>
  <Override PartName="/ppt/tags/tag158.xml" ContentType="application/vnd.openxmlformats-officedocument.presentationml.tags+xml"/>
  <Override PartName="/ppt/tags/tag159.xml" ContentType="application/vnd.openxmlformats-officedocument.presentationml.tags+xml"/>
  <Override PartName="/ppt/tags/tag160.xml" ContentType="application/vnd.openxmlformats-officedocument.presentationml.tags+xml"/>
  <Override PartName="/ppt/tags/tag161.xml" ContentType="application/vnd.openxmlformats-officedocument.presentationml.tags+xml"/>
  <Override PartName="/ppt/tags/tag162.xml" ContentType="application/vnd.openxmlformats-officedocument.presentationml.tags+xml"/>
  <Override PartName="/ppt/tags/tag163.xml" ContentType="application/vnd.openxmlformats-officedocument.presentationml.tags+xml"/>
  <Override PartName="/ppt/tags/tag164.xml" ContentType="application/vnd.openxmlformats-officedocument.presentationml.tags+xml"/>
  <Override PartName="/ppt/tags/tag165.xml" ContentType="application/vnd.openxmlformats-officedocument.presentationml.tags+xml"/>
  <Override PartName="/ppt/tags/tag166.xml" ContentType="application/vnd.openxmlformats-officedocument.presentationml.tags+xml"/>
  <Override PartName="/ppt/tags/tag167.xml" ContentType="application/vnd.openxmlformats-officedocument.presentationml.tags+xml"/>
  <Override PartName="/ppt/tags/tag168.xml" ContentType="application/vnd.openxmlformats-officedocument.presentationml.tags+xml"/>
  <Override PartName="/ppt/tags/tag169.xml" ContentType="application/vnd.openxmlformats-officedocument.presentationml.tags+xml"/>
  <Override PartName="/ppt/tags/tag170.xml" ContentType="application/vnd.openxmlformats-officedocument.presentationml.tags+xml"/>
  <Override PartName="/ppt/tags/tag171.xml" ContentType="application/vnd.openxmlformats-officedocument.presentationml.tags+xml"/>
  <Override PartName="/ppt/tags/tag172.xml" ContentType="application/vnd.openxmlformats-officedocument.presentationml.tags+xml"/>
  <Override PartName="/ppt/tags/tag173.xml" ContentType="application/vnd.openxmlformats-officedocument.presentationml.tags+xml"/>
  <Override PartName="/ppt/tags/tag174.xml" ContentType="application/vnd.openxmlformats-officedocument.presentationml.tags+xml"/>
  <Override PartName="/ppt/tags/tag175.xml" ContentType="application/vnd.openxmlformats-officedocument.presentationml.tags+xml"/>
  <Override PartName="/ppt/tags/tag176.xml" ContentType="application/vnd.openxmlformats-officedocument.presentationml.tags+xml"/>
  <Override PartName="/ppt/tags/tag177.xml" ContentType="application/vnd.openxmlformats-officedocument.presentationml.tags+xml"/>
  <Override PartName="/ppt/tags/tag178.xml" ContentType="application/vnd.openxmlformats-officedocument.presentationml.tags+xml"/>
  <Override PartName="/ppt/tags/tag179.xml" ContentType="application/vnd.openxmlformats-officedocument.presentationml.tags+xml"/>
  <Override PartName="/ppt/tags/tag180.xml" ContentType="application/vnd.openxmlformats-officedocument.presentationml.tags+xml"/>
  <Override PartName="/ppt/tags/tag181.xml" ContentType="application/vnd.openxmlformats-officedocument.presentationml.tags+xml"/>
  <Override PartName="/ppt/tags/tag182.xml" ContentType="application/vnd.openxmlformats-officedocument.presentationml.tags+xml"/>
  <Override PartName="/ppt/tags/tag183.xml" ContentType="application/vnd.openxmlformats-officedocument.presentationml.tags+xml"/>
  <Override PartName="/ppt/tags/tag184.xml" ContentType="application/vnd.openxmlformats-officedocument.presentationml.tags+xml"/>
  <Override PartName="/ppt/tags/tag185.xml" ContentType="application/vnd.openxmlformats-officedocument.presentationml.tags+xml"/>
  <Override PartName="/ppt/tags/tag186.xml" ContentType="application/vnd.openxmlformats-officedocument.presentationml.tags+xml"/>
  <Override PartName="/ppt/tags/tag187.xml" ContentType="application/vnd.openxmlformats-officedocument.presentationml.tags+xml"/>
  <Override PartName="/ppt/tags/tag188.xml" ContentType="application/vnd.openxmlformats-officedocument.presentationml.tags+xml"/>
  <Override PartName="/ppt/tags/tag189.xml" ContentType="application/vnd.openxmlformats-officedocument.presentationml.tags+xml"/>
  <Override PartName="/ppt/tags/tag190.xml" ContentType="application/vnd.openxmlformats-officedocument.presentationml.tags+xml"/>
  <Override PartName="/ppt/tags/tag191.xml" ContentType="application/vnd.openxmlformats-officedocument.presentationml.tags+xml"/>
  <Override PartName="/ppt/tags/tag192.xml" ContentType="application/vnd.openxmlformats-officedocument.presentationml.tags+xml"/>
  <Override PartName="/ppt/tags/tag193.xml" ContentType="application/vnd.openxmlformats-officedocument.presentationml.tags+xml"/>
  <Override PartName="/ppt/tags/tag194.xml" ContentType="application/vnd.openxmlformats-officedocument.presentationml.tags+xml"/>
  <Override PartName="/ppt/tags/tag195.xml" ContentType="application/vnd.openxmlformats-officedocument.presentationml.tags+xml"/>
  <Override PartName="/ppt/tags/tag196.xml" ContentType="application/vnd.openxmlformats-officedocument.presentationml.tags+xml"/>
  <Override PartName="/ppt/tags/tag197.xml" ContentType="application/vnd.openxmlformats-officedocument.presentationml.tags+xml"/>
  <Override PartName="/ppt/tags/tag198.xml" ContentType="application/vnd.openxmlformats-officedocument.presentationml.tags+xml"/>
  <Override PartName="/ppt/tags/tag199.xml" ContentType="application/vnd.openxmlformats-officedocument.presentationml.tags+xml"/>
  <Override PartName="/ppt/tags/tag200.xml" ContentType="application/vnd.openxmlformats-officedocument.presentationml.tags+xml"/>
  <Override PartName="/ppt/tags/tag201.xml" ContentType="application/vnd.openxmlformats-officedocument.presentationml.tags+xml"/>
  <Override PartName="/ppt/tags/tag202.xml" ContentType="application/vnd.openxmlformats-officedocument.presentationml.tags+xml"/>
  <Override PartName="/ppt/tags/tag203.xml" ContentType="application/vnd.openxmlformats-officedocument.presentationml.tags+xml"/>
  <Override PartName="/ppt/tags/tag204.xml" ContentType="application/vnd.openxmlformats-officedocument.presentationml.tags+xml"/>
  <Override PartName="/ppt/tags/tag205.xml" ContentType="application/vnd.openxmlformats-officedocument.presentationml.tags+xml"/>
  <Override PartName="/ppt/tags/tag206.xml" ContentType="application/vnd.openxmlformats-officedocument.presentationml.tags+xml"/>
  <Override PartName="/ppt/tags/tag207.xml" ContentType="application/vnd.openxmlformats-officedocument.presentationml.tags+xml"/>
  <Override PartName="/ppt/tags/tag208.xml" ContentType="application/vnd.openxmlformats-officedocument.presentationml.tags+xml"/>
  <Override PartName="/ppt/tags/tag209.xml" ContentType="application/vnd.openxmlformats-officedocument.presentationml.tags+xml"/>
  <Override PartName="/ppt/tags/tag210.xml" ContentType="application/vnd.openxmlformats-officedocument.presentationml.tags+xml"/>
  <Override PartName="/ppt/tags/tag211.xml" ContentType="application/vnd.openxmlformats-officedocument.presentationml.tags+xml"/>
  <Override PartName="/ppt/tags/tag212.xml" ContentType="application/vnd.openxmlformats-officedocument.presentationml.tags+xml"/>
  <Override PartName="/ppt/tags/tag213.xml" ContentType="application/vnd.openxmlformats-officedocument.presentationml.tags+xml"/>
  <Override PartName="/ppt/tags/tag214.xml" ContentType="application/vnd.openxmlformats-officedocument.presentationml.tags+xml"/>
  <Override PartName="/ppt/tags/tag215.xml" ContentType="application/vnd.openxmlformats-officedocument.presentationml.tags+xml"/>
  <Override PartName="/ppt/tags/tag216.xml" ContentType="application/vnd.openxmlformats-officedocument.presentationml.tags+xml"/>
  <Override PartName="/ppt/tags/tag217.xml" ContentType="application/vnd.openxmlformats-officedocument.presentationml.tags+xml"/>
  <Override PartName="/ppt/tags/tag218.xml" ContentType="application/vnd.openxmlformats-officedocument.presentationml.tags+xml"/>
  <Override PartName="/ppt/tags/tag219.xml" ContentType="application/vnd.openxmlformats-officedocument.presentationml.tags+xml"/>
  <Override PartName="/ppt/tags/tag220.xml" ContentType="application/vnd.openxmlformats-officedocument.presentationml.tags+xml"/>
  <Override PartName="/ppt/tags/tag221.xml" ContentType="application/vnd.openxmlformats-officedocument.presentationml.tags+xml"/>
  <Override PartName="/ppt/tags/tag222.xml" ContentType="application/vnd.openxmlformats-officedocument.presentationml.tags+xml"/>
  <Override PartName="/ppt/tags/tag223.xml" ContentType="application/vnd.openxmlformats-officedocument.presentationml.tags+xml"/>
  <Override PartName="/ppt/tags/tag224.xml" ContentType="application/vnd.openxmlformats-officedocument.presentationml.tags+xml"/>
  <Override PartName="/ppt/tags/tag225.xml" ContentType="application/vnd.openxmlformats-officedocument.presentationml.tags+xml"/>
  <Override PartName="/ppt/tags/tag226.xml" ContentType="application/vnd.openxmlformats-officedocument.presentationml.tags+xml"/>
  <Override PartName="/ppt/tags/tag227.xml" ContentType="application/vnd.openxmlformats-officedocument.presentationml.tags+xml"/>
  <Override PartName="/ppt/tags/tag228.xml" ContentType="application/vnd.openxmlformats-officedocument.presentationml.tags+xml"/>
  <Override PartName="/ppt/tags/tag229.xml" ContentType="application/vnd.openxmlformats-officedocument.presentationml.tags+xml"/>
  <Override PartName="/ppt/tags/tag230.xml" ContentType="application/vnd.openxmlformats-officedocument.presentationml.tags+xml"/>
  <Override PartName="/ppt/tags/tag231.xml" ContentType="application/vnd.openxmlformats-officedocument.presentationml.tags+xml"/>
  <Override PartName="/ppt/tags/tag232.xml" ContentType="application/vnd.openxmlformats-officedocument.presentationml.tags+xml"/>
  <Override PartName="/ppt/tags/tag233.xml" ContentType="application/vnd.openxmlformats-officedocument.presentationml.tags+xml"/>
  <Override PartName="/ppt/tags/tag234.xml" ContentType="application/vnd.openxmlformats-officedocument.presentationml.tags+xml"/>
  <Override PartName="/ppt/tags/tag235.xml" ContentType="application/vnd.openxmlformats-officedocument.presentationml.tags+xml"/>
  <Override PartName="/ppt/tags/tag236.xml" ContentType="application/vnd.openxmlformats-officedocument.presentationml.tags+xml"/>
  <Override PartName="/ppt/tags/tag237.xml" ContentType="application/vnd.openxmlformats-officedocument.presentationml.tags+xml"/>
  <Override PartName="/ppt/tags/tag238.xml" ContentType="application/vnd.openxmlformats-officedocument.presentationml.tags+xml"/>
  <Override PartName="/ppt/tags/tag239.xml" ContentType="application/vnd.openxmlformats-officedocument.presentationml.tags+xml"/>
  <Override PartName="/ppt/tags/tag240.xml" ContentType="application/vnd.openxmlformats-officedocument.presentationml.tags+xml"/>
  <Override PartName="/ppt/tags/tag241.xml" ContentType="application/vnd.openxmlformats-officedocument.presentationml.tags+xml"/>
  <Override PartName="/ppt/tags/tag242.xml" ContentType="application/vnd.openxmlformats-officedocument.presentationml.tags+xml"/>
  <Override PartName="/ppt/tags/tag243.xml" ContentType="application/vnd.openxmlformats-officedocument.presentationml.tags+xml"/>
  <Override PartName="/ppt/tags/tag244.xml" ContentType="application/vnd.openxmlformats-officedocument.presentationml.tags+xml"/>
  <Override PartName="/ppt/tags/tag245.xml" ContentType="application/vnd.openxmlformats-officedocument.presentationml.tags+xml"/>
  <Override PartName="/ppt/slideLayouts/slideLayout32.xml" ContentType="application/vnd.openxmlformats-officedocument.presentationml.slideLayout+xml"/>
  <Override PartName="/ppt/theme/theme3.xml" ContentType="application/vnd.openxmlformats-officedocument.theme+xml"/>
  <Override PartName="/ppt/theme/theme4.xml" ContentType="application/vnd.openxmlformats-officedocument.theme+xml"/>
  <Override PartName="/ppt/theme/theme5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4"/>
    <p:sldMasterId id="2147483864" r:id="rId5"/>
    <p:sldMasterId id="2147483900" r:id="rId6"/>
  </p:sldMasterIdLst>
  <p:notesMasterIdLst>
    <p:notesMasterId r:id="rId25"/>
  </p:notesMasterIdLst>
  <p:handoutMasterIdLst>
    <p:handoutMasterId r:id="rId26"/>
  </p:handoutMasterIdLst>
  <p:sldIdLst>
    <p:sldId id="2147374991" r:id="rId7"/>
    <p:sldId id="2147374992" r:id="rId8"/>
    <p:sldId id="2147375001" r:id="rId9"/>
    <p:sldId id="2147375002" r:id="rId10"/>
    <p:sldId id="259" r:id="rId11"/>
    <p:sldId id="2147375003" r:id="rId12"/>
    <p:sldId id="260" r:id="rId13"/>
    <p:sldId id="261" r:id="rId14"/>
    <p:sldId id="262" r:id="rId15"/>
    <p:sldId id="2147375004" r:id="rId16"/>
    <p:sldId id="256" r:id="rId17"/>
    <p:sldId id="2147375005" r:id="rId18"/>
    <p:sldId id="2147375000" r:id="rId19"/>
    <p:sldId id="2147374993" r:id="rId20"/>
    <p:sldId id="2147374994" r:id="rId21"/>
    <p:sldId id="2147374997" r:id="rId22"/>
    <p:sldId id="2147374998" r:id="rId23"/>
    <p:sldId id="2147374999" r:id="rId24"/>
  </p:sldIdLst>
  <p:sldSz cx="12192000" cy="6858000"/>
  <p:notesSz cx="7102475" cy="9388475"/>
  <p:custDataLst>
    <p:tags r:id="rId27"/>
  </p:custData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CA497640-9F12-D0D7-23C7-745A10EB2387}" name="Srikanth Jayarajan" initials="SJ" userId="dMYpSlfjzFcYPEDsXjVgLmU1LCIkAjLNCqtAilE+2dM=" providerId="None"/>
</p188:authorLst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Haley Rich" initials="HR" lastIdx="1" clrIdx="0">
    <p:extLst>
      <p:ext uri="{19B8F6BF-5375-455C-9EA6-DF929625EA0E}">
        <p15:presenceInfo xmlns:p15="http://schemas.microsoft.com/office/powerpoint/2012/main" userId="S-1-5-21-1801674531-1788223648-725345543-11859" providerId="AD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D5EBFA"/>
    <a:srgbClr val="134F78"/>
    <a:srgbClr val="051C2C"/>
    <a:srgbClr val="2251FF"/>
    <a:srgbClr val="FFCCCC"/>
    <a:srgbClr val="1537BA"/>
    <a:srgbClr val="D3DCFF"/>
    <a:srgbClr val="108980"/>
    <a:srgbClr val="061F79"/>
    <a:srgbClr val="9F9F9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E8B1032C-EA38-4F05-BA0D-38AFFFC7BED3}" styleName="Light Style 3 – Accent 6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 w="12700" cmpd="sng">
              <a:solidFill>
                <a:schemeClr val="accent6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20000"/>
            </a:schemeClr>
          </a:solidFill>
        </a:fill>
      </a:tcStyle>
    </a:band1H>
    <a:band1V>
      <a:tcStyle>
        <a:tcBdr/>
        <a:fill>
          <a:solidFill>
            <a:schemeClr val="accent6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6"/>
              </a:solidFill>
            </a:ln>
          </a:bottom>
        </a:tcBdr>
        <a:fill>
          <a:noFill/>
        </a:fill>
      </a:tcStyle>
    </a:firstRow>
  </a:tblStyle>
  <a:tblStyle styleId="{BDBED569-4797-4DF1-A0F4-6AAB3CD982D8}" styleName="Light Style 3 – Accent 5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 w="12700" cmpd="sng">
              <a:solidFill>
                <a:schemeClr val="accent5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20000"/>
            </a:schemeClr>
          </a:solidFill>
        </a:fill>
      </a:tcStyle>
    </a:band1H>
    <a:band1V>
      <a:tcStyle>
        <a:tcBdr/>
        <a:fill>
          <a:solidFill>
            <a:schemeClr val="accent5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5"/>
              </a:solidFill>
            </a:ln>
          </a:bottom>
        </a:tcBdr>
        <a:fill>
          <a:noFill/>
        </a:fill>
      </a:tcStyle>
    </a:firstRow>
  </a:tblStyle>
  <a:tblStyle styleId="{35758FB7-9AC5-4552-8A53-C91805E547FA}" styleName="Themed Style 1 – Accent 5">
    <a:tblBg>
      <a:fillRef idx="2">
        <a:schemeClr val="accent5"/>
      </a:fillRef>
      <a:effectRef idx="1">
        <a:schemeClr val="accent5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Ref idx="1">
              <a:schemeClr val="accent5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</a:tcBdr>
        <a:fill>
          <a:solidFill>
            <a:schemeClr val="accent5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5"/>
            </a:lnRef>
          </a:left>
          <a:right>
            <a:lnRef idx="2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2">
              <a:schemeClr val="accent5"/>
            </a:lnRef>
          </a:top>
          <a:bottom>
            <a:lnRef idx="2">
              <a:schemeClr val="accent5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5"/>
          </a:solidFill>
        </a:fill>
      </a:tcStyle>
    </a:firstRow>
  </a:tblStyle>
  <a:tblStyle styleId="{5FD0F851-EC5A-4D38-B0AD-8093EC10F338}" styleName="Light Style 1 – Accent 5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5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5"/>
              </a:solidFill>
            </a:ln>
          </a:bottom>
        </a:tcBdr>
        <a:fill>
          <a:noFill/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8799B23B-EC83-4686-B30A-512413B5E67A}" styleName="Light Style 3 – Accent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1076" autoAdjust="0"/>
    <p:restoredTop sz="96357" autoAdjust="0"/>
  </p:normalViewPr>
  <p:slideViewPr>
    <p:cSldViewPr snapToGrid="0" snapToObjects="1">
      <p:cViewPr varScale="1">
        <p:scale>
          <a:sx n="123" d="100"/>
          <a:sy n="123" d="100"/>
        </p:scale>
        <p:origin x="336" y="108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 varScale="1">
      <p:scale>
        <a:sx n="1" d="1"/>
        <a:sy n="1" d="1"/>
      </p:scale>
      <p:origin x="0" y="0"/>
    </p:cViewPr>
  </p:sorterViewPr>
  <p:notesViewPr>
    <p:cSldViewPr snapToGrid="0" snapToObjects="1">
      <p:cViewPr>
        <p:scale>
          <a:sx n="75" d="100"/>
          <a:sy n="75" d="100"/>
        </p:scale>
        <p:origin x="4032" y="564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7.xml"/><Relationship Id="rId18" Type="http://schemas.openxmlformats.org/officeDocument/2006/relationships/slide" Target="slides/slide12.xml"/><Relationship Id="rId26" Type="http://schemas.openxmlformats.org/officeDocument/2006/relationships/handoutMaster" Target="handoutMasters/handoutMaster1.xml"/><Relationship Id="rId3" Type="http://schemas.openxmlformats.org/officeDocument/2006/relationships/customXml" Target="../customXml/item3.xml"/><Relationship Id="rId21" Type="http://schemas.openxmlformats.org/officeDocument/2006/relationships/slide" Target="slides/slide15.xml"/><Relationship Id="rId7" Type="http://schemas.openxmlformats.org/officeDocument/2006/relationships/slide" Target="slides/slide1.xml"/><Relationship Id="rId12" Type="http://schemas.openxmlformats.org/officeDocument/2006/relationships/slide" Target="slides/slide6.xml"/><Relationship Id="rId17" Type="http://schemas.openxmlformats.org/officeDocument/2006/relationships/slide" Target="slides/slide11.xml"/><Relationship Id="rId25" Type="http://schemas.openxmlformats.org/officeDocument/2006/relationships/notesMaster" Target="notesMasters/notesMaster1.xml"/><Relationship Id="rId33" Type="http://schemas.microsoft.com/office/2018/10/relationships/authors" Target="authors.xml"/><Relationship Id="rId2" Type="http://schemas.openxmlformats.org/officeDocument/2006/relationships/customXml" Target="../customXml/item2.xml"/><Relationship Id="rId16" Type="http://schemas.openxmlformats.org/officeDocument/2006/relationships/slide" Target="slides/slide10.xml"/><Relationship Id="rId20" Type="http://schemas.openxmlformats.org/officeDocument/2006/relationships/slide" Target="slides/slide14.xml"/><Relationship Id="rId29" Type="http://schemas.openxmlformats.org/officeDocument/2006/relationships/presProps" Target="presProps.xml"/><Relationship Id="rId1" Type="http://schemas.openxmlformats.org/officeDocument/2006/relationships/customXml" Target="../customXml/item1.xml"/><Relationship Id="rId6" Type="http://schemas.openxmlformats.org/officeDocument/2006/relationships/slideMaster" Target="slideMasters/slideMaster3.xml"/><Relationship Id="rId11" Type="http://schemas.openxmlformats.org/officeDocument/2006/relationships/slide" Target="slides/slide5.xml"/><Relationship Id="rId24" Type="http://schemas.openxmlformats.org/officeDocument/2006/relationships/slide" Target="slides/slide18.xml"/><Relationship Id="rId32" Type="http://schemas.openxmlformats.org/officeDocument/2006/relationships/tableStyles" Target="tableStyles.xml"/><Relationship Id="rId5" Type="http://schemas.openxmlformats.org/officeDocument/2006/relationships/slideMaster" Target="slideMasters/slideMaster2.xml"/><Relationship Id="rId15" Type="http://schemas.openxmlformats.org/officeDocument/2006/relationships/slide" Target="slides/slide9.xml"/><Relationship Id="rId23" Type="http://schemas.openxmlformats.org/officeDocument/2006/relationships/slide" Target="slides/slide17.xml"/><Relationship Id="rId28" Type="http://schemas.openxmlformats.org/officeDocument/2006/relationships/commentAuthors" Target="commentAuthors.xml"/><Relationship Id="rId10" Type="http://schemas.openxmlformats.org/officeDocument/2006/relationships/slide" Target="slides/slide4.xml"/><Relationship Id="rId19" Type="http://schemas.openxmlformats.org/officeDocument/2006/relationships/slide" Target="slides/slide13.xml"/><Relationship Id="rId31" Type="http://schemas.openxmlformats.org/officeDocument/2006/relationships/theme" Target="theme/theme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3.xml"/><Relationship Id="rId14" Type="http://schemas.openxmlformats.org/officeDocument/2006/relationships/slide" Target="slides/slide8.xml"/><Relationship Id="rId22" Type="http://schemas.openxmlformats.org/officeDocument/2006/relationships/slide" Target="slides/slide16.xml"/><Relationship Id="rId27" Type="http://schemas.openxmlformats.org/officeDocument/2006/relationships/tags" Target="tags/tag1.xml"/><Relationship Id="rId30" Type="http://schemas.openxmlformats.org/officeDocument/2006/relationships/viewProps" Target="viewProps.xml"/><Relationship Id="rId8" Type="http://schemas.openxmlformats.org/officeDocument/2006/relationships/slide" Target="slides/slide2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5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504BC41E-EAC0-4D88-BA59-21A53C68F870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3078163" cy="469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0B5C4BB-B13C-4942-8E14-023ED14A3DB8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4022725" y="0"/>
            <a:ext cx="3078163" cy="469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6BD5B6C-20AF-4F0F-889A-7AADC7535123}" type="datetime3">
              <a:rPr lang="en-US" smtClean="0"/>
              <a:t>2 June 2026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8221145-1027-4A39-B15A-DD84A26C2039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918575"/>
            <a:ext cx="3078163" cy="4699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A147719-50F5-4089-8123-86F5AF9C8847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4022725" y="8918575"/>
            <a:ext cx="3078163" cy="4699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2610F73-99D1-48E7-A408-B5EB5C8393F8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73196516"/>
      </p:ext>
    </p:extLst>
  </p:cSld>
  <p:clrMap bg1="lt1" tx1="dk1" bg2="lt2" tx2="dk2" accent1="accent1" accent2="accent2" accent3="accent3" accent4="accent4" accent5="accent5" accent6="accent6" hlink="hlink" folHlink="folHlink"/>
  <p:hf hdr="0" ftr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77739" cy="471054"/>
          </a:xfrm>
          <a:prstGeom prst="rect">
            <a:avLst/>
          </a:prstGeom>
        </p:spPr>
        <p:txBody>
          <a:bodyPr vert="horz" lIns="914400" tIns="47114" rIns="94229" bIns="47114" rtlCol="0"/>
          <a:lstStyle>
            <a:lvl1pPr algn="l">
              <a:defRPr sz="900">
                <a:latin typeface="+mn-lt"/>
                <a:cs typeface="Arial" panose="020B0604020202020204" pitchFamily="34" charset="0"/>
              </a:defRPr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4023092" y="0"/>
            <a:ext cx="3077739" cy="471054"/>
          </a:xfrm>
          <a:prstGeom prst="rect">
            <a:avLst/>
          </a:prstGeom>
        </p:spPr>
        <p:txBody>
          <a:bodyPr vert="horz" lIns="94229" tIns="47114" rIns="914400" bIns="47114" rtlCol="0"/>
          <a:lstStyle>
            <a:lvl1pPr algn="r">
              <a:defRPr sz="900">
                <a:latin typeface="+mn-lt"/>
                <a:cs typeface="Arial" panose="020B0604020202020204" pitchFamily="34" charset="0"/>
              </a:defRPr>
            </a:lvl1pPr>
          </a:lstStyle>
          <a:p>
            <a:fld id="{1DF34805-1F01-4BDA-A8CA-FCEA2B4BC8D0}" type="datetime3">
              <a:rPr lang="en-US" smtClean="0"/>
              <a:pPr/>
              <a:t>2 June 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735013" y="563563"/>
            <a:ext cx="5632450" cy="3168650"/>
          </a:xfrm>
          <a:prstGeom prst="rect">
            <a:avLst/>
          </a:prstGeom>
          <a:noFill/>
          <a:ln w="6350">
            <a:solidFill>
              <a:prstClr val="black"/>
            </a:solidFill>
          </a:ln>
        </p:spPr>
        <p:txBody>
          <a:bodyPr vert="horz" lIns="94229" tIns="47114" rIns="94229" bIns="47114" rtlCol="0" anchor="ctr"/>
          <a:lstStyle/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917422"/>
            <a:ext cx="3077739" cy="471053"/>
          </a:xfrm>
          <a:prstGeom prst="rect">
            <a:avLst/>
          </a:prstGeom>
        </p:spPr>
        <p:txBody>
          <a:bodyPr vert="horz" lIns="914400" tIns="47114" rIns="94229" bIns="47114" rtlCol="0" anchor="b"/>
          <a:lstStyle>
            <a:lvl1pPr algn="l">
              <a:defRPr sz="900">
                <a:latin typeface="+mn-lt"/>
                <a:cs typeface="Arial" panose="020B0604020202020204" pitchFamily="34" charset="0"/>
              </a:defRPr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4023092" y="8917422"/>
            <a:ext cx="3077739" cy="471053"/>
          </a:xfrm>
          <a:prstGeom prst="rect">
            <a:avLst/>
          </a:prstGeom>
        </p:spPr>
        <p:txBody>
          <a:bodyPr vert="horz" lIns="94229" tIns="47114" rIns="914400" bIns="47114" rtlCol="0" anchor="b"/>
          <a:lstStyle>
            <a:lvl1pPr algn="r">
              <a:defRPr sz="900">
                <a:latin typeface="+mn-lt"/>
                <a:cs typeface="Arial" panose="020B0604020202020204" pitchFamily="34" charset="0"/>
              </a:defRPr>
            </a:lvl1pPr>
          </a:lstStyle>
          <a:p>
            <a:fld id="{CF5EBCF4-26FC-4F76-8DA1-52FDDC328D44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9" name="Notes Placeholder 8">
            <a:extLst>
              <a:ext uri="{FF2B5EF4-FFF2-40B4-BE49-F238E27FC236}">
                <a16:creationId xmlns:a16="http://schemas.microsoft.com/office/drawing/2014/main" id="{0CB7C52D-12F1-4B27-95B4-DB01358D59B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709613" y="4518025"/>
            <a:ext cx="5683250" cy="369728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4280066646"/>
      </p:ext>
    </p:extLst>
  </p:cSld>
  <p:clrMap bg1="lt1" tx1="dk1" bg2="lt2" tx2="dk2" accent1="accent1" accent2="accent2" accent3="accent3" accent4="accent4" accent5="accent5" accent6="accent6" hlink="hlink" folHlink="folHlink"/>
  <p:hf hdr="0" ftr="0"/>
  <p:notesStyle>
    <a:lvl1pPr marL="0" algn="l" defTabSz="914400" rtl="0" eaLnBrk="1" latinLnBrk="0" hangingPunct="1">
      <a:lnSpc>
        <a:spcPct val="100000"/>
      </a:lnSpc>
      <a:spcBef>
        <a:spcPts val="400"/>
      </a:spcBef>
      <a:spcAft>
        <a:spcPts val="400"/>
      </a:spcAft>
      <a:defRPr lang="en-US" sz="1100" kern="1200">
        <a:solidFill>
          <a:schemeClr val="tx1"/>
        </a:solidFill>
        <a:latin typeface="+mn-lt"/>
        <a:ea typeface="+mn-ea"/>
        <a:cs typeface="Arial" panose="020B0604020202020204" pitchFamily="34" charset="0"/>
      </a:defRPr>
    </a:lvl1pPr>
    <a:lvl2pPr marL="171450" indent="-171450" algn="l" defTabSz="914400" rtl="0" eaLnBrk="1" latinLnBrk="0" hangingPunct="1">
      <a:buFont typeface="Wingdings" panose="05000000000000000000" pitchFamily="2" charset="2"/>
      <a:buChar char=""/>
      <a:defRPr lang="en-US" sz="1100" kern="1200">
        <a:solidFill>
          <a:schemeClr val="tx1"/>
        </a:solidFill>
        <a:latin typeface="+mn-lt"/>
        <a:ea typeface="+mn-ea"/>
        <a:cs typeface="+mn-cs"/>
      </a:defRPr>
    </a:lvl2pPr>
    <a:lvl3pPr marL="400050" indent="-171450" algn="l" defTabSz="914400" rtl="0" eaLnBrk="1" latinLnBrk="0" hangingPunct="1">
      <a:buFont typeface="Arial" panose="020B0604020202020204" pitchFamily="34" charset="0"/>
      <a:buChar char="―"/>
      <a:defRPr lang="en-US" sz="1100" kern="1200">
        <a:solidFill>
          <a:schemeClr val="tx1"/>
        </a:solidFill>
        <a:latin typeface="+mn-lt"/>
        <a:ea typeface="+mn-ea"/>
        <a:cs typeface="+mn-cs"/>
      </a:defRPr>
    </a:lvl3pPr>
    <a:lvl4pPr marL="579437" indent="-171450" algn="l" defTabSz="914400" rtl="0" eaLnBrk="1" latinLnBrk="0" hangingPunct="1">
      <a:buFont typeface="Arial" panose="020B0604020202020204" pitchFamily="34" charset="0"/>
      <a:buChar char="»"/>
      <a:defRPr lang="en-US" sz="1100" kern="1200">
        <a:solidFill>
          <a:schemeClr val="tx1"/>
        </a:solidFill>
        <a:latin typeface="+mn-lt"/>
        <a:ea typeface="+mn-ea"/>
        <a:cs typeface="+mn-cs"/>
      </a:defRPr>
    </a:lvl4pPr>
    <a:lvl5pPr marL="750887" indent="-171450" algn="l" defTabSz="914400" rtl="0" eaLnBrk="1" latinLnBrk="0" hangingPunct="1">
      <a:buFont typeface="Arial" panose="020B0604020202020204" pitchFamily="34" charset="0"/>
      <a:buChar char="›"/>
      <a:defRPr lang="en-US" sz="11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7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8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9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10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12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8" Type="http://schemas.openxmlformats.org/officeDocument/2006/relationships/tags" Target="../tags/tag29.xml"/><Relationship Id="rId13" Type="http://schemas.openxmlformats.org/officeDocument/2006/relationships/oleObject" Target="../embeddings/oleObject2.bin"/><Relationship Id="rId3" Type="http://schemas.openxmlformats.org/officeDocument/2006/relationships/tags" Target="../tags/tag24.xml"/><Relationship Id="rId7" Type="http://schemas.openxmlformats.org/officeDocument/2006/relationships/tags" Target="../tags/tag28.xml"/><Relationship Id="rId12" Type="http://schemas.openxmlformats.org/officeDocument/2006/relationships/image" Target="../media/image4.svg"/><Relationship Id="rId2" Type="http://schemas.openxmlformats.org/officeDocument/2006/relationships/tags" Target="../tags/tag23.xml"/><Relationship Id="rId1" Type="http://schemas.openxmlformats.org/officeDocument/2006/relationships/tags" Target="../tags/tag22.xml"/><Relationship Id="rId6" Type="http://schemas.openxmlformats.org/officeDocument/2006/relationships/tags" Target="../tags/tag27.xml"/><Relationship Id="rId11" Type="http://schemas.openxmlformats.org/officeDocument/2006/relationships/image" Target="../media/image3.jpg"/><Relationship Id="rId5" Type="http://schemas.openxmlformats.org/officeDocument/2006/relationships/tags" Target="../tags/tag26.xml"/><Relationship Id="rId10" Type="http://schemas.openxmlformats.org/officeDocument/2006/relationships/slideMaster" Target="../slideMasters/slideMaster1.xml"/><Relationship Id="rId4" Type="http://schemas.openxmlformats.org/officeDocument/2006/relationships/tags" Target="../tags/tag25.xml"/><Relationship Id="rId9" Type="http://schemas.openxmlformats.org/officeDocument/2006/relationships/tags" Target="../tags/tag30.xml"/><Relationship Id="rId14" Type="http://schemas.openxmlformats.org/officeDocument/2006/relationships/image" Target="../media/image5.emf"/></Relationships>
</file>

<file path=ppt/slideLayouts/_rels/slideLayout2.xml.rels><?xml version="1.0" encoding="UTF-8" standalone="yes"?>
<Relationships xmlns="http://schemas.openxmlformats.org/package/2006/relationships"><Relationship Id="rId8" Type="http://schemas.openxmlformats.org/officeDocument/2006/relationships/slideMaster" Target="../slideMasters/slideMaster1.xml"/><Relationship Id="rId3" Type="http://schemas.openxmlformats.org/officeDocument/2006/relationships/tags" Target="../tags/tag33.xml"/><Relationship Id="rId7" Type="http://schemas.openxmlformats.org/officeDocument/2006/relationships/tags" Target="../tags/tag37.xml"/><Relationship Id="rId2" Type="http://schemas.openxmlformats.org/officeDocument/2006/relationships/tags" Target="../tags/tag32.xml"/><Relationship Id="rId1" Type="http://schemas.openxmlformats.org/officeDocument/2006/relationships/tags" Target="../tags/tag31.xml"/><Relationship Id="rId6" Type="http://schemas.openxmlformats.org/officeDocument/2006/relationships/tags" Target="../tags/tag36.xml"/><Relationship Id="rId5" Type="http://schemas.openxmlformats.org/officeDocument/2006/relationships/tags" Target="../tags/tag35.xml"/><Relationship Id="rId10" Type="http://schemas.openxmlformats.org/officeDocument/2006/relationships/image" Target="../media/image1.emf"/><Relationship Id="rId4" Type="http://schemas.openxmlformats.org/officeDocument/2006/relationships/tags" Target="../tags/tag34.xml"/><Relationship Id="rId9" Type="http://schemas.openxmlformats.org/officeDocument/2006/relationships/oleObject" Target="../embeddings/oleObject3.bin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tags" Target="../tags/tag40.xml"/><Relationship Id="rId2" Type="http://schemas.openxmlformats.org/officeDocument/2006/relationships/tags" Target="../tags/tag39.xml"/><Relationship Id="rId1" Type="http://schemas.openxmlformats.org/officeDocument/2006/relationships/tags" Target="../tags/tag38.xml"/><Relationship Id="rId5" Type="http://schemas.openxmlformats.org/officeDocument/2006/relationships/slideMaster" Target="../slideMasters/slideMaster1.xml"/><Relationship Id="rId4" Type="http://schemas.openxmlformats.org/officeDocument/2006/relationships/tags" Target="../tags/tag4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tags" Target="../tags/tag44.xml"/><Relationship Id="rId2" Type="http://schemas.openxmlformats.org/officeDocument/2006/relationships/tags" Target="../tags/tag43.xml"/><Relationship Id="rId1" Type="http://schemas.openxmlformats.org/officeDocument/2006/relationships/tags" Target="../tags/tag42.xml"/><Relationship Id="rId5" Type="http://schemas.openxmlformats.org/officeDocument/2006/relationships/slideMaster" Target="../slideMasters/slideMaster1.xml"/><Relationship Id="rId4" Type="http://schemas.openxmlformats.org/officeDocument/2006/relationships/tags" Target="../tags/tag45.xml"/></Relationships>
</file>

<file path=ppt/slideLayouts/_rels/slideLayout5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4.bin"/><Relationship Id="rId3" Type="http://schemas.openxmlformats.org/officeDocument/2006/relationships/tags" Target="../tags/tag48.xml"/><Relationship Id="rId7" Type="http://schemas.openxmlformats.org/officeDocument/2006/relationships/slideMaster" Target="../slideMasters/slideMaster1.xml"/><Relationship Id="rId2" Type="http://schemas.openxmlformats.org/officeDocument/2006/relationships/tags" Target="../tags/tag47.xml"/><Relationship Id="rId1" Type="http://schemas.openxmlformats.org/officeDocument/2006/relationships/tags" Target="../tags/tag46.xml"/><Relationship Id="rId6" Type="http://schemas.openxmlformats.org/officeDocument/2006/relationships/tags" Target="../tags/tag51.xml"/><Relationship Id="rId5" Type="http://schemas.openxmlformats.org/officeDocument/2006/relationships/tags" Target="../tags/tag50.xml"/><Relationship Id="rId4" Type="http://schemas.openxmlformats.org/officeDocument/2006/relationships/tags" Target="../tags/tag49.xml"/><Relationship Id="rId9" Type="http://schemas.openxmlformats.org/officeDocument/2006/relationships/image" Target="../media/image6.emf"/></Relationships>
</file>

<file path=ppt/slideLayouts/_rels/slideLayout6.xml.rels><?xml version="1.0" encoding="UTF-8" standalone="yes"?>
<Relationships xmlns="http://schemas.openxmlformats.org/package/2006/relationships"><Relationship Id="rId8" Type="http://schemas.openxmlformats.org/officeDocument/2006/relationships/slideMaster" Target="../slideMasters/slideMaster1.xml"/><Relationship Id="rId3" Type="http://schemas.openxmlformats.org/officeDocument/2006/relationships/tags" Target="../tags/tag54.xml"/><Relationship Id="rId7" Type="http://schemas.openxmlformats.org/officeDocument/2006/relationships/tags" Target="../tags/tag58.xml"/><Relationship Id="rId2" Type="http://schemas.openxmlformats.org/officeDocument/2006/relationships/tags" Target="../tags/tag53.xml"/><Relationship Id="rId1" Type="http://schemas.openxmlformats.org/officeDocument/2006/relationships/tags" Target="../tags/tag52.xml"/><Relationship Id="rId6" Type="http://schemas.openxmlformats.org/officeDocument/2006/relationships/tags" Target="../tags/tag57.xml"/><Relationship Id="rId5" Type="http://schemas.openxmlformats.org/officeDocument/2006/relationships/tags" Target="../tags/tag56.xml"/><Relationship Id="rId10" Type="http://schemas.openxmlformats.org/officeDocument/2006/relationships/image" Target="../media/image6.emf"/><Relationship Id="rId4" Type="http://schemas.openxmlformats.org/officeDocument/2006/relationships/tags" Target="../tags/tag55.xml"/><Relationship Id="rId9" Type="http://schemas.openxmlformats.org/officeDocument/2006/relationships/oleObject" Target="../embeddings/oleObject5.bin"/></Relationships>
</file>

<file path=ppt/slideLayouts/_rels/slideLayout7.xml.rels><?xml version="1.0" encoding="UTF-8" standalone="yes"?>
<Relationships xmlns="http://schemas.openxmlformats.org/package/2006/relationships"><Relationship Id="rId8" Type="http://schemas.openxmlformats.org/officeDocument/2006/relationships/tags" Target="../tags/tag66.xml"/><Relationship Id="rId3" Type="http://schemas.openxmlformats.org/officeDocument/2006/relationships/tags" Target="../tags/tag61.xml"/><Relationship Id="rId7" Type="http://schemas.openxmlformats.org/officeDocument/2006/relationships/tags" Target="../tags/tag65.xml"/><Relationship Id="rId2" Type="http://schemas.openxmlformats.org/officeDocument/2006/relationships/tags" Target="../tags/tag60.xml"/><Relationship Id="rId1" Type="http://schemas.openxmlformats.org/officeDocument/2006/relationships/tags" Target="../tags/tag59.xml"/><Relationship Id="rId6" Type="http://schemas.openxmlformats.org/officeDocument/2006/relationships/tags" Target="../tags/tag64.xml"/><Relationship Id="rId11" Type="http://schemas.openxmlformats.org/officeDocument/2006/relationships/image" Target="../media/image1.emf"/><Relationship Id="rId5" Type="http://schemas.openxmlformats.org/officeDocument/2006/relationships/tags" Target="../tags/tag63.xml"/><Relationship Id="rId10" Type="http://schemas.openxmlformats.org/officeDocument/2006/relationships/oleObject" Target="../embeddings/oleObject6.bin"/><Relationship Id="rId4" Type="http://schemas.openxmlformats.org/officeDocument/2006/relationships/tags" Target="../tags/tag62.xml"/><Relationship Id="rId9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8" Type="http://schemas.openxmlformats.org/officeDocument/2006/relationships/tags" Target="../tags/tag74.xml"/><Relationship Id="rId3" Type="http://schemas.openxmlformats.org/officeDocument/2006/relationships/tags" Target="../tags/tag69.xml"/><Relationship Id="rId7" Type="http://schemas.openxmlformats.org/officeDocument/2006/relationships/tags" Target="../tags/tag73.xml"/><Relationship Id="rId2" Type="http://schemas.openxmlformats.org/officeDocument/2006/relationships/tags" Target="../tags/tag68.xml"/><Relationship Id="rId1" Type="http://schemas.openxmlformats.org/officeDocument/2006/relationships/tags" Target="../tags/tag67.xml"/><Relationship Id="rId6" Type="http://schemas.openxmlformats.org/officeDocument/2006/relationships/tags" Target="../tags/tag72.xml"/><Relationship Id="rId11" Type="http://schemas.openxmlformats.org/officeDocument/2006/relationships/image" Target="../media/image1.emf"/><Relationship Id="rId5" Type="http://schemas.openxmlformats.org/officeDocument/2006/relationships/tags" Target="../tags/tag71.xml"/><Relationship Id="rId10" Type="http://schemas.openxmlformats.org/officeDocument/2006/relationships/oleObject" Target="../embeddings/oleObject7.bin"/><Relationship Id="rId4" Type="http://schemas.openxmlformats.org/officeDocument/2006/relationships/tags" Target="../tags/tag70.xml"/><Relationship Id="rId9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8" Type="http://schemas.openxmlformats.org/officeDocument/2006/relationships/tags" Target="../tags/tag82.xml"/><Relationship Id="rId3" Type="http://schemas.openxmlformats.org/officeDocument/2006/relationships/tags" Target="../tags/tag77.xml"/><Relationship Id="rId7" Type="http://schemas.openxmlformats.org/officeDocument/2006/relationships/tags" Target="../tags/tag81.xml"/><Relationship Id="rId2" Type="http://schemas.openxmlformats.org/officeDocument/2006/relationships/tags" Target="../tags/tag76.xml"/><Relationship Id="rId1" Type="http://schemas.openxmlformats.org/officeDocument/2006/relationships/tags" Target="../tags/tag75.xml"/><Relationship Id="rId6" Type="http://schemas.openxmlformats.org/officeDocument/2006/relationships/tags" Target="../tags/tag80.xml"/><Relationship Id="rId11" Type="http://schemas.openxmlformats.org/officeDocument/2006/relationships/image" Target="../media/image1.emf"/><Relationship Id="rId5" Type="http://schemas.openxmlformats.org/officeDocument/2006/relationships/tags" Target="../tags/tag79.xml"/><Relationship Id="rId10" Type="http://schemas.openxmlformats.org/officeDocument/2006/relationships/oleObject" Target="../embeddings/oleObject8.bin"/><Relationship Id="rId4" Type="http://schemas.openxmlformats.org/officeDocument/2006/relationships/tags" Target="../tags/tag78.xml"/><Relationship Id="rId9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8" Type="http://schemas.openxmlformats.org/officeDocument/2006/relationships/tags" Target="../tags/tag90.xml"/><Relationship Id="rId3" Type="http://schemas.openxmlformats.org/officeDocument/2006/relationships/tags" Target="../tags/tag85.xml"/><Relationship Id="rId7" Type="http://schemas.openxmlformats.org/officeDocument/2006/relationships/tags" Target="../tags/tag89.xml"/><Relationship Id="rId2" Type="http://schemas.openxmlformats.org/officeDocument/2006/relationships/tags" Target="../tags/tag84.xml"/><Relationship Id="rId1" Type="http://schemas.openxmlformats.org/officeDocument/2006/relationships/tags" Target="../tags/tag83.xml"/><Relationship Id="rId6" Type="http://schemas.openxmlformats.org/officeDocument/2006/relationships/tags" Target="../tags/tag88.xml"/><Relationship Id="rId11" Type="http://schemas.openxmlformats.org/officeDocument/2006/relationships/image" Target="../media/image7.emf"/><Relationship Id="rId5" Type="http://schemas.openxmlformats.org/officeDocument/2006/relationships/tags" Target="../tags/tag87.xml"/><Relationship Id="rId10" Type="http://schemas.openxmlformats.org/officeDocument/2006/relationships/oleObject" Target="../embeddings/oleObject9.bin"/><Relationship Id="rId4" Type="http://schemas.openxmlformats.org/officeDocument/2006/relationships/tags" Target="../tags/tag86.xml"/><Relationship Id="rId9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8" Type="http://schemas.openxmlformats.org/officeDocument/2006/relationships/tags" Target="../tags/tag98.xml"/><Relationship Id="rId3" Type="http://schemas.openxmlformats.org/officeDocument/2006/relationships/tags" Target="../tags/tag93.xml"/><Relationship Id="rId7" Type="http://schemas.openxmlformats.org/officeDocument/2006/relationships/tags" Target="../tags/tag97.xml"/><Relationship Id="rId2" Type="http://schemas.openxmlformats.org/officeDocument/2006/relationships/tags" Target="../tags/tag92.xml"/><Relationship Id="rId1" Type="http://schemas.openxmlformats.org/officeDocument/2006/relationships/tags" Target="../tags/tag91.xml"/><Relationship Id="rId6" Type="http://schemas.openxmlformats.org/officeDocument/2006/relationships/tags" Target="../tags/tag96.xml"/><Relationship Id="rId11" Type="http://schemas.openxmlformats.org/officeDocument/2006/relationships/image" Target="../media/image1.emf"/><Relationship Id="rId5" Type="http://schemas.openxmlformats.org/officeDocument/2006/relationships/tags" Target="../tags/tag95.xml"/><Relationship Id="rId10" Type="http://schemas.openxmlformats.org/officeDocument/2006/relationships/oleObject" Target="../embeddings/oleObject8.bin"/><Relationship Id="rId4" Type="http://schemas.openxmlformats.org/officeDocument/2006/relationships/tags" Target="../tags/tag94.xml"/><Relationship Id="rId9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tags" Target="../tags/tag101.xml"/><Relationship Id="rId2" Type="http://schemas.openxmlformats.org/officeDocument/2006/relationships/tags" Target="../tags/tag100.xml"/><Relationship Id="rId1" Type="http://schemas.openxmlformats.org/officeDocument/2006/relationships/tags" Target="../tags/tag99.xml"/><Relationship Id="rId6" Type="http://schemas.openxmlformats.org/officeDocument/2006/relationships/slideMaster" Target="../slideMasters/slideMaster1.xml"/><Relationship Id="rId5" Type="http://schemas.openxmlformats.org/officeDocument/2006/relationships/tags" Target="../tags/tag103.xml"/><Relationship Id="rId4" Type="http://schemas.openxmlformats.org/officeDocument/2006/relationships/tags" Target="../tags/tag102.xml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tags" Target="../tags/tag106.xml"/><Relationship Id="rId2" Type="http://schemas.openxmlformats.org/officeDocument/2006/relationships/tags" Target="../tags/tag105.xml"/><Relationship Id="rId1" Type="http://schemas.openxmlformats.org/officeDocument/2006/relationships/tags" Target="../tags/tag104.xml"/><Relationship Id="rId5" Type="http://schemas.openxmlformats.org/officeDocument/2006/relationships/slideMaster" Target="../slideMasters/slideMaster1.xml"/><Relationship Id="rId4" Type="http://schemas.openxmlformats.org/officeDocument/2006/relationships/tags" Target="../tags/tag107.xml"/></Relationships>
</file>

<file path=ppt/slideLayouts/_rels/slideLayout14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10.bin"/><Relationship Id="rId3" Type="http://schemas.openxmlformats.org/officeDocument/2006/relationships/tags" Target="../tags/tag110.xml"/><Relationship Id="rId7" Type="http://schemas.openxmlformats.org/officeDocument/2006/relationships/image" Target="../media/image8.svg"/><Relationship Id="rId2" Type="http://schemas.openxmlformats.org/officeDocument/2006/relationships/tags" Target="../tags/tag109.xml"/><Relationship Id="rId1" Type="http://schemas.openxmlformats.org/officeDocument/2006/relationships/tags" Target="../tags/tag108.xml"/><Relationship Id="rId6" Type="http://schemas.openxmlformats.org/officeDocument/2006/relationships/image" Target="../media/image3.jpg"/><Relationship Id="rId5" Type="http://schemas.openxmlformats.org/officeDocument/2006/relationships/slideMaster" Target="../slideMasters/slideMaster1.xml"/><Relationship Id="rId4" Type="http://schemas.openxmlformats.org/officeDocument/2006/relationships/tags" Target="../tags/tag111.xml"/><Relationship Id="rId9" Type="http://schemas.openxmlformats.org/officeDocument/2006/relationships/image" Target="../media/image5.emf"/></Relationships>
</file>

<file path=ppt/slideLayouts/_rels/slideLayout15.xml.rels><?xml version="1.0" encoding="UTF-8" standalone="yes"?>
<Relationships xmlns="http://schemas.openxmlformats.org/package/2006/relationships"><Relationship Id="rId8" Type="http://schemas.openxmlformats.org/officeDocument/2006/relationships/tags" Target="../tags/tag140.xml"/><Relationship Id="rId13" Type="http://schemas.openxmlformats.org/officeDocument/2006/relationships/oleObject" Target="../embeddings/oleObject12.bin"/><Relationship Id="rId3" Type="http://schemas.openxmlformats.org/officeDocument/2006/relationships/tags" Target="../tags/tag135.xml"/><Relationship Id="rId7" Type="http://schemas.openxmlformats.org/officeDocument/2006/relationships/tags" Target="../tags/tag139.xml"/><Relationship Id="rId12" Type="http://schemas.openxmlformats.org/officeDocument/2006/relationships/image" Target="../media/image4.svg"/><Relationship Id="rId2" Type="http://schemas.openxmlformats.org/officeDocument/2006/relationships/tags" Target="../tags/tag134.xml"/><Relationship Id="rId1" Type="http://schemas.openxmlformats.org/officeDocument/2006/relationships/tags" Target="../tags/tag133.xml"/><Relationship Id="rId6" Type="http://schemas.openxmlformats.org/officeDocument/2006/relationships/tags" Target="../tags/tag138.xml"/><Relationship Id="rId11" Type="http://schemas.openxmlformats.org/officeDocument/2006/relationships/image" Target="../media/image3.jpg"/><Relationship Id="rId5" Type="http://schemas.openxmlformats.org/officeDocument/2006/relationships/tags" Target="../tags/tag137.xml"/><Relationship Id="rId10" Type="http://schemas.openxmlformats.org/officeDocument/2006/relationships/slideMaster" Target="../slideMasters/slideMaster2.xml"/><Relationship Id="rId4" Type="http://schemas.openxmlformats.org/officeDocument/2006/relationships/tags" Target="../tags/tag136.xml"/><Relationship Id="rId9" Type="http://schemas.openxmlformats.org/officeDocument/2006/relationships/tags" Target="../tags/tag141.xml"/><Relationship Id="rId14" Type="http://schemas.openxmlformats.org/officeDocument/2006/relationships/image" Target="../media/image5.emf"/></Relationships>
</file>

<file path=ppt/slideLayouts/_rels/slideLayout16.xml.rels><?xml version="1.0" encoding="UTF-8" standalone="yes"?>
<Relationships xmlns="http://schemas.openxmlformats.org/package/2006/relationships"><Relationship Id="rId8" Type="http://schemas.openxmlformats.org/officeDocument/2006/relationships/slideMaster" Target="../slideMasters/slideMaster2.xml"/><Relationship Id="rId3" Type="http://schemas.openxmlformats.org/officeDocument/2006/relationships/tags" Target="../tags/tag144.xml"/><Relationship Id="rId7" Type="http://schemas.openxmlformats.org/officeDocument/2006/relationships/tags" Target="../tags/tag148.xml"/><Relationship Id="rId2" Type="http://schemas.openxmlformats.org/officeDocument/2006/relationships/tags" Target="../tags/tag143.xml"/><Relationship Id="rId1" Type="http://schemas.openxmlformats.org/officeDocument/2006/relationships/tags" Target="../tags/tag142.xml"/><Relationship Id="rId6" Type="http://schemas.openxmlformats.org/officeDocument/2006/relationships/tags" Target="../tags/tag147.xml"/><Relationship Id="rId5" Type="http://schemas.openxmlformats.org/officeDocument/2006/relationships/tags" Target="../tags/tag146.xml"/><Relationship Id="rId10" Type="http://schemas.openxmlformats.org/officeDocument/2006/relationships/image" Target="../media/image1.emf"/><Relationship Id="rId4" Type="http://schemas.openxmlformats.org/officeDocument/2006/relationships/tags" Target="../tags/tag145.xml"/><Relationship Id="rId9" Type="http://schemas.openxmlformats.org/officeDocument/2006/relationships/oleObject" Target="../embeddings/oleObject13.bin"/></Relationships>
</file>

<file path=ppt/slideLayouts/_rels/slideLayout17.xml.rels><?xml version="1.0" encoding="UTF-8" standalone="yes"?>
<Relationships xmlns="http://schemas.openxmlformats.org/package/2006/relationships"><Relationship Id="rId3" Type="http://schemas.openxmlformats.org/officeDocument/2006/relationships/tags" Target="../tags/tag151.xml"/><Relationship Id="rId2" Type="http://schemas.openxmlformats.org/officeDocument/2006/relationships/tags" Target="../tags/tag150.xml"/><Relationship Id="rId1" Type="http://schemas.openxmlformats.org/officeDocument/2006/relationships/tags" Target="../tags/tag149.xml"/><Relationship Id="rId5" Type="http://schemas.openxmlformats.org/officeDocument/2006/relationships/slideMaster" Target="../slideMasters/slideMaster2.xml"/><Relationship Id="rId4" Type="http://schemas.openxmlformats.org/officeDocument/2006/relationships/tags" Target="../tags/tag152.xml"/></Relationships>
</file>

<file path=ppt/slideLayouts/_rels/slideLayout18.xml.rels><?xml version="1.0" encoding="UTF-8" standalone="yes"?>
<Relationships xmlns="http://schemas.openxmlformats.org/package/2006/relationships"><Relationship Id="rId3" Type="http://schemas.openxmlformats.org/officeDocument/2006/relationships/tags" Target="../tags/tag155.xml"/><Relationship Id="rId2" Type="http://schemas.openxmlformats.org/officeDocument/2006/relationships/tags" Target="../tags/tag154.xml"/><Relationship Id="rId1" Type="http://schemas.openxmlformats.org/officeDocument/2006/relationships/tags" Target="../tags/tag153.xml"/><Relationship Id="rId5" Type="http://schemas.openxmlformats.org/officeDocument/2006/relationships/slideMaster" Target="../slideMasters/slideMaster2.xml"/><Relationship Id="rId4" Type="http://schemas.openxmlformats.org/officeDocument/2006/relationships/tags" Target="../tags/tag156.xml"/></Relationships>
</file>

<file path=ppt/slideLayouts/_rels/slideLayout19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14.bin"/><Relationship Id="rId3" Type="http://schemas.openxmlformats.org/officeDocument/2006/relationships/tags" Target="../tags/tag159.xml"/><Relationship Id="rId7" Type="http://schemas.openxmlformats.org/officeDocument/2006/relationships/slideMaster" Target="../slideMasters/slideMaster2.xml"/><Relationship Id="rId2" Type="http://schemas.openxmlformats.org/officeDocument/2006/relationships/tags" Target="../tags/tag158.xml"/><Relationship Id="rId1" Type="http://schemas.openxmlformats.org/officeDocument/2006/relationships/tags" Target="../tags/tag157.xml"/><Relationship Id="rId6" Type="http://schemas.openxmlformats.org/officeDocument/2006/relationships/tags" Target="../tags/tag162.xml"/><Relationship Id="rId5" Type="http://schemas.openxmlformats.org/officeDocument/2006/relationships/tags" Target="../tags/tag161.xml"/><Relationship Id="rId4" Type="http://schemas.openxmlformats.org/officeDocument/2006/relationships/tags" Target="../tags/tag160.xml"/><Relationship Id="rId9" Type="http://schemas.openxmlformats.org/officeDocument/2006/relationships/image" Target="../media/image6.emf"/></Relationships>
</file>

<file path=ppt/slideLayouts/_rels/slideLayout20.xml.rels><?xml version="1.0" encoding="UTF-8" standalone="yes"?>
<Relationships xmlns="http://schemas.openxmlformats.org/package/2006/relationships"><Relationship Id="rId8" Type="http://schemas.openxmlformats.org/officeDocument/2006/relationships/slideMaster" Target="../slideMasters/slideMaster2.xml"/><Relationship Id="rId3" Type="http://schemas.openxmlformats.org/officeDocument/2006/relationships/tags" Target="../tags/tag165.xml"/><Relationship Id="rId7" Type="http://schemas.openxmlformats.org/officeDocument/2006/relationships/tags" Target="../tags/tag169.xml"/><Relationship Id="rId2" Type="http://schemas.openxmlformats.org/officeDocument/2006/relationships/tags" Target="../tags/tag164.xml"/><Relationship Id="rId1" Type="http://schemas.openxmlformats.org/officeDocument/2006/relationships/tags" Target="../tags/tag163.xml"/><Relationship Id="rId6" Type="http://schemas.openxmlformats.org/officeDocument/2006/relationships/tags" Target="../tags/tag168.xml"/><Relationship Id="rId5" Type="http://schemas.openxmlformats.org/officeDocument/2006/relationships/tags" Target="../tags/tag167.xml"/><Relationship Id="rId10" Type="http://schemas.openxmlformats.org/officeDocument/2006/relationships/image" Target="../media/image6.emf"/><Relationship Id="rId4" Type="http://schemas.openxmlformats.org/officeDocument/2006/relationships/tags" Target="../tags/tag166.xml"/><Relationship Id="rId9" Type="http://schemas.openxmlformats.org/officeDocument/2006/relationships/oleObject" Target="../embeddings/oleObject15.bin"/></Relationships>
</file>

<file path=ppt/slideLayouts/_rels/slideLayout21.xml.rels><?xml version="1.0" encoding="UTF-8" standalone="yes"?>
<Relationships xmlns="http://schemas.openxmlformats.org/package/2006/relationships"><Relationship Id="rId8" Type="http://schemas.openxmlformats.org/officeDocument/2006/relationships/tags" Target="../tags/tag177.xml"/><Relationship Id="rId3" Type="http://schemas.openxmlformats.org/officeDocument/2006/relationships/tags" Target="../tags/tag172.xml"/><Relationship Id="rId7" Type="http://schemas.openxmlformats.org/officeDocument/2006/relationships/tags" Target="../tags/tag176.xml"/><Relationship Id="rId2" Type="http://schemas.openxmlformats.org/officeDocument/2006/relationships/tags" Target="../tags/tag171.xml"/><Relationship Id="rId1" Type="http://schemas.openxmlformats.org/officeDocument/2006/relationships/tags" Target="../tags/tag170.xml"/><Relationship Id="rId6" Type="http://schemas.openxmlformats.org/officeDocument/2006/relationships/tags" Target="../tags/tag175.xml"/><Relationship Id="rId11" Type="http://schemas.openxmlformats.org/officeDocument/2006/relationships/image" Target="../media/image1.emf"/><Relationship Id="rId5" Type="http://schemas.openxmlformats.org/officeDocument/2006/relationships/tags" Target="../tags/tag174.xml"/><Relationship Id="rId10" Type="http://schemas.openxmlformats.org/officeDocument/2006/relationships/oleObject" Target="../embeddings/oleObject16.bin"/><Relationship Id="rId4" Type="http://schemas.openxmlformats.org/officeDocument/2006/relationships/tags" Target="../tags/tag173.xml"/><Relationship Id="rId9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8" Type="http://schemas.openxmlformats.org/officeDocument/2006/relationships/tags" Target="../tags/tag185.xml"/><Relationship Id="rId3" Type="http://schemas.openxmlformats.org/officeDocument/2006/relationships/tags" Target="../tags/tag180.xml"/><Relationship Id="rId7" Type="http://schemas.openxmlformats.org/officeDocument/2006/relationships/tags" Target="../tags/tag184.xml"/><Relationship Id="rId2" Type="http://schemas.openxmlformats.org/officeDocument/2006/relationships/tags" Target="../tags/tag179.xml"/><Relationship Id="rId1" Type="http://schemas.openxmlformats.org/officeDocument/2006/relationships/tags" Target="../tags/tag178.xml"/><Relationship Id="rId6" Type="http://schemas.openxmlformats.org/officeDocument/2006/relationships/tags" Target="../tags/tag183.xml"/><Relationship Id="rId11" Type="http://schemas.openxmlformats.org/officeDocument/2006/relationships/image" Target="../media/image1.emf"/><Relationship Id="rId5" Type="http://schemas.openxmlformats.org/officeDocument/2006/relationships/tags" Target="../tags/tag182.xml"/><Relationship Id="rId10" Type="http://schemas.openxmlformats.org/officeDocument/2006/relationships/oleObject" Target="../embeddings/oleObject17.bin"/><Relationship Id="rId4" Type="http://schemas.openxmlformats.org/officeDocument/2006/relationships/tags" Target="../tags/tag181.xml"/><Relationship Id="rId9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8" Type="http://schemas.openxmlformats.org/officeDocument/2006/relationships/tags" Target="../tags/tag193.xml"/><Relationship Id="rId3" Type="http://schemas.openxmlformats.org/officeDocument/2006/relationships/tags" Target="../tags/tag188.xml"/><Relationship Id="rId7" Type="http://schemas.openxmlformats.org/officeDocument/2006/relationships/tags" Target="../tags/tag192.xml"/><Relationship Id="rId12" Type="http://schemas.openxmlformats.org/officeDocument/2006/relationships/image" Target="../media/image10.emf"/><Relationship Id="rId2" Type="http://schemas.openxmlformats.org/officeDocument/2006/relationships/tags" Target="../tags/tag187.xml"/><Relationship Id="rId1" Type="http://schemas.openxmlformats.org/officeDocument/2006/relationships/tags" Target="../tags/tag186.xml"/><Relationship Id="rId6" Type="http://schemas.openxmlformats.org/officeDocument/2006/relationships/tags" Target="../tags/tag191.xml"/><Relationship Id="rId11" Type="http://schemas.openxmlformats.org/officeDocument/2006/relationships/oleObject" Target="../embeddings/oleObject18.bin"/><Relationship Id="rId5" Type="http://schemas.openxmlformats.org/officeDocument/2006/relationships/tags" Target="../tags/tag190.xml"/><Relationship Id="rId10" Type="http://schemas.openxmlformats.org/officeDocument/2006/relationships/slideMaster" Target="../slideMasters/slideMaster2.xml"/><Relationship Id="rId4" Type="http://schemas.openxmlformats.org/officeDocument/2006/relationships/tags" Target="../tags/tag189.xml"/><Relationship Id="rId9" Type="http://schemas.openxmlformats.org/officeDocument/2006/relationships/tags" Target="../tags/tag194.xml"/></Relationships>
</file>

<file path=ppt/slideLayouts/_rels/slideLayout24.xml.rels><?xml version="1.0" encoding="UTF-8" standalone="yes"?>
<Relationships xmlns="http://schemas.openxmlformats.org/package/2006/relationships"><Relationship Id="rId8" Type="http://schemas.openxmlformats.org/officeDocument/2006/relationships/tags" Target="../tags/tag202.xml"/><Relationship Id="rId3" Type="http://schemas.openxmlformats.org/officeDocument/2006/relationships/tags" Target="../tags/tag197.xml"/><Relationship Id="rId7" Type="http://schemas.openxmlformats.org/officeDocument/2006/relationships/tags" Target="../tags/tag201.xml"/><Relationship Id="rId2" Type="http://schemas.openxmlformats.org/officeDocument/2006/relationships/tags" Target="../tags/tag196.xml"/><Relationship Id="rId1" Type="http://schemas.openxmlformats.org/officeDocument/2006/relationships/tags" Target="../tags/tag195.xml"/><Relationship Id="rId6" Type="http://schemas.openxmlformats.org/officeDocument/2006/relationships/tags" Target="../tags/tag200.xml"/><Relationship Id="rId11" Type="http://schemas.openxmlformats.org/officeDocument/2006/relationships/image" Target="../media/image1.emf"/><Relationship Id="rId5" Type="http://schemas.openxmlformats.org/officeDocument/2006/relationships/tags" Target="../tags/tag199.xml"/><Relationship Id="rId10" Type="http://schemas.openxmlformats.org/officeDocument/2006/relationships/oleObject" Target="../embeddings/oleObject19.bin"/><Relationship Id="rId4" Type="http://schemas.openxmlformats.org/officeDocument/2006/relationships/tags" Target="../tags/tag198.xml"/><Relationship Id="rId9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8" Type="http://schemas.openxmlformats.org/officeDocument/2006/relationships/tags" Target="../tags/tag210.xml"/><Relationship Id="rId3" Type="http://schemas.openxmlformats.org/officeDocument/2006/relationships/tags" Target="../tags/tag205.xml"/><Relationship Id="rId7" Type="http://schemas.openxmlformats.org/officeDocument/2006/relationships/tags" Target="../tags/tag209.xml"/><Relationship Id="rId2" Type="http://schemas.openxmlformats.org/officeDocument/2006/relationships/tags" Target="../tags/tag204.xml"/><Relationship Id="rId1" Type="http://schemas.openxmlformats.org/officeDocument/2006/relationships/tags" Target="../tags/tag203.xml"/><Relationship Id="rId6" Type="http://schemas.openxmlformats.org/officeDocument/2006/relationships/tags" Target="../tags/tag208.xml"/><Relationship Id="rId11" Type="http://schemas.openxmlformats.org/officeDocument/2006/relationships/image" Target="../media/image10.emf"/><Relationship Id="rId5" Type="http://schemas.openxmlformats.org/officeDocument/2006/relationships/tags" Target="../tags/tag207.xml"/><Relationship Id="rId10" Type="http://schemas.openxmlformats.org/officeDocument/2006/relationships/oleObject" Target="../embeddings/oleObject20.bin"/><Relationship Id="rId4" Type="http://schemas.openxmlformats.org/officeDocument/2006/relationships/tags" Target="../tags/tag206.xml"/><Relationship Id="rId9" Type="http://schemas.openxmlformats.org/officeDocument/2006/relationships/slideMaster" Target="../slideMasters/slideMaster2.xml"/></Relationships>
</file>

<file path=ppt/slideLayouts/_rels/slideLayout26.xml.rels><?xml version="1.0" encoding="UTF-8" standalone="yes"?>
<Relationships xmlns="http://schemas.openxmlformats.org/package/2006/relationships"><Relationship Id="rId8" Type="http://schemas.openxmlformats.org/officeDocument/2006/relationships/tags" Target="../tags/tag218.xml"/><Relationship Id="rId3" Type="http://schemas.openxmlformats.org/officeDocument/2006/relationships/tags" Target="../tags/tag213.xml"/><Relationship Id="rId7" Type="http://schemas.openxmlformats.org/officeDocument/2006/relationships/tags" Target="../tags/tag217.xml"/><Relationship Id="rId2" Type="http://schemas.openxmlformats.org/officeDocument/2006/relationships/tags" Target="../tags/tag212.xml"/><Relationship Id="rId1" Type="http://schemas.openxmlformats.org/officeDocument/2006/relationships/tags" Target="../tags/tag211.xml"/><Relationship Id="rId6" Type="http://schemas.openxmlformats.org/officeDocument/2006/relationships/tags" Target="../tags/tag216.xml"/><Relationship Id="rId11" Type="http://schemas.openxmlformats.org/officeDocument/2006/relationships/image" Target="../media/image10.emf"/><Relationship Id="rId5" Type="http://schemas.openxmlformats.org/officeDocument/2006/relationships/tags" Target="../tags/tag215.xml"/><Relationship Id="rId10" Type="http://schemas.openxmlformats.org/officeDocument/2006/relationships/oleObject" Target="../embeddings/oleObject21.bin"/><Relationship Id="rId4" Type="http://schemas.openxmlformats.org/officeDocument/2006/relationships/tags" Target="../tags/tag214.xml"/><Relationship Id="rId9" Type="http://schemas.openxmlformats.org/officeDocument/2006/relationships/slideMaster" Target="../slideMasters/slideMaster2.xml"/></Relationships>
</file>

<file path=ppt/slideLayouts/_rels/slideLayout27.xml.rels><?xml version="1.0" encoding="UTF-8" standalone="yes"?>
<Relationships xmlns="http://schemas.openxmlformats.org/package/2006/relationships"><Relationship Id="rId8" Type="http://schemas.openxmlformats.org/officeDocument/2006/relationships/tags" Target="../tags/tag226.xml"/><Relationship Id="rId3" Type="http://schemas.openxmlformats.org/officeDocument/2006/relationships/tags" Target="../tags/tag221.xml"/><Relationship Id="rId7" Type="http://schemas.openxmlformats.org/officeDocument/2006/relationships/tags" Target="../tags/tag225.xml"/><Relationship Id="rId2" Type="http://schemas.openxmlformats.org/officeDocument/2006/relationships/tags" Target="../tags/tag220.xml"/><Relationship Id="rId1" Type="http://schemas.openxmlformats.org/officeDocument/2006/relationships/tags" Target="../tags/tag219.xml"/><Relationship Id="rId6" Type="http://schemas.openxmlformats.org/officeDocument/2006/relationships/tags" Target="../tags/tag224.xml"/><Relationship Id="rId11" Type="http://schemas.openxmlformats.org/officeDocument/2006/relationships/image" Target="../media/image1.emf"/><Relationship Id="rId5" Type="http://schemas.openxmlformats.org/officeDocument/2006/relationships/tags" Target="../tags/tag223.xml"/><Relationship Id="rId10" Type="http://schemas.openxmlformats.org/officeDocument/2006/relationships/oleObject" Target="../embeddings/oleObject22.bin"/><Relationship Id="rId4" Type="http://schemas.openxmlformats.org/officeDocument/2006/relationships/tags" Target="../tags/tag222.xml"/><Relationship Id="rId9" Type="http://schemas.openxmlformats.org/officeDocument/2006/relationships/slideMaster" Target="../slideMasters/slideMaster2.xml"/></Relationships>
</file>

<file path=ppt/slideLayouts/_rels/slideLayout28.xml.rels><?xml version="1.0" encoding="UTF-8" standalone="yes"?>
<Relationships xmlns="http://schemas.openxmlformats.org/package/2006/relationships"><Relationship Id="rId8" Type="http://schemas.openxmlformats.org/officeDocument/2006/relationships/tags" Target="../tags/tag234.xml"/><Relationship Id="rId3" Type="http://schemas.openxmlformats.org/officeDocument/2006/relationships/tags" Target="../tags/tag229.xml"/><Relationship Id="rId7" Type="http://schemas.openxmlformats.org/officeDocument/2006/relationships/tags" Target="../tags/tag233.xml"/><Relationship Id="rId2" Type="http://schemas.openxmlformats.org/officeDocument/2006/relationships/tags" Target="../tags/tag228.xml"/><Relationship Id="rId1" Type="http://schemas.openxmlformats.org/officeDocument/2006/relationships/tags" Target="../tags/tag227.xml"/><Relationship Id="rId6" Type="http://schemas.openxmlformats.org/officeDocument/2006/relationships/tags" Target="../tags/tag232.xml"/><Relationship Id="rId11" Type="http://schemas.openxmlformats.org/officeDocument/2006/relationships/image" Target="../media/image1.emf"/><Relationship Id="rId5" Type="http://schemas.openxmlformats.org/officeDocument/2006/relationships/tags" Target="../tags/tag231.xml"/><Relationship Id="rId10" Type="http://schemas.openxmlformats.org/officeDocument/2006/relationships/oleObject" Target="../embeddings/oleObject23.bin"/><Relationship Id="rId4" Type="http://schemas.openxmlformats.org/officeDocument/2006/relationships/tags" Target="../tags/tag230.xml"/><Relationship Id="rId9" Type="http://schemas.openxmlformats.org/officeDocument/2006/relationships/slideMaster" Target="../slideMasters/slideMaster2.xml"/></Relationships>
</file>

<file path=ppt/slideLayouts/_rels/slideLayout29.xml.rels><?xml version="1.0" encoding="UTF-8" standalone="yes"?>
<Relationships xmlns="http://schemas.openxmlformats.org/package/2006/relationships"><Relationship Id="rId3" Type="http://schemas.openxmlformats.org/officeDocument/2006/relationships/tags" Target="../tags/tag237.xml"/><Relationship Id="rId2" Type="http://schemas.openxmlformats.org/officeDocument/2006/relationships/tags" Target="../tags/tag236.xml"/><Relationship Id="rId1" Type="http://schemas.openxmlformats.org/officeDocument/2006/relationships/tags" Target="../tags/tag235.xml"/><Relationship Id="rId5" Type="http://schemas.openxmlformats.org/officeDocument/2006/relationships/slideMaster" Target="../slideMasters/slideMaster2.xml"/><Relationship Id="rId4" Type="http://schemas.openxmlformats.org/officeDocument/2006/relationships/tags" Target="../tags/tag238.xml"/></Relationships>
</file>

<file path=ppt/slideLayouts/_rels/slideLayout30.xml.rels><?xml version="1.0" encoding="UTF-8" standalone="yes"?>
<Relationships xmlns="http://schemas.openxmlformats.org/package/2006/relationships"><Relationship Id="rId3" Type="http://schemas.openxmlformats.org/officeDocument/2006/relationships/tags" Target="../tags/tag241.xml"/><Relationship Id="rId2" Type="http://schemas.openxmlformats.org/officeDocument/2006/relationships/tags" Target="../tags/tag240.xml"/><Relationship Id="rId1" Type="http://schemas.openxmlformats.org/officeDocument/2006/relationships/tags" Target="../tags/tag239.xml"/><Relationship Id="rId4" Type="http://schemas.openxmlformats.org/officeDocument/2006/relationships/slideMaster" Target="../slideMasters/slideMaster2.xml"/></Relationships>
</file>

<file path=ppt/slideLayouts/_rels/slideLayout31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24.bin"/><Relationship Id="rId3" Type="http://schemas.openxmlformats.org/officeDocument/2006/relationships/tags" Target="../tags/tag244.xml"/><Relationship Id="rId7" Type="http://schemas.openxmlformats.org/officeDocument/2006/relationships/image" Target="../media/image8.svg"/><Relationship Id="rId2" Type="http://schemas.openxmlformats.org/officeDocument/2006/relationships/tags" Target="../tags/tag243.xml"/><Relationship Id="rId1" Type="http://schemas.openxmlformats.org/officeDocument/2006/relationships/tags" Target="../tags/tag242.xml"/><Relationship Id="rId6" Type="http://schemas.openxmlformats.org/officeDocument/2006/relationships/image" Target="../media/image3.jpg"/><Relationship Id="rId5" Type="http://schemas.openxmlformats.org/officeDocument/2006/relationships/slideMaster" Target="../slideMasters/slideMaster2.xml"/><Relationship Id="rId4" Type="http://schemas.openxmlformats.org/officeDocument/2006/relationships/tags" Target="../tags/tag245.xml"/><Relationship Id="rId9" Type="http://schemas.openxmlformats.org/officeDocument/2006/relationships/image" Target="../media/image5.emf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Background">
            <a:extLst>
              <a:ext uri="{FF2B5EF4-FFF2-40B4-BE49-F238E27FC236}">
                <a16:creationId xmlns:a16="http://schemas.microsoft.com/office/drawing/2014/main" id="{BCFEF986-9186-F0C0-29CC-344333767E31}"/>
              </a:ext>
            </a:extLst>
          </p:cNvPr>
          <p:cNvPicPr>
            <a:picLocks noChangeAspect="1"/>
          </p:cNvPicPr>
          <p:nvPr userDrawn="1">
            <p:custDataLst>
              <p:tags r:id="rId1"/>
            </p:custDataLst>
          </p:nvPr>
        </p:nvPicPr>
        <p:blipFill>
          <a:blip r:embed="rId1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4" name="Partnership">
            <a:extLst>
              <a:ext uri="{FF2B5EF4-FFF2-40B4-BE49-F238E27FC236}">
                <a16:creationId xmlns:a16="http://schemas.microsoft.com/office/drawing/2014/main" id="{FB5CAFB0-12DB-3ECB-96AD-62B18CAF3BA0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graphicFrame>
        <p:nvGraphicFramePr>
          <p:cNvPr id="9" name="Object 8" hidden="1">
            <a:extLst>
              <a:ext uri="{FF2B5EF4-FFF2-40B4-BE49-F238E27FC236}">
                <a16:creationId xmlns:a16="http://schemas.microsoft.com/office/drawing/2014/main" id="{16EA533F-94AF-4D02-A54D-267AD6DA2E6D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2"/>
            </p:custDataLst>
            <p:extLst>
              <p:ext uri="{D42A27DB-BD31-4B8C-83A1-F6EECF244321}">
                <p14:modId xmlns:p14="http://schemas.microsoft.com/office/powerpoint/2010/main" val="1103474852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13" imgW="344" imgH="344" progId="TCLayout.ActiveDocument.1">
                  <p:embed/>
                </p:oleObj>
              </mc:Choice>
              <mc:Fallback>
                <p:oleObj name="think-cell Slide" r:id="rId13" imgW="344" imgH="344" progId="TCLayout.ActiveDocument.1">
                  <p:embed/>
                  <p:pic>
                    <p:nvPicPr>
                      <p:cNvPr id="9" name="Object 8" hidden="1">
                        <a:extLst>
                          <a:ext uri="{FF2B5EF4-FFF2-40B4-BE49-F238E27FC236}">
                            <a16:creationId xmlns:a16="http://schemas.microsoft.com/office/drawing/2014/main" id="{16EA533F-94AF-4D02-A54D-267AD6DA2E6D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8" name="Rectangle 7" hidden="1">
            <a:extLst>
              <a:ext uri="{FF2B5EF4-FFF2-40B4-BE49-F238E27FC236}">
                <a16:creationId xmlns:a16="http://schemas.microsoft.com/office/drawing/2014/main" id="{C54CE3BD-55D7-42CB-8D9D-17E2A0D74581}"/>
              </a:ext>
            </a:extLst>
          </p:cNvPr>
          <p:cNvSpPr/>
          <p:nvPr userDrawn="1">
            <p:custDataLst>
              <p:tags r:id="rId3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  <a:solidFill>
            <a:schemeClr val="accent1"/>
          </a:solidFill>
          <a:ln w="6350" cap="sq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lvl="0" indent="0" algn="ctr">
              <a:spcBef>
                <a:spcPts val="300"/>
              </a:spcBef>
              <a:spcAft>
                <a:spcPts val="300"/>
              </a:spcAft>
            </a:pPr>
            <a:endParaRPr lang="en-US" sz="4400" b="1" i="0" baseline="0" dirty="0" err="1">
              <a:solidFill>
                <a:schemeClr val="bg1"/>
              </a:solidFill>
              <a:latin typeface="Georgia" panose="02040502050405020303" pitchFamily="18" charset="0"/>
              <a:ea typeface="+mj-ea"/>
              <a:cs typeface="+mj-cs"/>
              <a:sym typeface="Georgia" panose="02040502050405020303" pitchFamily="18" charset="0"/>
            </a:endParaRPr>
          </a:p>
        </p:txBody>
      </p:sp>
      <p:grpSp>
        <p:nvGrpSpPr>
          <p:cNvPr id="17" name="logoimage">
            <a:extLst>
              <a:ext uri="{FF2B5EF4-FFF2-40B4-BE49-F238E27FC236}">
                <a16:creationId xmlns:a16="http://schemas.microsoft.com/office/drawing/2014/main" id="{949772D7-BAE9-BB95-C2D5-92588AD0D7EC}"/>
              </a:ext>
            </a:extLst>
          </p:cNvPr>
          <p:cNvGrpSpPr/>
          <p:nvPr userDrawn="1">
            <p:custDataLst>
              <p:tags r:id="rId4"/>
            </p:custDataLst>
          </p:nvPr>
        </p:nvGrpSpPr>
        <p:grpSpPr>
          <a:xfrm>
            <a:off x="551942" y="481160"/>
            <a:ext cx="1893201" cy="585216"/>
            <a:chOff x="551942" y="481160"/>
            <a:chExt cx="1893201" cy="585216"/>
          </a:xfrm>
        </p:grpSpPr>
        <p:sp>
          <p:nvSpPr>
            <p:cNvPr id="5" name="AutoShape 3">
              <a:extLst>
                <a:ext uri="{FF2B5EF4-FFF2-40B4-BE49-F238E27FC236}">
                  <a16:creationId xmlns:a16="http://schemas.microsoft.com/office/drawing/2014/main" id="{1F430752-9F46-430E-93A8-58E8FAF85299}"/>
                </a:ext>
              </a:extLst>
            </p:cNvPr>
            <p:cNvSpPr>
              <a:spLocks noChangeAspect="1" noChangeArrowheads="1" noTextEdit="1"/>
            </p:cNvSpPr>
            <p:nvPr userDrawn="1"/>
          </p:nvSpPr>
          <p:spPr bwMode="black">
            <a:xfrm>
              <a:off x="551942" y="481160"/>
              <a:ext cx="1893201" cy="58521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>
                <a:latin typeface="Arial" panose="020B0604020202020204" pitchFamily="34" charset="0"/>
              </a:endParaRPr>
            </a:p>
          </p:txBody>
        </p:sp>
        <p:sp>
          <p:nvSpPr>
            <p:cNvPr id="6" name="Freeform 5">
              <a:extLst>
                <a:ext uri="{FF2B5EF4-FFF2-40B4-BE49-F238E27FC236}">
                  <a16:creationId xmlns:a16="http://schemas.microsoft.com/office/drawing/2014/main" id="{20C9A1A2-5968-4C0E-9E0B-C061BA0E7F39}"/>
                </a:ext>
              </a:extLst>
            </p:cNvPr>
            <p:cNvSpPr>
              <a:spLocks noEditPoints="1"/>
            </p:cNvSpPr>
            <p:nvPr userDrawn="1"/>
          </p:nvSpPr>
          <p:spPr bwMode="black">
            <a:xfrm>
              <a:off x="551942" y="481407"/>
              <a:ext cx="1893201" cy="584969"/>
            </a:xfrm>
            <a:custGeom>
              <a:avLst/>
              <a:gdLst>
                <a:gd name="T0" fmla="*/ 4209 w 15155"/>
                <a:gd name="T1" fmla="*/ 2986 h 4678"/>
                <a:gd name="T2" fmla="*/ 3707 w 15155"/>
                <a:gd name="T3" fmla="*/ 2422 h 4678"/>
                <a:gd name="T4" fmla="*/ 3712 w 15155"/>
                <a:gd name="T5" fmla="*/ 2340 h 4678"/>
                <a:gd name="T6" fmla="*/ 4724 w 15155"/>
                <a:gd name="T7" fmla="*/ 4124 h 4678"/>
                <a:gd name="T8" fmla="*/ 3330 w 15155"/>
                <a:gd name="T9" fmla="*/ 3521 h 4678"/>
                <a:gd name="T10" fmla="*/ 5673 w 15155"/>
                <a:gd name="T11" fmla="*/ 3002 h 4678"/>
                <a:gd name="T12" fmla="*/ 6627 w 15155"/>
                <a:gd name="T13" fmla="*/ 2408 h 4678"/>
                <a:gd name="T14" fmla="*/ 6279 w 15155"/>
                <a:gd name="T15" fmla="*/ 4007 h 4678"/>
                <a:gd name="T16" fmla="*/ 10270 w 15155"/>
                <a:gd name="T17" fmla="*/ 3073 h 4678"/>
                <a:gd name="T18" fmla="*/ 10801 w 15155"/>
                <a:gd name="T19" fmla="*/ 4678 h 4678"/>
                <a:gd name="T20" fmla="*/ 11466 w 15155"/>
                <a:gd name="T21" fmla="*/ 3537 h 4678"/>
                <a:gd name="T22" fmla="*/ 10602 w 15155"/>
                <a:gd name="T23" fmla="*/ 3405 h 4678"/>
                <a:gd name="T24" fmla="*/ 14762 w 15155"/>
                <a:gd name="T25" fmla="*/ 3073 h 4678"/>
                <a:gd name="T26" fmla="*/ 14505 w 15155"/>
                <a:gd name="T27" fmla="*/ 2986 h 4678"/>
                <a:gd name="T28" fmla="*/ 14145 w 15155"/>
                <a:gd name="T29" fmla="*/ 4620 h 4678"/>
                <a:gd name="T30" fmla="*/ 15155 w 15155"/>
                <a:gd name="T31" fmla="*/ 2986 h 4678"/>
                <a:gd name="T32" fmla="*/ 10231 w 15155"/>
                <a:gd name="T33" fmla="*/ 4037 h 4678"/>
                <a:gd name="T34" fmla="*/ 9005 w 15155"/>
                <a:gd name="T35" fmla="*/ 2961 h 4678"/>
                <a:gd name="T36" fmla="*/ 8378 w 15155"/>
                <a:gd name="T37" fmla="*/ 3194 h 4678"/>
                <a:gd name="T38" fmla="*/ 8775 w 15155"/>
                <a:gd name="T39" fmla="*/ 4037 h 4678"/>
                <a:gd name="T40" fmla="*/ 9107 w 15155"/>
                <a:gd name="T41" fmla="*/ 3916 h 4678"/>
                <a:gd name="T42" fmla="*/ 9439 w 15155"/>
                <a:gd name="T43" fmla="*/ 4037 h 4678"/>
                <a:gd name="T44" fmla="*/ 9712 w 15155"/>
                <a:gd name="T45" fmla="*/ 4037 h 4678"/>
                <a:gd name="T46" fmla="*/ 7962 w 15155"/>
                <a:gd name="T47" fmla="*/ 3741 h 4678"/>
                <a:gd name="T48" fmla="*/ 7962 w 15155"/>
                <a:gd name="T49" fmla="*/ 3741 h 4678"/>
                <a:gd name="T50" fmla="*/ 12654 w 15155"/>
                <a:gd name="T51" fmla="*/ 2986 h 4678"/>
                <a:gd name="T52" fmla="*/ 12586 w 15155"/>
                <a:gd name="T53" fmla="*/ 4036 h 4678"/>
                <a:gd name="T54" fmla="*/ 11780 w 15155"/>
                <a:gd name="T55" fmla="*/ 3367 h 4678"/>
                <a:gd name="T56" fmla="*/ 11871 w 15155"/>
                <a:gd name="T57" fmla="*/ 4146 h 4678"/>
                <a:gd name="T58" fmla="*/ 13060 w 15155"/>
                <a:gd name="T59" fmla="*/ 3917 h 4678"/>
                <a:gd name="T60" fmla="*/ 13423 w 15155"/>
                <a:gd name="T61" fmla="*/ 4037 h 4678"/>
                <a:gd name="T62" fmla="*/ 12250 w 15155"/>
                <a:gd name="T63" fmla="*/ 3787 h 4678"/>
                <a:gd name="T64" fmla="*/ 12250 w 15155"/>
                <a:gd name="T65" fmla="*/ 3787 h 4678"/>
                <a:gd name="T66" fmla="*/ 8758 w 15155"/>
                <a:gd name="T67" fmla="*/ 1080 h 4678"/>
                <a:gd name="T68" fmla="*/ 8559 w 15155"/>
                <a:gd name="T69" fmla="*/ 1013 h 4678"/>
                <a:gd name="T70" fmla="*/ 9105 w 15155"/>
                <a:gd name="T71" fmla="*/ 2310 h 4678"/>
                <a:gd name="T72" fmla="*/ 9553 w 15155"/>
                <a:gd name="T73" fmla="*/ 626 h 4678"/>
                <a:gd name="T74" fmla="*/ 9293 w 15155"/>
                <a:gd name="T75" fmla="*/ 713 h 4678"/>
                <a:gd name="T76" fmla="*/ 8947 w 15155"/>
                <a:gd name="T77" fmla="*/ 843 h 4678"/>
                <a:gd name="T78" fmla="*/ 5105 w 15155"/>
                <a:gd name="T79" fmla="*/ 349 h 4678"/>
                <a:gd name="T80" fmla="*/ 3793 w 15155"/>
                <a:gd name="T81" fmla="*/ 882 h 4678"/>
                <a:gd name="T82" fmla="*/ 5848 w 15155"/>
                <a:gd name="T83" fmla="*/ 981 h 4678"/>
                <a:gd name="T84" fmla="*/ 6211 w 15155"/>
                <a:gd name="T85" fmla="*/ 1763 h 4678"/>
                <a:gd name="T86" fmla="*/ 6296 w 15155"/>
                <a:gd name="T87" fmla="*/ 601 h 4678"/>
                <a:gd name="T88" fmla="*/ 5638 w 15155"/>
                <a:gd name="T89" fmla="*/ 833 h 4678"/>
                <a:gd name="T90" fmla="*/ 4836 w 15155"/>
                <a:gd name="T91" fmla="*/ 625 h 4678"/>
                <a:gd name="T92" fmla="*/ 4778 w 15155"/>
                <a:gd name="T93" fmla="*/ 1676 h 4678"/>
                <a:gd name="T94" fmla="*/ 4692 w 15155"/>
                <a:gd name="T95" fmla="*/ 0 h 4678"/>
                <a:gd name="T96" fmla="*/ 3614 w 15155"/>
                <a:gd name="T97" fmla="*/ 221 h 4678"/>
                <a:gd name="T98" fmla="*/ 3236 w 15155"/>
                <a:gd name="T99" fmla="*/ 88 h 4678"/>
                <a:gd name="T100" fmla="*/ 3836 w 15155"/>
                <a:gd name="T101" fmla="*/ 1763 h 4678"/>
                <a:gd name="T102" fmla="*/ 7219 w 15155"/>
                <a:gd name="T103" fmla="*/ 683 h 4678"/>
                <a:gd name="T104" fmla="*/ 7226 w 15155"/>
                <a:gd name="T105" fmla="*/ 598 h 4678"/>
                <a:gd name="T106" fmla="*/ 6952 w 15155"/>
                <a:gd name="T107" fmla="*/ 1361 h 4678"/>
                <a:gd name="T108" fmla="*/ 7720 w 15155"/>
                <a:gd name="T109" fmla="*/ 1446 h 4678"/>
                <a:gd name="T110" fmla="*/ 3049 w 15155"/>
                <a:gd name="T111" fmla="*/ 753 h 4678"/>
                <a:gd name="T112" fmla="*/ 2703 w 15155"/>
                <a:gd name="T113" fmla="*/ 1584 h 4678"/>
                <a:gd name="T114" fmla="*/ 87 w 15155"/>
                <a:gd name="T115" fmla="*/ 88 h 4678"/>
                <a:gd name="T116" fmla="*/ 549 w 15155"/>
                <a:gd name="T117" fmla="*/ 1763 h 4678"/>
                <a:gd name="T118" fmla="*/ 1609 w 15155"/>
                <a:gd name="T119" fmla="*/ 259 h 4678"/>
                <a:gd name="T120" fmla="*/ 2069 w 15155"/>
                <a:gd name="T121" fmla="*/ 1676 h 4678"/>
                <a:gd name="T122" fmla="*/ 2070 w 15155"/>
                <a:gd name="T123" fmla="*/ 0 h 467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</a:cxnLst>
              <a:rect l="0" t="0" r="r" b="b"/>
              <a:pathLst>
                <a:path w="15155" h="4678">
                  <a:moveTo>
                    <a:pt x="4451" y="3751"/>
                  </a:moveTo>
                  <a:cubicBezTo>
                    <a:pt x="4549" y="3607"/>
                    <a:pt x="4604" y="3438"/>
                    <a:pt x="4609" y="3264"/>
                  </a:cubicBezTo>
                  <a:cubicBezTo>
                    <a:pt x="4611" y="3211"/>
                    <a:pt x="4732" y="3072"/>
                    <a:pt x="4766" y="3072"/>
                  </a:cubicBezTo>
                  <a:cubicBezTo>
                    <a:pt x="4834" y="3072"/>
                    <a:pt x="4834" y="3072"/>
                    <a:pt x="4834" y="3072"/>
                  </a:cubicBezTo>
                  <a:cubicBezTo>
                    <a:pt x="4834" y="2986"/>
                    <a:pt x="4834" y="2986"/>
                    <a:pt x="4834" y="2986"/>
                  </a:cubicBezTo>
                  <a:cubicBezTo>
                    <a:pt x="4209" y="2986"/>
                    <a:pt x="4209" y="2986"/>
                    <a:pt x="4209" y="2986"/>
                  </a:cubicBezTo>
                  <a:cubicBezTo>
                    <a:pt x="4209" y="3073"/>
                    <a:pt x="4209" y="3073"/>
                    <a:pt x="4209" y="3073"/>
                  </a:cubicBezTo>
                  <a:cubicBezTo>
                    <a:pt x="4380" y="3078"/>
                    <a:pt x="4487" y="3175"/>
                    <a:pt x="4487" y="3337"/>
                  </a:cubicBezTo>
                  <a:cubicBezTo>
                    <a:pt x="4487" y="3482"/>
                    <a:pt x="4463" y="3591"/>
                    <a:pt x="4395" y="3702"/>
                  </a:cubicBezTo>
                  <a:cubicBezTo>
                    <a:pt x="4155" y="3489"/>
                    <a:pt x="3882" y="3230"/>
                    <a:pt x="3654" y="2986"/>
                  </a:cubicBezTo>
                  <a:cubicBezTo>
                    <a:pt x="3501" y="2928"/>
                    <a:pt x="3404" y="2814"/>
                    <a:pt x="3404" y="2673"/>
                  </a:cubicBezTo>
                  <a:cubicBezTo>
                    <a:pt x="3404" y="2514"/>
                    <a:pt x="3518" y="2422"/>
                    <a:pt x="3707" y="2422"/>
                  </a:cubicBezTo>
                  <a:cubicBezTo>
                    <a:pt x="3942" y="2422"/>
                    <a:pt x="4116" y="2659"/>
                    <a:pt x="4116" y="2777"/>
                  </a:cubicBezTo>
                  <a:cubicBezTo>
                    <a:pt x="4191" y="2777"/>
                    <a:pt x="4191" y="2777"/>
                    <a:pt x="4191" y="2777"/>
                  </a:cubicBezTo>
                  <a:cubicBezTo>
                    <a:pt x="4191" y="2362"/>
                    <a:pt x="4191" y="2362"/>
                    <a:pt x="4191" y="2362"/>
                  </a:cubicBezTo>
                  <a:cubicBezTo>
                    <a:pt x="4116" y="2362"/>
                    <a:pt x="4116" y="2362"/>
                    <a:pt x="4116" y="2362"/>
                  </a:cubicBezTo>
                  <a:cubicBezTo>
                    <a:pt x="4097" y="2391"/>
                    <a:pt x="4074" y="2393"/>
                    <a:pt x="4034" y="2393"/>
                  </a:cubicBezTo>
                  <a:cubicBezTo>
                    <a:pt x="3959" y="2393"/>
                    <a:pt x="3874" y="2340"/>
                    <a:pt x="3712" y="2340"/>
                  </a:cubicBezTo>
                  <a:cubicBezTo>
                    <a:pt x="3453" y="2340"/>
                    <a:pt x="3288" y="2480"/>
                    <a:pt x="3288" y="2732"/>
                  </a:cubicBezTo>
                  <a:cubicBezTo>
                    <a:pt x="3288" y="2887"/>
                    <a:pt x="3346" y="2991"/>
                    <a:pt x="3431" y="3100"/>
                  </a:cubicBezTo>
                  <a:cubicBezTo>
                    <a:pt x="3253" y="3219"/>
                    <a:pt x="3146" y="3420"/>
                    <a:pt x="3148" y="3634"/>
                  </a:cubicBezTo>
                  <a:cubicBezTo>
                    <a:pt x="3148" y="3944"/>
                    <a:pt x="3421" y="4155"/>
                    <a:pt x="3707" y="4155"/>
                  </a:cubicBezTo>
                  <a:cubicBezTo>
                    <a:pt x="3966" y="4155"/>
                    <a:pt x="4145" y="4080"/>
                    <a:pt x="4286" y="3944"/>
                  </a:cubicBezTo>
                  <a:cubicBezTo>
                    <a:pt x="4431" y="4078"/>
                    <a:pt x="4552" y="4124"/>
                    <a:pt x="4724" y="4124"/>
                  </a:cubicBezTo>
                  <a:cubicBezTo>
                    <a:pt x="4913" y="4124"/>
                    <a:pt x="4913" y="4124"/>
                    <a:pt x="4913" y="4124"/>
                  </a:cubicBezTo>
                  <a:cubicBezTo>
                    <a:pt x="4913" y="4036"/>
                    <a:pt x="4913" y="4036"/>
                    <a:pt x="4913" y="4036"/>
                  </a:cubicBezTo>
                  <a:cubicBezTo>
                    <a:pt x="4809" y="4036"/>
                    <a:pt x="4809" y="4036"/>
                    <a:pt x="4809" y="4036"/>
                  </a:cubicBezTo>
                  <a:cubicBezTo>
                    <a:pt x="4685" y="3947"/>
                    <a:pt x="4565" y="3852"/>
                    <a:pt x="4451" y="3751"/>
                  </a:cubicBezTo>
                  <a:close/>
                  <a:moveTo>
                    <a:pt x="3851" y="4015"/>
                  </a:moveTo>
                  <a:cubicBezTo>
                    <a:pt x="3599" y="4015"/>
                    <a:pt x="3330" y="3772"/>
                    <a:pt x="3330" y="3521"/>
                  </a:cubicBezTo>
                  <a:cubicBezTo>
                    <a:pt x="3330" y="3339"/>
                    <a:pt x="3378" y="3243"/>
                    <a:pt x="3470" y="3148"/>
                  </a:cubicBezTo>
                  <a:cubicBezTo>
                    <a:pt x="3707" y="3414"/>
                    <a:pt x="3962" y="3664"/>
                    <a:pt x="4233" y="3896"/>
                  </a:cubicBezTo>
                  <a:cubicBezTo>
                    <a:pt x="4134" y="3971"/>
                    <a:pt x="4008" y="4015"/>
                    <a:pt x="3851" y="4015"/>
                  </a:cubicBezTo>
                  <a:close/>
                  <a:moveTo>
                    <a:pt x="6279" y="4007"/>
                  </a:moveTo>
                  <a:cubicBezTo>
                    <a:pt x="5920" y="4007"/>
                    <a:pt x="5707" y="3758"/>
                    <a:pt x="5678" y="3450"/>
                  </a:cubicBezTo>
                  <a:cubicBezTo>
                    <a:pt x="5664" y="3301"/>
                    <a:pt x="5663" y="3151"/>
                    <a:pt x="5673" y="3002"/>
                  </a:cubicBezTo>
                  <a:cubicBezTo>
                    <a:pt x="5705" y="2605"/>
                    <a:pt x="5887" y="2435"/>
                    <a:pt x="6192" y="2435"/>
                  </a:cubicBezTo>
                  <a:cubicBezTo>
                    <a:pt x="6523" y="2435"/>
                    <a:pt x="6726" y="2803"/>
                    <a:pt x="6726" y="2985"/>
                  </a:cubicBezTo>
                  <a:cubicBezTo>
                    <a:pt x="6801" y="2985"/>
                    <a:pt x="6801" y="2985"/>
                    <a:pt x="6801" y="2985"/>
                  </a:cubicBezTo>
                  <a:cubicBezTo>
                    <a:pt x="6801" y="2362"/>
                    <a:pt x="6801" y="2362"/>
                    <a:pt x="6801" y="2362"/>
                  </a:cubicBezTo>
                  <a:cubicBezTo>
                    <a:pt x="6736" y="2362"/>
                    <a:pt x="6736" y="2362"/>
                    <a:pt x="6736" y="2362"/>
                  </a:cubicBezTo>
                  <a:cubicBezTo>
                    <a:pt x="6709" y="2393"/>
                    <a:pt x="6683" y="2408"/>
                    <a:pt x="6627" y="2408"/>
                  </a:cubicBezTo>
                  <a:cubicBezTo>
                    <a:pt x="6489" y="2408"/>
                    <a:pt x="6370" y="2330"/>
                    <a:pt x="6181" y="2330"/>
                  </a:cubicBezTo>
                  <a:cubicBezTo>
                    <a:pt x="5687" y="2330"/>
                    <a:pt x="5392" y="2732"/>
                    <a:pt x="5392" y="3236"/>
                  </a:cubicBezTo>
                  <a:cubicBezTo>
                    <a:pt x="5392" y="3740"/>
                    <a:pt x="5719" y="4156"/>
                    <a:pt x="6225" y="4156"/>
                  </a:cubicBezTo>
                  <a:cubicBezTo>
                    <a:pt x="6577" y="4156"/>
                    <a:pt x="6824" y="3967"/>
                    <a:pt x="6937" y="3652"/>
                  </a:cubicBezTo>
                  <a:cubicBezTo>
                    <a:pt x="6845" y="3652"/>
                    <a:pt x="6845" y="3652"/>
                    <a:pt x="6845" y="3652"/>
                  </a:cubicBezTo>
                  <a:cubicBezTo>
                    <a:pt x="6731" y="3884"/>
                    <a:pt x="6583" y="4007"/>
                    <a:pt x="6279" y="4007"/>
                  </a:cubicBezTo>
                  <a:close/>
                  <a:moveTo>
                    <a:pt x="11018" y="2957"/>
                  </a:moveTo>
                  <a:cubicBezTo>
                    <a:pt x="10830" y="2957"/>
                    <a:pt x="10704" y="3037"/>
                    <a:pt x="10605" y="3221"/>
                  </a:cubicBezTo>
                  <a:cubicBezTo>
                    <a:pt x="10566" y="2986"/>
                    <a:pt x="10566" y="2986"/>
                    <a:pt x="10566" y="2986"/>
                  </a:cubicBezTo>
                  <a:cubicBezTo>
                    <a:pt x="10195" y="2986"/>
                    <a:pt x="10195" y="2986"/>
                    <a:pt x="10195" y="2986"/>
                  </a:cubicBezTo>
                  <a:cubicBezTo>
                    <a:pt x="10195" y="3073"/>
                    <a:pt x="10195" y="3073"/>
                    <a:pt x="10195" y="3073"/>
                  </a:cubicBezTo>
                  <a:cubicBezTo>
                    <a:pt x="10270" y="3073"/>
                    <a:pt x="10270" y="3073"/>
                    <a:pt x="10270" y="3073"/>
                  </a:cubicBezTo>
                  <a:cubicBezTo>
                    <a:pt x="10304" y="3073"/>
                    <a:pt x="10391" y="3158"/>
                    <a:pt x="10391" y="3194"/>
                  </a:cubicBezTo>
                  <a:cubicBezTo>
                    <a:pt x="10391" y="4470"/>
                    <a:pt x="10391" y="4470"/>
                    <a:pt x="10391" y="4470"/>
                  </a:cubicBezTo>
                  <a:cubicBezTo>
                    <a:pt x="10391" y="4508"/>
                    <a:pt x="10304" y="4591"/>
                    <a:pt x="10270" y="4591"/>
                  </a:cubicBezTo>
                  <a:cubicBezTo>
                    <a:pt x="10195" y="4591"/>
                    <a:pt x="10195" y="4591"/>
                    <a:pt x="10195" y="4591"/>
                  </a:cubicBezTo>
                  <a:cubicBezTo>
                    <a:pt x="10195" y="4678"/>
                    <a:pt x="10195" y="4678"/>
                    <a:pt x="10195" y="4678"/>
                  </a:cubicBezTo>
                  <a:cubicBezTo>
                    <a:pt x="10801" y="4678"/>
                    <a:pt x="10801" y="4678"/>
                    <a:pt x="10801" y="4678"/>
                  </a:cubicBezTo>
                  <a:cubicBezTo>
                    <a:pt x="10801" y="4591"/>
                    <a:pt x="10801" y="4591"/>
                    <a:pt x="10801" y="4591"/>
                  </a:cubicBezTo>
                  <a:cubicBezTo>
                    <a:pt x="10726" y="4591"/>
                    <a:pt x="10726" y="4591"/>
                    <a:pt x="10726" y="4591"/>
                  </a:cubicBezTo>
                  <a:cubicBezTo>
                    <a:pt x="10694" y="4591"/>
                    <a:pt x="10605" y="4508"/>
                    <a:pt x="10605" y="4470"/>
                  </a:cubicBezTo>
                  <a:cubicBezTo>
                    <a:pt x="10605" y="3922"/>
                    <a:pt x="10605" y="3922"/>
                    <a:pt x="10605" y="3922"/>
                  </a:cubicBezTo>
                  <a:cubicBezTo>
                    <a:pt x="10687" y="4070"/>
                    <a:pt x="10793" y="4147"/>
                    <a:pt x="10994" y="4147"/>
                  </a:cubicBezTo>
                  <a:cubicBezTo>
                    <a:pt x="11272" y="4147"/>
                    <a:pt x="11466" y="3888"/>
                    <a:pt x="11466" y="3537"/>
                  </a:cubicBezTo>
                  <a:cubicBezTo>
                    <a:pt x="11466" y="3186"/>
                    <a:pt x="11297" y="2957"/>
                    <a:pt x="11018" y="2957"/>
                  </a:cubicBezTo>
                  <a:close/>
                  <a:moveTo>
                    <a:pt x="11246" y="3722"/>
                  </a:moveTo>
                  <a:cubicBezTo>
                    <a:pt x="11222" y="3903"/>
                    <a:pt x="11130" y="4027"/>
                    <a:pt x="10934" y="4027"/>
                  </a:cubicBezTo>
                  <a:cubicBezTo>
                    <a:pt x="10753" y="4029"/>
                    <a:pt x="10604" y="3884"/>
                    <a:pt x="10602" y="3703"/>
                  </a:cubicBezTo>
                  <a:cubicBezTo>
                    <a:pt x="10602" y="3701"/>
                    <a:pt x="10602" y="3698"/>
                    <a:pt x="10602" y="3695"/>
                  </a:cubicBezTo>
                  <a:cubicBezTo>
                    <a:pt x="10602" y="3405"/>
                    <a:pt x="10602" y="3405"/>
                    <a:pt x="10602" y="3405"/>
                  </a:cubicBezTo>
                  <a:cubicBezTo>
                    <a:pt x="10658" y="3225"/>
                    <a:pt x="10767" y="3092"/>
                    <a:pt x="10961" y="3092"/>
                  </a:cubicBezTo>
                  <a:cubicBezTo>
                    <a:pt x="11125" y="3092"/>
                    <a:pt x="11224" y="3208"/>
                    <a:pt x="11249" y="3390"/>
                  </a:cubicBezTo>
                  <a:cubicBezTo>
                    <a:pt x="11262" y="3500"/>
                    <a:pt x="11261" y="3612"/>
                    <a:pt x="11246" y="3722"/>
                  </a:cubicBezTo>
                  <a:close/>
                  <a:moveTo>
                    <a:pt x="14693" y="2986"/>
                  </a:moveTo>
                  <a:cubicBezTo>
                    <a:pt x="14693" y="3073"/>
                    <a:pt x="14693" y="3073"/>
                    <a:pt x="14693" y="3073"/>
                  </a:cubicBezTo>
                  <a:cubicBezTo>
                    <a:pt x="14762" y="3073"/>
                    <a:pt x="14762" y="3073"/>
                    <a:pt x="14762" y="3073"/>
                  </a:cubicBezTo>
                  <a:cubicBezTo>
                    <a:pt x="14794" y="3073"/>
                    <a:pt x="14864" y="3153"/>
                    <a:pt x="14862" y="3199"/>
                  </a:cubicBezTo>
                  <a:cubicBezTo>
                    <a:pt x="14610" y="3758"/>
                    <a:pt x="14610" y="3758"/>
                    <a:pt x="14610" y="3758"/>
                  </a:cubicBezTo>
                  <a:cubicBezTo>
                    <a:pt x="14335" y="3196"/>
                    <a:pt x="14335" y="3196"/>
                    <a:pt x="14335" y="3196"/>
                  </a:cubicBezTo>
                  <a:cubicBezTo>
                    <a:pt x="14335" y="3154"/>
                    <a:pt x="14403" y="3073"/>
                    <a:pt x="14434" y="3073"/>
                  </a:cubicBezTo>
                  <a:cubicBezTo>
                    <a:pt x="14505" y="3073"/>
                    <a:pt x="14505" y="3073"/>
                    <a:pt x="14505" y="3073"/>
                  </a:cubicBezTo>
                  <a:cubicBezTo>
                    <a:pt x="14505" y="2986"/>
                    <a:pt x="14505" y="2986"/>
                    <a:pt x="14505" y="2986"/>
                  </a:cubicBezTo>
                  <a:cubicBezTo>
                    <a:pt x="13889" y="2986"/>
                    <a:pt x="13889" y="2986"/>
                    <a:pt x="13889" y="2986"/>
                  </a:cubicBezTo>
                  <a:cubicBezTo>
                    <a:pt x="13889" y="3073"/>
                    <a:pt x="13889" y="3073"/>
                    <a:pt x="13889" y="3073"/>
                  </a:cubicBezTo>
                  <a:cubicBezTo>
                    <a:pt x="13940" y="3073"/>
                    <a:pt x="13940" y="3073"/>
                    <a:pt x="13940" y="3073"/>
                  </a:cubicBezTo>
                  <a:cubicBezTo>
                    <a:pt x="13969" y="3073"/>
                    <a:pt x="14068" y="3167"/>
                    <a:pt x="14087" y="3204"/>
                  </a:cubicBezTo>
                  <a:cubicBezTo>
                    <a:pt x="14489" y="3995"/>
                    <a:pt x="14489" y="3995"/>
                    <a:pt x="14489" y="3995"/>
                  </a:cubicBezTo>
                  <a:cubicBezTo>
                    <a:pt x="14145" y="4620"/>
                    <a:pt x="14145" y="4620"/>
                    <a:pt x="14145" y="4620"/>
                  </a:cubicBezTo>
                  <a:cubicBezTo>
                    <a:pt x="14245" y="4671"/>
                    <a:pt x="14245" y="4671"/>
                    <a:pt x="14245" y="4671"/>
                  </a:cubicBezTo>
                  <a:cubicBezTo>
                    <a:pt x="14584" y="4030"/>
                    <a:pt x="14584" y="4030"/>
                    <a:pt x="14584" y="4030"/>
                  </a:cubicBezTo>
                  <a:cubicBezTo>
                    <a:pt x="14968" y="3199"/>
                    <a:pt x="14968" y="3199"/>
                    <a:pt x="14968" y="3199"/>
                  </a:cubicBezTo>
                  <a:cubicBezTo>
                    <a:pt x="14993" y="3161"/>
                    <a:pt x="15075" y="3073"/>
                    <a:pt x="15102" y="3073"/>
                  </a:cubicBezTo>
                  <a:cubicBezTo>
                    <a:pt x="15155" y="3073"/>
                    <a:pt x="15155" y="3073"/>
                    <a:pt x="15155" y="3073"/>
                  </a:cubicBezTo>
                  <a:cubicBezTo>
                    <a:pt x="15155" y="2986"/>
                    <a:pt x="15155" y="2986"/>
                    <a:pt x="15155" y="2986"/>
                  </a:cubicBezTo>
                  <a:lnTo>
                    <a:pt x="14693" y="2986"/>
                  </a:lnTo>
                  <a:close/>
                  <a:moveTo>
                    <a:pt x="9712" y="4037"/>
                  </a:moveTo>
                  <a:cubicBezTo>
                    <a:pt x="9647" y="4037"/>
                    <a:pt x="9647" y="4037"/>
                    <a:pt x="9647" y="4037"/>
                  </a:cubicBezTo>
                  <a:cubicBezTo>
                    <a:pt x="9647" y="4124"/>
                    <a:pt x="9647" y="4124"/>
                    <a:pt x="9647" y="4124"/>
                  </a:cubicBezTo>
                  <a:cubicBezTo>
                    <a:pt x="10231" y="4124"/>
                    <a:pt x="10231" y="4124"/>
                    <a:pt x="10231" y="4124"/>
                  </a:cubicBezTo>
                  <a:cubicBezTo>
                    <a:pt x="10231" y="4037"/>
                    <a:pt x="10231" y="4037"/>
                    <a:pt x="10231" y="4037"/>
                  </a:cubicBezTo>
                  <a:cubicBezTo>
                    <a:pt x="10165" y="4037"/>
                    <a:pt x="10165" y="4037"/>
                    <a:pt x="10165" y="4037"/>
                  </a:cubicBezTo>
                  <a:cubicBezTo>
                    <a:pt x="10131" y="4037"/>
                    <a:pt x="10044" y="3954"/>
                    <a:pt x="10044" y="3916"/>
                  </a:cubicBezTo>
                  <a:cubicBezTo>
                    <a:pt x="10044" y="3288"/>
                    <a:pt x="10044" y="3288"/>
                    <a:pt x="10044" y="3288"/>
                  </a:cubicBezTo>
                  <a:cubicBezTo>
                    <a:pt x="10044" y="3080"/>
                    <a:pt x="9904" y="2964"/>
                    <a:pt x="9732" y="2964"/>
                  </a:cubicBezTo>
                  <a:cubicBezTo>
                    <a:pt x="9538" y="2964"/>
                    <a:pt x="9448" y="3066"/>
                    <a:pt x="9308" y="3204"/>
                  </a:cubicBezTo>
                  <a:cubicBezTo>
                    <a:pt x="9287" y="3044"/>
                    <a:pt x="9158" y="2961"/>
                    <a:pt x="9005" y="2961"/>
                  </a:cubicBezTo>
                  <a:cubicBezTo>
                    <a:pt x="8804" y="2961"/>
                    <a:pt x="8720" y="3068"/>
                    <a:pt x="8589" y="3206"/>
                  </a:cubicBezTo>
                  <a:cubicBezTo>
                    <a:pt x="8544" y="2986"/>
                    <a:pt x="8544" y="2986"/>
                    <a:pt x="8544" y="2986"/>
                  </a:cubicBezTo>
                  <a:cubicBezTo>
                    <a:pt x="8192" y="2986"/>
                    <a:pt x="8192" y="2986"/>
                    <a:pt x="8192" y="2986"/>
                  </a:cubicBezTo>
                  <a:cubicBezTo>
                    <a:pt x="8192" y="3073"/>
                    <a:pt x="8192" y="3073"/>
                    <a:pt x="8192" y="3073"/>
                  </a:cubicBezTo>
                  <a:cubicBezTo>
                    <a:pt x="8257" y="3073"/>
                    <a:pt x="8257" y="3073"/>
                    <a:pt x="8257" y="3073"/>
                  </a:cubicBezTo>
                  <a:cubicBezTo>
                    <a:pt x="8291" y="3073"/>
                    <a:pt x="8378" y="3158"/>
                    <a:pt x="8378" y="3194"/>
                  </a:cubicBezTo>
                  <a:cubicBezTo>
                    <a:pt x="8378" y="3916"/>
                    <a:pt x="8378" y="3916"/>
                    <a:pt x="8378" y="3916"/>
                  </a:cubicBezTo>
                  <a:cubicBezTo>
                    <a:pt x="8378" y="3954"/>
                    <a:pt x="8291" y="4037"/>
                    <a:pt x="8257" y="4037"/>
                  </a:cubicBezTo>
                  <a:cubicBezTo>
                    <a:pt x="8192" y="4037"/>
                    <a:pt x="8192" y="4037"/>
                    <a:pt x="8192" y="4037"/>
                  </a:cubicBezTo>
                  <a:cubicBezTo>
                    <a:pt x="8192" y="4124"/>
                    <a:pt x="8192" y="4124"/>
                    <a:pt x="8192" y="4124"/>
                  </a:cubicBezTo>
                  <a:cubicBezTo>
                    <a:pt x="8775" y="4124"/>
                    <a:pt x="8775" y="4124"/>
                    <a:pt x="8775" y="4124"/>
                  </a:cubicBezTo>
                  <a:cubicBezTo>
                    <a:pt x="8775" y="4037"/>
                    <a:pt x="8775" y="4037"/>
                    <a:pt x="8775" y="4037"/>
                  </a:cubicBezTo>
                  <a:cubicBezTo>
                    <a:pt x="8710" y="4037"/>
                    <a:pt x="8710" y="4037"/>
                    <a:pt x="8710" y="4037"/>
                  </a:cubicBezTo>
                  <a:cubicBezTo>
                    <a:pt x="8676" y="4037"/>
                    <a:pt x="8589" y="3954"/>
                    <a:pt x="8589" y="3916"/>
                  </a:cubicBezTo>
                  <a:cubicBezTo>
                    <a:pt x="8589" y="3330"/>
                    <a:pt x="8589" y="3330"/>
                    <a:pt x="8589" y="3330"/>
                  </a:cubicBezTo>
                  <a:cubicBezTo>
                    <a:pt x="8589" y="3252"/>
                    <a:pt x="8775" y="3099"/>
                    <a:pt x="8925" y="3099"/>
                  </a:cubicBezTo>
                  <a:cubicBezTo>
                    <a:pt x="9049" y="3099"/>
                    <a:pt x="9107" y="3177"/>
                    <a:pt x="9107" y="3288"/>
                  </a:cubicBezTo>
                  <a:cubicBezTo>
                    <a:pt x="9107" y="3916"/>
                    <a:pt x="9107" y="3916"/>
                    <a:pt x="9107" y="3916"/>
                  </a:cubicBezTo>
                  <a:cubicBezTo>
                    <a:pt x="9107" y="3954"/>
                    <a:pt x="9020" y="4037"/>
                    <a:pt x="8986" y="4037"/>
                  </a:cubicBezTo>
                  <a:cubicBezTo>
                    <a:pt x="8921" y="4037"/>
                    <a:pt x="8921" y="4037"/>
                    <a:pt x="8921" y="4037"/>
                  </a:cubicBezTo>
                  <a:cubicBezTo>
                    <a:pt x="8921" y="4124"/>
                    <a:pt x="8921" y="4124"/>
                    <a:pt x="8921" y="4124"/>
                  </a:cubicBezTo>
                  <a:cubicBezTo>
                    <a:pt x="9504" y="4124"/>
                    <a:pt x="9504" y="4124"/>
                    <a:pt x="9504" y="4124"/>
                  </a:cubicBezTo>
                  <a:cubicBezTo>
                    <a:pt x="9504" y="4037"/>
                    <a:pt x="9504" y="4037"/>
                    <a:pt x="9504" y="4037"/>
                  </a:cubicBezTo>
                  <a:cubicBezTo>
                    <a:pt x="9439" y="4037"/>
                    <a:pt x="9439" y="4037"/>
                    <a:pt x="9439" y="4037"/>
                  </a:cubicBezTo>
                  <a:cubicBezTo>
                    <a:pt x="9405" y="4037"/>
                    <a:pt x="9318" y="3954"/>
                    <a:pt x="9318" y="3916"/>
                  </a:cubicBezTo>
                  <a:cubicBezTo>
                    <a:pt x="9318" y="3323"/>
                    <a:pt x="9318" y="3323"/>
                    <a:pt x="9318" y="3323"/>
                  </a:cubicBezTo>
                  <a:cubicBezTo>
                    <a:pt x="9318" y="3246"/>
                    <a:pt x="9504" y="3101"/>
                    <a:pt x="9654" y="3101"/>
                  </a:cubicBezTo>
                  <a:cubicBezTo>
                    <a:pt x="9778" y="3101"/>
                    <a:pt x="9833" y="3178"/>
                    <a:pt x="9833" y="3289"/>
                  </a:cubicBezTo>
                  <a:cubicBezTo>
                    <a:pt x="9833" y="3917"/>
                    <a:pt x="9833" y="3917"/>
                    <a:pt x="9833" y="3917"/>
                  </a:cubicBezTo>
                  <a:cubicBezTo>
                    <a:pt x="9833" y="3954"/>
                    <a:pt x="9746" y="4037"/>
                    <a:pt x="9712" y="4037"/>
                  </a:cubicBezTo>
                  <a:close/>
                  <a:moveTo>
                    <a:pt x="7623" y="2957"/>
                  </a:moveTo>
                  <a:cubicBezTo>
                    <a:pt x="7320" y="2957"/>
                    <a:pt x="7051" y="3184"/>
                    <a:pt x="7051" y="3555"/>
                  </a:cubicBezTo>
                  <a:cubicBezTo>
                    <a:pt x="7051" y="3926"/>
                    <a:pt x="7320" y="4156"/>
                    <a:pt x="7623" y="4156"/>
                  </a:cubicBezTo>
                  <a:cubicBezTo>
                    <a:pt x="7925" y="4156"/>
                    <a:pt x="8192" y="3926"/>
                    <a:pt x="8192" y="3555"/>
                  </a:cubicBezTo>
                  <a:cubicBezTo>
                    <a:pt x="8192" y="3185"/>
                    <a:pt x="7925" y="2957"/>
                    <a:pt x="7623" y="2957"/>
                  </a:cubicBezTo>
                  <a:close/>
                  <a:moveTo>
                    <a:pt x="7962" y="3741"/>
                  </a:moveTo>
                  <a:cubicBezTo>
                    <a:pt x="7940" y="3920"/>
                    <a:pt x="7841" y="4044"/>
                    <a:pt x="7625" y="4044"/>
                  </a:cubicBezTo>
                  <a:cubicBezTo>
                    <a:pt x="7415" y="4044"/>
                    <a:pt x="7315" y="3916"/>
                    <a:pt x="7289" y="3739"/>
                  </a:cubicBezTo>
                  <a:cubicBezTo>
                    <a:pt x="7272" y="3613"/>
                    <a:pt x="7272" y="3485"/>
                    <a:pt x="7289" y="3359"/>
                  </a:cubicBezTo>
                  <a:cubicBezTo>
                    <a:pt x="7315" y="3177"/>
                    <a:pt x="7420" y="3056"/>
                    <a:pt x="7625" y="3056"/>
                  </a:cubicBezTo>
                  <a:cubicBezTo>
                    <a:pt x="7839" y="3056"/>
                    <a:pt x="7940" y="3177"/>
                    <a:pt x="7962" y="3361"/>
                  </a:cubicBezTo>
                  <a:cubicBezTo>
                    <a:pt x="7976" y="3487"/>
                    <a:pt x="7976" y="3615"/>
                    <a:pt x="7962" y="3741"/>
                  </a:cubicBezTo>
                  <a:close/>
                  <a:moveTo>
                    <a:pt x="13826" y="3916"/>
                  </a:moveTo>
                  <a:cubicBezTo>
                    <a:pt x="13826" y="3288"/>
                    <a:pt x="13826" y="3288"/>
                    <a:pt x="13826" y="3288"/>
                  </a:cubicBezTo>
                  <a:cubicBezTo>
                    <a:pt x="13826" y="3092"/>
                    <a:pt x="13685" y="2961"/>
                    <a:pt x="13509" y="2961"/>
                  </a:cubicBezTo>
                  <a:cubicBezTo>
                    <a:pt x="13303" y="2961"/>
                    <a:pt x="13196" y="3080"/>
                    <a:pt x="13058" y="3221"/>
                  </a:cubicBezTo>
                  <a:cubicBezTo>
                    <a:pt x="13016" y="2986"/>
                    <a:pt x="13016" y="2986"/>
                    <a:pt x="13016" y="2986"/>
                  </a:cubicBezTo>
                  <a:cubicBezTo>
                    <a:pt x="12654" y="2986"/>
                    <a:pt x="12654" y="2986"/>
                    <a:pt x="12654" y="2986"/>
                  </a:cubicBezTo>
                  <a:cubicBezTo>
                    <a:pt x="12654" y="3073"/>
                    <a:pt x="12654" y="3073"/>
                    <a:pt x="12654" y="3073"/>
                  </a:cubicBezTo>
                  <a:cubicBezTo>
                    <a:pt x="12724" y="3073"/>
                    <a:pt x="12724" y="3073"/>
                    <a:pt x="12724" y="3073"/>
                  </a:cubicBezTo>
                  <a:cubicBezTo>
                    <a:pt x="12758" y="3073"/>
                    <a:pt x="12850" y="3158"/>
                    <a:pt x="12850" y="3194"/>
                  </a:cubicBezTo>
                  <a:cubicBezTo>
                    <a:pt x="12850" y="3915"/>
                    <a:pt x="12850" y="3915"/>
                    <a:pt x="12850" y="3915"/>
                  </a:cubicBezTo>
                  <a:cubicBezTo>
                    <a:pt x="12850" y="3954"/>
                    <a:pt x="12758" y="4036"/>
                    <a:pt x="12724" y="4036"/>
                  </a:cubicBezTo>
                  <a:cubicBezTo>
                    <a:pt x="12586" y="4036"/>
                    <a:pt x="12586" y="4036"/>
                    <a:pt x="12586" y="4036"/>
                  </a:cubicBezTo>
                  <a:cubicBezTo>
                    <a:pt x="12555" y="4036"/>
                    <a:pt x="12460" y="3954"/>
                    <a:pt x="12460" y="3915"/>
                  </a:cubicBezTo>
                  <a:cubicBezTo>
                    <a:pt x="12460" y="3302"/>
                    <a:pt x="12460" y="3302"/>
                    <a:pt x="12460" y="3302"/>
                  </a:cubicBezTo>
                  <a:cubicBezTo>
                    <a:pt x="12460" y="3077"/>
                    <a:pt x="12267" y="2956"/>
                    <a:pt x="12020" y="2956"/>
                  </a:cubicBezTo>
                  <a:cubicBezTo>
                    <a:pt x="11787" y="2956"/>
                    <a:pt x="11639" y="3041"/>
                    <a:pt x="11545" y="3138"/>
                  </a:cubicBezTo>
                  <a:cubicBezTo>
                    <a:pt x="11698" y="3367"/>
                    <a:pt x="11698" y="3367"/>
                    <a:pt x="11698" y="3367"/>
                  </a:cubicBezTo>
                  <a:cubicBezTo>
                    <a:pt x="11780" y="3367"/>
                    <a:pt x="11780" y="3367"/>
                    <a:pt x="11780" y="3367"/>
                  </a:cubicBezTo>
                  <a:cubicBezTo>
                    <a:pt x="11695" y="3171"/>
                    <a:pt x="11773" y="3041"/>
                    <a:pt x="11969" y="3041"/>
                  </a:cubicBezTo>
                  <a:cubicBezTo>
                    <a:pt x="12175" y="3041"/>
                    <a:pt x="12252" y="3138"/>
                    <a:pt x="12250" y="3300"/>
                  </a:cubicBezTo>
                  <a:cubicBezTo>
                    <a:pt x="12247" y="3435"/>
                    <a:pt x="12247" y="3435"/>
                    <a:pt x="12247" y="3435"/>
                  </a:cubicBezTo>
                  <a:cubicBezTo>
                    <a:pt x="11952" y="3496"/>
                    <a:pt x="11952" y="3496"/>
                    <a:pt x="11952" y="3496"/>
                  </a:cubicBezTo>
                  <a:cubicBezTo>
                    <a:pt x="11790" y="3531"/>
                    <a:pt x="11578" y="3608"/>
                    <a:pt x="11578" y="3836"/>
                  </a:cubicBezTo>
                  <a:cubicBezTo>
                    <a:pt x="11578" y="4023"/>
                    <a:pt x="11714" y="4146"/>
                    <a:pt x="11871" y="4146"/>
                  </a:cubicBezTo>
                  <a:cubicBezTo>
                    <a:pt x="12041" y="4146"/>
                    <a:pt x="12162" y="4008"/>
                    <a:pt x="12254" y="3890"/>
                  </a:cubicBezTo>
                  <a:cubicBezTo>
                    <a:pt x="12283" y="4125"/>
                    <a:pt x="12283" y="4125"/>
                    <a:pt x="12283" y="4125"/>
                  </a:cubicBezTo>
                  <a:cubicBezTo>
                    <a:pt x="13251" y="4125"/>
                    <a:pt x="13251" y="4125"/>
                    <a:pt x="13251" y="4125"/>
                  </a:cubicBezTo>
                  <a:cubicBezTo>
                    <a:pt x="13251" y="4038"/>
                    <a:pt x="13251" y="4038"/>
                    <a:pt x="13251" y="4038"/>
                  </a:cubicBezTo>
                  <a:cubicBezTo>
                    <a:pt x="13186" y="4038"/>
                    <a:pt x="13186" y="4038"/>
                    <a:pt x="13186" y="4038"/>
                  </a:cubicBezTo>
                  <a:cubicBezTo>
                    <a:pt x="13152" y="4038"/>
                    <a:pt x="13060" y="3955"/>
                    <a:pt x="13060" y="3917"/>
                  </a:cubicBezTo>
                  <a:cubicBezTo>
                    <a:pt x="13060" y="3342"/>
                    <a:pt x="13060" y="3342"/>
                    <a:pt x="13060" y="3342"/>
                  </a:cubicBezTo>
                  <a:cubicBezTo>
                    <a:pt x="13060" y="3264"/>
                    <a:pt x="13271" y="3104"/>
                    <a:pt x="13433" y="3104"/>
                  </a:cubicBezTo>
                  <a:cubicBezTo>
                    <a:pt x="13557" y="3104"/>
                    <a:pt x="13615" y="3190"/>
                    <a:pt x="13615" y="3301"/>
                  </a:cubicBezTo>
                  <a:cubicBezTo>
                    <a:pt x="13615" y="3916"/>
                    <a:pt x="13615" y="3916"/>
                    <a:pt x="13615" y="3916"/>
                  </a:cubicBezTo>
                  <a:cubicBezTo>
                    <a:pt x="13615" y="3954"/>
                    <a:pt x="13523" y="4037"/>
                    <a:pt x="13489" y="4037"/>
                  </a:cubicBezTo>
                  <a:cubicBezTo>
                    <a:pt x="13423" y="4037"/>
                    <a:pt x="13423" y="4037"/>
                    <a:pt x="13423" y="4037"/>
                  </a:cubicBezTo>
                  <a:cubicBezTo>
                    <a:pt x="13423" y="4124"/>
                    <a:pt x="13423" y="4124"/>
                    <a:pt x="13423" y="4124"/>
                  </a:cubicBezTo>
                  <a:cubicBezTo>
                    <a:pt x="14022" y="4124"/>
                    <a:pt x="14022" y="4124"/>
                    <a:pt x="14022" y="4124"/>
                  </a:cubicBezTo>
                  <a:cubicBezTo>
                    <a:pt x="14022" y="4037"/>
                    <a:pt x="14022" y="4037"/>
                    <a:pt x="14022" y="4037"/>
                  </a:cubicBezTo>
                  <a:cubicBezTo>
                    <a:pt x="13952" y="4037"/>
                    <a:pt x="13952" y="4037"/>
                    <a:pt x="13952" y="4037"/>
                  </a:cubicBezTo>
                  <a:cubicBezTo>
                    <a:pt x="13918" y="4037"/>
                    <a:pt x="13826" y="3954"/>
                    <a:pt x="13826" y="3916"/>
                  </a:cubicBezTo>
                  <a:close/>
                  <a:moveTo>
                    <a:pt x="12250" y="3787"/>
                  </a:moveTo>
                  <a:cubicBezTo>
                    <a:pt x="12201" y="3873"/>
                    <a:pt x="12080" y="3988"/>
                    <a:pt x="11969" y="3988"/>
                  </a:cubicBezTo>
                  <a:cubicBezTo>
                    <a:pt x="11872" y="3993"/>
                    <a:pt x="11789" y="3918"/>
                    <a:pt x="11785" y="3820"/>
                  </a:cubicBezTo>
                  <a:cubicBezTo>
                    <a:pt x="11785" y="3816"/>
                    <a:pt x="11785" y="3811"/>
                    <a:pt x="11785" y="3807"/>
                  </a:cubicBezTo>
                  <a:cubicBezTo>
                    <a:pt x="11785" y="3693"/>
                    <a:pt x="11833" y="3618"/>
                    <a:pt x="11977" y="3582"/>
                  </a:cubicBezTo>
                  <a:cubicBezTo>
                    <a:pt x="12251" y="3511"/>
                    <a:pt x="12251" y="3511"/>
                    <a:pt x="12251" y="3511"/>
                  </a:cubicBezTo>
                  <a:lnTo>
                    <a:pt x="12250" y="3787"/>
                  </a:lnTo>
                  <a:close/>
                  <a:moveTo>
                    <a:pt x="8336" y="1790"/>
                  </a:moveTo>
                  <a:cubicBezTo>
                    <a:pt x="8617" y="1790"/>
                    <a:pt x="8765" y="1637"/>
                    <a:pt x="8840" y="1388"/>
                  </a:cubicBezTo>
                  <a:cubicBezTo>
                    <a:pt x="8769" y="1388"/>
                    <a:pt x="8769" y="1388"/>
                    <a:pt x="8769" y="1388"/>
                  </a:cubicBezTo>
                  <a:cubicBezTo>
                    <a:pt x="8697" y="1519"/>
                    <a:pt x="8605" y="1584"/>
                    <a:pt x="8411" y="1584"/>
                  </a:cubicBezTo>
                  <a:cubicBezTo>
                    <a:pt x="8152" y="1584"/>
                    <a:pt x="8002" y="1349"/>
                    <a:pt x="7997" y="1141"/>
                  </a:cubicBezTo>
                  <a:cubicBezTo>
                    <a:pt x="8758" y="1080"/>
                    <a:pt x="8758" y="1080"/>
                    <a:pt x="8758" y="1080"/>
                  </a:cubicBezTo>
                  <a:cubicBezTo>
                    <a:pt x="8753" y="997"/>
                    <a:pt x="8753" y="997"/>
                    <a:pt x="8753" y="997"/>
                  </a:cubicBezTo>
                  <a:cubicBezTo>
                    <a:pt x="8740" y="774"/>
                    <a:pt x="8595" y="600"/>
                    <a:pt x="8336" y="598"/>
                  </a:cubicBezTo>
                  <a:cubicBezTo>
                    <a:pt x="8041" y="595"/>
                    <a:pt x="7811" y="857"/>
                    <a:pt x="7811" y="1196"/>
                  </a:cubicBezTo>
                  <a:cubicBezTo>
                    <a:pt x="7811" y="1519"/>
                    <a:pt x="8033" y="1790"/>
                    <a:pt x="8336" y="1790"/>
                  </a:cubicBezTo>
                  <a:close/>
                  <a:moveTo>
                    <a:pt x="8331" y="686"/>
                  </a:moveTo>
                  <a:cubicBezTo>
                    <a:pt x="8554" y="686"/>
                    <a:pt x="8578" y="850"/>
                    <a:pt x="8559" y="1013"/>
                  </a:cubicBezTo>
                  <a:cubicBezTo>
                    <a:pt x="7990" y="1061"/>
                    <a:pt x="7990" y="1061"/>
                    <a:pt x="7990" y="1061"/>
                  </a:cubicBezTo>
                  <a:cubicBezTo>
                    <a:pt x="7997" y="882"/>
                    <a:pt x="8094" y="686"/>
                    <a:pt x="8331" y="686"/>
                  </a:cubicBezTo>
                  <a:close/>
                  <a:moveTo>
                    <a:pt x="8947" y="843"/>
                  </a:moveTo>
                  <a:cubicBezTo>
                    <a:pt x="9349" y="1635"/>
                    <a:pt x="9349" y="1635"/>
                    <a:pt x="9349" y="1635"/>
                  </a:cubicBezTo>
                  <a:cubicBezTo>
                    <a:pt x="9005" y="2259"/>
                    <a:pt x="9005" y="2259"/>
                    <a:pt x="9005" y="2259"/>
                  </a:cubicBezTo>
                  <a:cubicBezTo>
                    <a:pt x="9105" y="2310"/>
                    <a:pt x="9105" y="2310"/>
                    <a:pt x="9105" y="2310"/>
                  </a:cubicBezTo>
                  <a:cubicBezTo>
                    <a:pt x="9444" y="1669"/>
                    <a:pt x="9444" y="1669"/>
                    <a:pt x="9444" y="1669"/>
                  </a:cubicBezTo>
                  <a:cubicBezTo>
                    <a:pt x="9828" y="839"/>
                    <a:pt x="9828" y="839"/>
                    <a:pt x="9828" y="839"/>
                  </a:cubicBezTo>
                  <a:cubicBezTo>
                    <a:pt x="9853" y="800"/>
                    <a:pt x="9935" y="713"/>
                    <a:pt x="9962" y="713"/>
                  </a:cubicBezTo>
                  <a:cubicBezTo>
                    <a:pt x="10015" y="713"/>
                    <a:pt x="10015" y="713"/>
                    <a:pt x="10015" y="713"/>
                  </a:cubicBezTo>
                  <a:cubicBezTo>
                    <a:pt x="10015" y="626"/>
                    <a:pt x="10015" y="626"/>
                    <a:pt x="10015" y="626"/>
                  </a:cubicBezTo>
                  <a:cubicBezTo>
                    <a:pt x="9553" y="626"/>
                    <a:pt x="9553" y="626"/>
                    <a:pt x="9553" y="626"/>
                  </a:cubicBezTo>
                  <a:cubicBezTo>
                    <a:pt x="9553" y="713"/>
                    <a:pt x="9553" y="713"/>
                    <a:pt x="9553" y="713"/>
                  </a:cubicBezTo>
                  <a:cubicBezTo>
                    <a:pt x="9623" y="713"/>
                    <a:pt x="9623" y="713"/>
                    <a:pt x="9623" y="713"/>
                  </a:cubicBezTo>
                  <a:cubicBezTo>
                    <a:pt x="9654" y="713"/>
                    <a:pt x="9725" y="793"/>
                    <a:pt x="9722" y="839"/>
                  </a:cubicBezTo>
                  <a:cubicBezTo>
                    <a:pt x="9470" y="1398"/>
                    <a:pt x="9470" y="1398"/>
                    <a:pt x="9470" y="1398"/>
                  </a:cubicBezTo>
                  <a:cubicBezTo>
                    <a:pt x="9194" y="836"/>
                    <a:pt x="9194" y="836"/>
                    <a:pt x="9194" y="836"/>
                  </a:cubicBezTo>
                  <a:cubicBezTo>
                    <a:pt x="9194" y="794"/>
                    <a:pt x="9262" y="713"/>
                    <a:pt x="9293" y="713"/>
                  </a:cubicBezTo>
                  <a:cubicBezTo>
                    <a:pt x="9364" y="713"/>
                    <a:pt x="9364" y="713"/>
                    <a:pt x="9364" y="713"/>
                  </a:cubicBezTo>
                  <a:cubicBezTo>
                    <a:pt x="9364" y="626"/>
                    <a:pt x="9364" y="626"/>
                    <a:pt x="9364" y="626"/>
                  </a:cubicBezTo>
                  <a:cubicBezTo>
                    <a:pt x="8749" y="626"/>
                    <a:pt x="8749" y="626"/>
                    <a:pt x="8749" y="626"/>
                  </a:cubicBezTo>
                  <a:cubicBezTo>
                    <a:pt x="8749" y="713"/>
                    <a:pt x="8749" y="713"/>
                    <a:pt x="8749" y="713"/>
                  </a:cubicBezTo>
                  <a:cubicBezTo>
                    <a:pt x="8800" y="713"/>
                    <a:pt x="8800" y="713"/>
                    <a:pt x="8800" y="713"/>
                  </a:cubicBezTo>
                  <a:cubicBezTo>
                    <a:pt x="8829" y="712"/>
                    <a:pt x="8928" y="807"/>
                    <a:pt x="8947" y="843"/>
                  </a:cubicBezTo>
                  <a:close/>
                  <a:moveTo>
                    <a:pt x="5117" y="349"/>
                  </a:moveTo>
                  <a:cubicBezTo>
                    <a:pt x="5195" y="353"/>
                    <a:pt x="5261" y="293"/>
                    <a:pt x="5265" y="215"/>
                  </a:cubicBezTo>
                  <a:cubicBezTo>
                    <a:pt x="5265" y="210"/>
                    <a:pt x="5265" y="206"/>
                    <a:pt x="5265" y="201"/>
                  </a:cubicBezTo>
                  <a:cubicBezTo>
                    <a:pt x="5265" y="112"/>
                    <a:pt x="5202" y="56"/>
                    <a:pt x="5117" y="56"/>
                  </a:cubicBezTo>
                  <a:cubicBezTo>
                    <a:pt x="5032" y="56"/>
                    <a:pt x="4967" y="112"/>
                    <a:pt x="4967" y="201"/>
                  </a:cubicBezTo>
                  <a:cubicBezTo>
                    <a:pt x="4965" y="280"/>
                    <a:pt x="5026" y="346"/>
                    <a:pt x="5105" y="349"/>
                  </a:cubicBezTo>
                  <a:cubicBezTo>
                    <a:pt x="5109" y="349"/>
                    <a:pt x="5113" y="349"/>
                    <a:pt x="5117" y="349"/>
                  </a:cubicBezTo>
                  <a:close/>
                  <a:moveTo>
                    <a:pt x="3836" y="1676"/>
                  </a:moveTo>
                  <a:cubicBezTo>
                    <a:pt x="3749" y="1676"/>
                    <a:pt x="3749" y="1676"/>
                    <a:pt x="3749" y="1676"/>
                  </a:cubicBezTo>
                  <a:cubicBezTo>
                    <a:pt x="3715" y="1676"/>
                    <a:pt x="3613" y="1579"/>
                    <a:pt x="3613" y="1543"/>
                  </a:cubicBezTo>
                  <a:cubicBezTo>
                    <a:pt x="3613" y="1075"/>
                    <a:pt x="3613" y="1075"/>
                    <a:pt x="3613" y="1075"/>
                  </a:cubicBezTo>
                  <a:cubicBezTo>
                    <a:pt x="3793" y="882"/>
                    <a:pt x="3793" y="882"/>
                    <a:pt x="3793" y="882"/>
                  </a:cubicBezTo>
                  <a:cubicBezTo>
                    <a:pt x="4403" y="1763"/>
                    <a:pt x="4403" y="1763"/>
                    <a:pt x="4403" y="1763"/>
                  </a:cubicBezTo>
                  <a:cubicBezTo>
                    <a:pt x="6040" y="1763"/>
                    <a:pt x="6040" y="1763"/>
                    <a:pt x="6040" y="1763"/>
                  </a:cubicBezTo>
                  <a:cubicBezTo>
                    <a:pt x="6040" y="1676"/>
                    <a:pt x="6040" y="1676"/>
                    <a:pt x="6040" y="1676"/>
                  </a:cubicBezTo>
                  <a:cubicBezTo>
                    <a:pt x="5974" y="1676"/>
                    <a:pt x="5974" y="1676"/>
                    <a:pt x="5974" y="1676"/>
                  </a:cubicBezTo>
                  <a:cubicBezTo>
                    <a:pt x="5940" y="1676"/>
                    <a:pt x="5848" y="1594"/>
                    <a:pt x="5848" y="1555"/>
                  </a:cubicBezTo>
                  <a:cubicBezTo>
                    <a:pt x="5848" y="981"/>
                    <a:pt x="5848" y="981"/>
                    <a:pt x="5848" y="981"/>
                  </a:cubicBezTo>
                  <a:cubicBezTo>
                    <a:pt x="5848" y="904"/>
                    <a:pt x="6059" y="744"/>
                    <a:pt x="6221" y="744"/>
                  </a:cubicBezTo>
                  <a:cubicBezTo>
                    <a:pt x="6345" y="744"/>
                    <a:pt x="6403" y="829"/>
                    <a:pt x="6403" y="940"/>
                  </a:cubicBezTo>
                  <a:cubicBezTo>
                    <a:pt x="6403" y="1555"/>
                    <a:pt x="6403" y="1555"/>
                    <a:pt x="6403" y="1555"/>
                  </a:cubicBezTo>
                  <a:cubicBezTo>
                    <a:pt x="6403" y="1594"/>
                    <a:pt x="6311" y="1676"/>
                    <a:pt x="6277" y="1676"/>
                  </a:cubicBezTo>
                  <a:cubicBezTo>
                    <a:pt x="6211" y="1676"/>
                    <a:pt x="6211" y="1676"/>
                    <a:pt x="6211" y="1676"/>
                  </a:cubicBezTo>
                  <a:cubicBezTo>
                    <a:pt x="6211" y="1763"/>
                    <a:pt x="6211" y="1763"/>
                    <a:pt x="6211" y="1763"/>
                  </a:cubicBezTo>
                  <a:cubicBezTo>
                    <a:pt x="6810" y="1763"/>
                    <a:pt x="6810" y="1763"/>
                    <a:pt x="6810" y="1763"/>
                  </a:cubicBezTo>
                  <a:cubicBezTo>
                    <a:pt x="6810" y="1676"/>
                    <a:pt x="6810" y="1676"/>
                    <a:pt x="6810" y="1676"/>
                  </a:cubicBezTo>
                  <a:cubicBezTo>
                    <a:pt x="6739" y="1676"/>
                    <a:pt x="6739" y="1676"/>
                    <a:pt x="6739" y="1676"/>
                  </a:cubicBezTo>
                  <a:cubicBezTo>
                    <a:pt x="6706" y="1676"/>
                    <a:pt x="6613" y="1594"/>
                    <a:pt x="6613" y="1555"/>
                  </a:cubicBezTo>
                  <a:cubicBezTo>
                    <a:pt x="6613" y="928"/>
                    <a:pt x="6613" y="928"/>
                    <a:pt x="6613" y="928"/>
                  </a:cubicBezTo>
                  <a:cubicBezTo>
                    <a:pt x="6613" y="732"/>
                    <a:pt x="6473" y="601"/>
                    <a:pt x="6296" y="601"/>
                  </a:cubicBezTo>
                  <a:cubicBezTo>
                    <a:pt x="6091" y="601"/>
                    <a:pt x="5984" y="720"/>
                    <a:pt x="5846" y="860"/>
                  </a:cubicBezTo>
                  <a:cubicBezTo>
                    <a:pt x="5803" y="625"/>
                    <a:pt x="5803" y="625"/>
                    <a:pt x="5803" y="625"/>
                  </a:cubicBezTo>
                  <a:cubicBezTo>
                    <a:pt x="5441" y="625"/>
                    <a:pt x="5441" y="625"/>
                    <a:pt x="5441" y="625"/>
                  </a:cubicBezTo>
                  <a:cubicBezTo>
                    <a:pt x="5441" y="712"/>
                    <a:pt x="5441" y="712"/>
                    <a:pt x="5441" y="712"/>
                  </a:cubicBezTo>
                  <a:cubicBezTo>
                    <a:pt x="5512" y="712"/>
                    <a:pt x="5512" y="712"/>
                    <a:pt x="5512" y="712"/>
                  </a:cubicBezTo>
                  <a:cubicBezTo>
                    <a:pt x="5546" y="712"/>
                    <a:pt x="5638" y="798"/>
                    <a:pt x="5638" y="833"/>
                  </a:cubicBezTo>
                  <a:cubicBezTo>
                    <a:pt x="5638" y="1555"/>
                    <a:pt x="5638" y="1555"/>
                    <a:pt x="5638" y="1555"/>
                  </a:cubicBezTo>
                  <a:cubicBezTo>
                    <a:pt x="5638" y="1593"/>
                    <a:pt x="5546" y="1676"/>
                    <a:pt x="5512" y="1676"/>
                  </a:cubicBezTo>
                  <a:cubicBezTo>
                    <a:pt x="5371" y="1676"/>
                    <a:pt x="5371" y="1676"/>
                    <a:pt x="5371" y="1676"/>
                  </a:cubicBezTo>
                  <a:cubicBezTo>
                    <a:pt x="5340" y="1676"/>
                    <a:pt x="5245" y="1593"/>
                    <a:pt x="5245" y="1555"/>
                  </a:cubicBezTo>
                  <a:cubicBezTo>
                    <a:pt x="5245" y="625"/>
                    <a:pt x="5245" y="625"/>
                    <a:pt x="5245" y="625"/>
                  </a:cubicBezTo>
                  <a:cubicBezTo>
                    <a:pt x="4836" y="625"/>
                    <a:pt x="4836" y="625"/>
                    <a:pt x="4836" y="625"/>
                  </a:cubicBezTo>
                  <a:cubicBezTo>
                    <a:pt x="4836" y="712"/>
                    <a:pt x="4836" y="712"/>
                    <a:pt x="4836" y="712"/>
                  </a:cubicBezTo>
                  <a:cubicBezTo>
                    <a:pt x="4906" y="712"/>
                    <a:pt x="4906" y="712"/>
                    <a:pt x="4906" y="712"/>
                  </a:cubicBezTo>
                  <a:cubicBezTo>
                    <a:pt x="4940" y="712"/>
                    <a:pt x="5032" y="798"/>
                    <a:pt x="5032" y="833"/>
                  </a:cubicBezTo>
                  <a:cubicBezTo>
                    <a:pt x="5032" y="1555"/>
                    <a:pt x="5032" y="1555"/>
                    <a:pt x="5032" y="1555"/>
                  </a:cubicBezTo>
                  <a:cubicBezTo>
                    <a:pt x="5032" y="1594"/>
                    <a:pt x="4940" y="1676"/>
                    <a:pt x="4906" y="1676"/>
                  </a:cubicBezTo>
                  <a:cubicBezTo>
                    <a:pt x="4778" y="1676"/>
                    <a:pt x="4778" y="1676"/>
                    <a:pt x="4778" y="1676"/>
                  </a:cubicBezTo>
                  <a:cubicBezTo>
                    <a:pt x="4742" y="1676"/>
                    <a:pt x="4599" y="1567"/>
                    <a:pt x="4570" y="1528"/>
                  </a:cubicBezTo>
                  <a:cubicBezTo>
                    <a:pt x="3953" y="707"/>
                    <a:pt x="3953" y="707"/>
                    <a:pt x="3953" y="707"/>
                  </a:cubicBezTo>
                  <a:cubicBezTo>
                    <a:pt x="4381" y="247"/>
                    <a:pt x="4381" y="247"/>
                    <a:pt x="4381" y="247"/>
                  </a:cubicBezTo>
                  <a:cubicBezTo>
                    <a:pt x="4405" y="221"/>
                    <a:pt x="4572" y="88"/>
                    <a:pt x="4606" y="88"/>
                  </a:cubicBezTo>
                  <a:cubicBezTo>
                    <a:pt x="4692" y="88"/>
                    <a:pt x="4692" y="88"/>
                    <a:pt x="4692" y="88"/>
                  </a:cubicBezTo>
                  <a:cubicBezTo>
                    <a:pt x="4692" y="0"/>
                    <a:pt x="4692" y="0"/>
                    <a:pt x="4692" y="0"/>
                  </a:cubicBezTo>
                  <a:cubicBezTo>
                    <a:pt x="4052" y="0"/>
                    <a:pt x="4052" y="0"/>
                    <a:pt x="4052" y="0"/>
                  </a:cubicBezTo>
                  <a:cubicBezTo>
                    <a:pt x="4052" y="88"/>
                    <a:pt x="4052" y="88"/>
                    <a:pt x="4052" y="88"/>
                  </a:cubicBezTo>
                  <a:cubicBezTo>
                    <a:pt x="4137" y="88"/>
                    <a:pt x="4137" y="88"/>
                    <a:pt x="4137" y="88"/>
                  </a:cubicBezTo>
                  <a:cubicBezTo>
                    <a:pt x="4171" y="88"/>
                    <a:pt x="4270" y="209"/>
                    <a:pt x="4244" y="240"/>
                  </a:cubicBezTo>
                  <a:cubicBezTo>
                    <a:pt x="3614" y="942"/>
                    <a:pt x="3614" y="942"/>
                    <a:pt x="3614" y="942"/>
                  </a:cubicBezTo>
                  <a:cubicBezTo>
                    <a:pt x="3614" y="221"/>
                    <a:pt x="3614" y="221"/>
                    <a:pt x="3614" y="221"/>
                  </a:cubicBezTo>
                  <a:cubicBezTo>
                    <a:pt x="3614" y="184"/>
                    <a:pt x="3716" y="88"/>
                    <a:pt x="3750" y="88"/>
                  </a:cubicBezTo>
                  <a:cubicBezTo>
                    <a:pt x="3837" y="88"/>
                    <a:pt x="3837" y="88"/>
                    <a:pt x="3837" y="88"/>
                  </a:cubicBezTo>
                  <a:cubicBezTo>
                    <a:pt x="3837" y="0"/>
                    <a:pt x="3837" y="0"/>
                    <a:pt x="3837" y="0"/>
                  </a:cubicBezTo>
                  <a:cubicBezTo>
                    <a:pt x="3149" y="0"/>
                    <a:pt x="3149" y="0"/>
                    <a:pt x="3149" y="0"/>
                  </a:cubicBezTo>
                  <a:cubicBezTo>
                    <a:pt x="3149" y="88"/>
                    <a:pt x="3149" y="88"/>
                    <a:pt x="3149" y="88"/>
                  </a:cubicBezTo>
                  <a:cubicBezTo>
                    <a:pt x="3236" y="88"/>
                    <a:pt x="3236" y="88"/>
                    <a:pt x="3236" y="88"/>
                  </a:cubicBezTo>
                  <a:cubicBezTo>
                    <a:pt x="3270" y="88"/>
                    <a:pt x="3371" y="184"/>
                    <a:pt x="3371" y="221"/>
                  </a:cubicBezTo>
                  <a:cubicBezTo>
                    <a:pt x="3371" y="1543"/>
                    <a:pt x="3371" y="1543"/>
                    <a:pt x="3371" y="1543"/>
                  </a:cubicBezTo>
                  <a:cubicBezTo>
                    <a:pt x="3371" y="1579"/>
                    <a:pt x="3270" y="1676"/>
                    <a:pt x="3236" y="1676"/>
                  </a:cubicBezTo>
                  <a:cubicBezTo>
                    <a:pt x="3149" y="1676"/>
                    <a:pt x="3149" y="1676"/>
                    <a:pt x="3149" y="1676"/>
                  </a:cubicBezTo>
                  <a:cubicBezTo>
                    <a:pt x="3149" y="1763"/>
                    <a:pt x="3149" y="1763"/>
                    <a:pt x="3149" y="1763"/>
                  </a:cubicBezTo>
                  <a:cubicBezTo>
                    <a:pt x="3836" y="1763"/>
                    <a:pt x="3836" y="1763"/>
                    <a:pt x="3836" y="1763"/>
                  </a:cubicBezTo>
                  <a:lnTo>
                    <a:pt x="3836" y="1676"/>
                  </a:lnTo>
                  <a:close/>
                  <a:moveTo>
                    <a:pt x="7720" y="1446"/>
                  </a:moveTo>
                  <a:cubicBezTo>
                    <a:pt x="7720" y="1262"/>
                    <a:pt x="7579" y="1163"/>
                    <a:pt x="7456" y="1114"/>
                  </a:cubicBezTo>
                  <a:cubicBezTo>
                    <a:pt x="7361" y="1078"/>
                    <a:pt x="7296" y="1049"/>
                    <a:pt x="7209" y="1013"/>
                  </a:cubicBezTo>
                  <a:cubicBezTo>
                    <a:pt x="7090" y="962"/>
                    <a:pt x="7023" y="927"/>
                    <a:pt x="7023" y="829"/>
                  </a:cubicBezTo>
                  <a:cubicBezTo>
                    <a:pt x="7023" y="739"/>
                    <a:pt x="7085" y="683"/>
                    <a:pt x="7219" y="683"/>
                  </a:cubicBezTo>
                  <a:cubicBezTo>
                    <a:pt x="7432" y="683"/>
                    <a:pt x="7565" y="884"/>
                    <a:pt x="7565" y="979"/>
                  </a:cubicBezTo>
                  <a:cubicBezTo>
                    <a:pt x="7635" y="979"/>
                    <a:pt x="7635" y="979"/>
                    <a:pt x="7635" y="979"/>
                  </a:cubicBezTo>
                  <a:cubicBezTo>
                    <a:pt x="7635" y="625"/>
                    <a:pt x="7635" y="625"/>
                    <a:pt x="7635" y="625"/>
                  </a:cubicBezTo>
                  <a:cubicBezTo>
                    <a:pt x="7572" y="625"/>
                    <a:pt x="7572" y="625"/>
                    <a:pt x="7572" y="625"/>
                  </a:cubicBezTo>
                  <a:cubicBezTo>
                    <a:pt x="7562" y="649"/>
                    <a:pt x="7543" y="657"/>
                    <a:pt x="7509" y="657"/>
                  </a:cubicBezTo>
                  <a:cubicBezTo>
                    <a:pt x="7422" y="657"/>
                    <a:pt x="7352" y="598"/>
                    <a:pt x="7226" y="598"/>
                  </a:cubicBezTo>
                  <a:cubicBezTo>
                    <a:pt x="7015" y="598"/>
                    <a:pt x="6882" y="707"/>
                    <a:pt x="6882" y="913"/>
                  </a:cubicBezTo>
                  <a:cubicBezTo>
                    <a:pt x="6882" y="1071"/>
                    <a:pt x="6986" y="1160"/>
                    <a:pt x="7124" y="1223"/>
                  </a:cubicBezTo>
                  <a:cubicBezTo>
                    <a:pt x="7216" y="1264"/>
                    <a:pt x="7282" y="1291"/>
                    <a:pt x="7361" y="1325"/>
                  </a:cubicBezTo>
                  <a:cubicBezTo>
                    <a:pt x="7463" y="1367"/>
                    <a:pt x="7577" y="1412"/>
                    <a:pt x="7577" y="1540"/>
                  </a:cubicBezTo>
                  <a:cubicBezTo>
                    <a:pt x="7577" y="1647"/>
                    <a:pt x="7497" y="1695"/>
                    <a:pt x="7354" y="1695"/>
                  </a:cubicBezTo>
                  <a:cubicBezTo>
                    <a:pt x="7107" y="1695"/>
                    <a:pt x="6952" y="1468"/>
                    <a:pt x="6952" y="1361"/>
                  </a:cubicBezTo>
                  <a:cubicBezTo>
                    <a:pt x="6882" y="1361"/>
                    <a:pt x="6882" y="1361"/>
                    <a:pt x="6882" y="1361"/>
                  </a:cubicBezTo>
                  <a:cubicBezTo>
                    <a:pt x="6882" y="1763"/>
                    <a:pt x="6882" y="1763"/>
                    <a:pt x="6882" y="1763"/>
                  </a:cubicBezTo>
                  <a:cubicBezTo>
                    <a:pt x="6938" y="1763"/>
                    <a:pt x="6938" y="1763"/>
                    <a:pt x="6938" y="1763"/>
                  </a:cubicBezTo>
                  <a:cubicBezTo>
                    <a:pt x="6967" y="1737"/>
                    <a:pt x="6979" y="1725"/>
                    <a:pt x="7025" y="1725"/>
                  </a:cubicBezTo>
                  <a:cubicBezTo>
                    <a:pt x="7124" y="1725"/>
                    <a:pt x="7209" y="1790"/>
                    <a:pt x="7354" y="1790"/>
                  </a:cubicBezTo>
                  <a:cubicBezTo>
                    <a:pt x="7570" y="1790"/>
                    <a:pt x="7720" y="1664"/>
                    <a:pt x="7720" y="1446"/>
                  </a:cubicBezTo>
                  <a:close/>
                  <a:moveTo>
                    <a:pt x="2703" y="1584"/>
                  </a:moveTo>
                  <a:cubicBezTo>
                    <a:pt x="2442" y="1584"/>
                    <a:pt x="2282" y="1383"/>
                    <a:pt x="2282" y="1129"/>
                  </a:cubicBezTo>
                  <a:cubicBezTo>
                    <a:pt x="2282" y="860"/>
                    <a:pt x="2391" y="683"/>
                    <a:pt x="2618" y="683"/>
                  </a:cubicBezTo>
                  <a:cubicBezTo>
                    <a:pt x="2815" y="683"/>
                    <a:pt x="2844" y="840"/>
                    <a:pt x="2812" y="1017"/>
                  </a:cubicBezTo>
                  <a:cubicBezTo>
                    <a:pt x="2882" y="1013"/>
                    <a:pt x="2882" y="1013"/>
                    <a:pt x="2882" y="1013"/>
                  </a:cubicBezTo>
                  <a:cubicBezTo>
                    <a:pt x="3049" y="753"/>
                    <a:pt x="3049" y="753"/>
                    <a:pt x="3049" y="753"/>
                  </a:cubicBezTo>
                  <a:cubicBezTo>
                    <a:pt x="2945" y="649"/>
                    <a:pt x="2824" y="596"/>
                    <a:pt x="2645" y="596"/>
                  </a:cubicBezTo>
                  <a:cubicBezTo>
                    <a:pt x="2345" y="596"/>
                    <a:pt x="2100" y="833"/>
                    <a:pt x="2100" y="1201"/>
                  </a:cubicBezTo>
                  <a:cubicBezTo>
                    <a:pt x="2100" y="1526"/>
                    <a:pt x="2306" y="1792"/>
                    <a:pt x="2623" y="1792"/>
                  </a:cubicBezTo>
                  <a:cubicBezTo>
                    <a:pt x="2909" y="1792"/>
                    <a:pt x="3061" y="1635"/>
                    <a:pt x="3136" y="1386"/>
                  </a:cubicBezTo>
                  <a:cubicBezTo>
                    <a:pt x="3066" y="1386"/>
                    <a:pt x="3066" y="1386"/>
                    <a:pt x="3066" y="1386"/>
                  </a:cubicBezTo>
                  <a:cubicBezTo>
                    <a:pt x="2986" y="1519"/>
                    <a:pt x="2902" y="1584"/>
                    <a:pt x="2703" y="1584"/>
                  </a:cubicBezTo>
                  <a:close/>
                  <a:moveTo>
                    <a:pt x="1053" y="1322"/>
                  </a:moveTo>
                  <a:cubicBezTo>
                    <a:pt x="1041" y="1322"/>
                    <a:pt x="1041" y="1322"/>
                    <a:pt x="1041" y="1322"/>
                  </a:cubicBezTo>
                  <a:cubicBezTo>
                    <a:pt x="511" y="0"/>
                    <a:pt x="511" y="0"/>
                    <a:pt x="511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88"/>
                    <a:pt x="0" y="88"/>
                    <a:pt x="0" y="88"/>
                  </a:cubicBezTo>
                  <a:cubicBezTo>
                    <a:pt x="87" y="88"/>
                    <a:pt x="87" y="88"/>
                    <a:pt x="87" y="88"/>
                  </a:cubicBezTo>
                  <a:cubicBezTo>
                    <a:pt x="121" y="88"/>
                    <a:pt x="223" y="184"/>
                    <a:pt x="223" y="221"/>
                  </a:cubicBezTo>
                  <a:cubicBezTo>
                    <a:pt x="223" y="1543"/>
                    <a:pt x="223" y="1543"/>
                    <a:pt x="223" y="1543"/>
                  </a:cubicBezTo>
                  <a:cubicBezTo>
                    <a:pt x="223" y="1579"/>
                    <a:pt x="121" y="1676"/>
                    <a:pt x="87" y="1676"/>
                  </a:cubicBezTo>
                  <a:cubicBezTo>
                    <a:pt x="0" y="1676"/>
                    <a:pt x="0" y="1676"/>
                    <a:pt x="0" y="1676"/>
                  </a:cubicBezTo>
                  <a:cubicBezTo>
                    <a:pt x="0" y="1763"/>
                    <a:pt x="0" y="1763"/>
                    <a:pt x="0" y="1763"/>
                  </a:cubicBezTo>
                  <a:cubicBezTo>
                    <a:pt x="549" y="1763"/>
                    <a:pt x="549" y="1763"/>
                    <a:pt x="549" y="1763"/>
                  </a:cubicBezTo>
                  <a:cubicBezTo>
                    <a:pt x="549" y="1676"/>
                    <a:pt x="549" y="1676"/>
                    <a:pt x="549" y="1676"/>
                  </a:cubicBezTo>
                  <a:cubicBezTo>
                    <a:pt x="462" y="1676"/>
                    <a:pt x="462" y="1676"/>
                    <a:pt x="462" y="1676"/>
                  </a:cubicBezTo>
                  <a:cubicBezTo>
                    <a:pt x="428" y="1676"/>
                    <a:pt x="327" y="1579"/>
                    <a:pt x="327" y="1543"/>
                  </a:cubicBezTo>
                  <a:cubicBezTo>
                    <a:pt x="327" y="233"/>
                    <a:pt x="327" y="233"/>
                    <a:pt x="327" y="233"/>
                  </a:cubicBezTo>
                  <a:cubicBezTo>
                    <a:pt x="968" y="1794"/>
                    <a:pt x="968" y="1794"/>
                    <a:pt x="968" y="1794"/>
                  </a:cubicBezTo>
                  <a:cubicBezTo>
                    <a:pt x="1609" y="259"/>
                    <a:pt x="1609" y="259"/>
                    <a:pt x="1609" y="259"/>
                  </a:cubicBezTo>
                  <a:cubicBezTo>
                    <a:pt x="1609" y="1543"/>
                    <a:pt x="1609" y="1543"/>
                    <a:pt x="1609" y="1543"/>
                  </a:cubicBezTo>
                  <a:cubicBezTo>
                    <a:pt x="1609" y="1579"/>
                    <a:pt x="1507" y="1676"/>
                    <a:pt x="1473" y="1676"/>
                  </a:cubicBezTo>
                  <a:cubicBezTo>
                    <a:pt x="1386" y="1676"/>
                    <a:pt x="1386" y="1676"/>
                    <a:pt x="1386" y="1676"/>
                  </a:cubicBezTo>
                  <a:cubicBezTo>
                    <a:pt x="1386" y="1763"/>
                    <a:pt x="1386" y="1763"/>
                    <a:pt x="1386" y="1763"/>
                  </a:cubicBezTo>
                  <a:cubicBezTo>
                    <a:pt x="2069" y="1763"/>
                    <a:pt x="2069" y="1763"/>
                    <a:pt x="2069" y="1763"/>
                  </a:cubicBezTo>
                  <a:cubicBezTo>
                    <a:pt x="2069" y="1676"/>
                    <a:pt x="2069" y="1676"/>
                    <a:pt x="2069" y="1676"/>
                  </a:cubicBezTo>
                  <a:cubicBezTo>
                    <a:pt x="1983" y="1676"/>
                    <a:pt x="1983" y="1676"/>
                    <a:pt x="1983" y="1676"/>
                  </a:cubicBezTo>
                  <a:cubicBezTo>
                    <a:pt x="1949" y="1676"/>
                    <a:pt x="1848" y="1579"/>
                    <a:pt x="1848" y="1543"/>
                  </a:cubicBezTo>
                  <a:cubicBezTo>
                    <a:pt x="1848" y="221"/>
                    <a:pt x="1848" y="221"/>
                    <a:pt x="1848" y="221"/>
                  </a:cubicBezTo>
                  <a:cubicBezTo>
                    <a:pt x="1848" y="184"/>
                    <a:pt x="1949" y="88"/>
                    <a:pt x="1983" y="88"/>
                  </a:cubicBezTo>
                  <a:cubicBezTo>
                    <a:pt x="2070" y="88"/>
                    <a:pt x="2070" y="88"/>
                    <a:pt x="2070" y="88"/>
                  </a:cubicBezTo>
                  <a:cubicBezTo>
                    <a:pt x="2070" y="0"/>
                    <a:pt x="2070" y="0"/>
                    <a:pt x="2070" y="0"/>
                  </a:cubicBezTo>
                  <a:cubicBezTo>
                    <a:pt x="1610" y="0"/>
                    <a:pt x="1610" y="0"/>
                    <a:pt x="1610" y="0"/>
                  </a:cubicBezTo>
                  <a:lnTo>
                    <a:pt x="1053" y="1322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>
                <a:latin typeface="Arial" panose="020B0604020202020204" pitchFamily="34" charset="0"/>
              </a:endParaRPr>
            </a:p>
          </p:txBody>
        </p:sp>
      </p:grpSp>
      <p:sp>
        <p:nvSpPr>
          <p:cNvPr id="3" name="ClientLogo">
            <a:extLst>
              <a:ext uri="{FF2B5EF4-FFF2-40B4-BE49-F238E27FC236}">
                <a16:creationId xmlns:a16="http://schemas.microsoft.com/office/drawing/2014/main" id="{0D1A260D-45D1-4D8D-ACC4-246C7DD9AFAD}"/>
              </a:ext>
            </a:extLst>
          </p:cNvPr>
          <p:cNvSpPr>
            <a:spLocks noGrp="1"/>
          </p:cNvSpPr>
          <p:nvPr userDrawn="1">
            <p:ph type="pic" sz="quarter" idx="14" hasCustomPrompt="1"/>
            <p:custDataLst>
              <p:tags r:id="rId5"/>
            </p:custDataLst>
          </p:nvPr>
        </p:nvSpPr>
        <p:spPr>
          <a:xfrm>
            <a:off x="551942" y="4984025"/>
            <a:ext cx="1901952" cy="969264"/>
          </a:xfrm>
          <a:prstGeom prst="rect">
            <a:avLst/>
          </a:prstGeom>
        </p:spPr>
        <p:txBody>
          <a:bodyPr>
            <a:noAutofit/>
          </a:bodyPr>
          <a:lstStyle>
            <a:lvl1pPr algn="ctr">
              <a:defRPr sz="1200">
                <a:solidFill>
                  <a:schemeClr val="tx2"/>
                </a:solidFill>
              </a:defRPr>
            </a:lvl1pPr>
          </a:lstStyle>
          <a:p>
            <a:r>
              <a:rPr lang="en-US" dirty="0"/>
              <a:t>Client logo goes here.</a:t>
            </a:r>
          </a:p>
        </p:txBody>
      </p:sp>
      <p:sp>
        <p:nvSpPr>
          <p:cNvPr id="15" name="Documenttype">
            <a:extLst>
              <a:ext uri="{FF2B5EF4-FFF2-40B4-BE49-F238E27FC236}">
                <a16:creationId xmlns:a16="http://schemas.microsoft.com/office/drawing/2014/main" id="{CB5FF56E-DA90-4199-AF9A-359BE08E9A15}"/>
              </a:ext>
            </a:extLst>
          </p:cNvPr>
          <p:cNvSpPr>
            <a:spLocks noGrp="1"/>
          </p:cNvSpPr>
          <p:nvPr userDrawn="1">
            <p:ph type="body" sz="quarter" idx="13" hasCustomPrompt="1"/>
            <p:custDataLst>
              <p:tags r:id="rId6"/>
            </p:custDataLst>
          </p:nvPr>
        </p:nvSpPr>
        <p:spPr>
          <a:xfrm>
            <a:off x="554736" y="4510168"/>
            <a:ext cx="6016752" cy="215444"/>
          </a:xfrm>
          <a:prstGeom prst="rect">
            <a:avLst/>
          </a:prstGeom>
        </p:spPr>
        <p:txBody>
          <a:bodyPr wrap="square">
            <a:noAutofit/>
          </a:bodyPr>
          <a:lstStyle>
            <a:lvl1pPr>
              <a:buNone/>
              <a:defRPr sz="1400">
                <a:solidFill>
                  <a:schemeClr val="tx2"/>
                </a:solidFill>
              </a:defRPr>
            </a:lvl1pPr>
            <a:lvl2pPr marL="115888" indent="0">
              <a:buNone/>
              <a:defRPr>
                <a:solidFill>
                  <a:schemeClr val="bg1"/>
                </a:solidFill>
              </a:defRPr>
            </a:lvl2pPr>
            <a:lvl3pPr marL="466344" indent="0">
              <a:buNone/>
              <a:defRPr>
                <a:solidFill>
                  <a:schemeClr val="bg1"/>
                </a:solidFill>
              </a:defRPr>
            </a:lvl3pPr>
            <a:lvl4pPr marL="813816" indent="0">
              <a:buNone/>
              <a:defRPr>
                <a:solidFill>
                  <a:schemeClr val="bg1"/>
                </a:solidFill>
              </a:defRPr>
            </a:lvl4pPr>
            <a:lvl5pPr marL="1161288" indent="0"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Edit date or title/role</a:t>
            </a:r>
          </a:p>
        </p:txBody>
      </p:sp>
      <p:sp>
        <p:nvSpPr>
          <p:cNvPr id="14" name="Subtitle">
            <a:extLst>
              <a:ext uri="{FF2B5EF4-FFF2-40B4-BE49-F238E27FC236}">
                <a16:creationId xmlns:a16="http://schemas.microsoft.com/office/drawing/2014/main" id="{BFC960F1-3A46-4C93-83F3-47AB2EB0D15E}"/>
              </a:ext>
            </a:extLst>
          </p:cNvPr>
          <p:cNvSpPr>
            <a:spLocks noGrp="1"/>
          </p:cNvSpPr>
          <p:nvPr userDrawn="1">
            <p:ph type="subTitle" idx="1"/>
            <p:custDataLst>
              <p:tags r:id="rId7"/>
            </p:custDataLst>
          </p:nvPr>
        </p:nvSpPr>
        <p:spPr>
          <a:xfrm>
            <a:off x="551942" y="4092559"/>
            <a:ext cx="6016752" cy="307777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0" algn="l">
              <a:buNone/>
              <a:defRPr sz="2000">
                <a:solidFill>
                  <a:schemeClr val="tx2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13" name="Title">
            <a:extLst>
              <a:ext uri="{FF2B5EF4-FFF2-40B4-BE49-F238E27FC236}">
                <a16:creationId xmlns:a16="http://schemas.microsoft.com/office/drawing/2014/main" id="{14DBF1FD-6C25-4E00-ACAB-F60F35C9625C}"/>
              </a:ext>
            </a:extLst>
          </p:cNvPr>
          <p:cNvSpPr>
            <a:spLocks noGrp="1"/>
          </p:cNvSpPr>
          <p:nvPr userDrawn="1">
            <p:ph type="title"/>
            <p:custDataLst>
              <p:tags r:id="rId8"/>
            </p:custDataLst>
          </p:nvPr>
        </p:nvSpPr>
        <p:spPr>
          <a:xfrm>
            <a:off x="551942" y="2049805"/>
            <a:ext cx="6016752" cy="1921708"/>
          </a:xfrm>
          <a:prstGeom prst="rect">
            <a:avLst/>
          </a:prstGeom>
        </p:spPr>
        <p:txBody>
          <a:bodyPr vert="horz" anchor="b">
            <a:normAutofit/>
          </a:bodyPr>
          <a:lstStyle>
            <a:lvl1pPr>
              <a:defRPr sz="4400" baseline="0">
                <a:ln w="6350" cap="flat">
                  <a:noFill/>
                  <a:miter lim="800000"/>
                </a:ln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9" name="Disclaimer-English (United States)">
            <a:extLst>
              <a:ext uri="{FF2B5EF4-FFF2-40B4-BE49-F238E27FC236}">
                <a16:creationId xmlns:a16="http://schemas.microsoft.com/office/drawing/2014/main" id="{FB7A54AC-E14F-4BA1-B48F-5284B039668B}"/>
              </a:ext>
            </a:extLst>
          </p:cNvPr>
          <p:cNvSpPr>
            <a:spLocks noChangeArrowheads="1"/>
          </p:cNvSpPr>
          <p:nvPr userDrawn="1">
            <p:custDataLst>
              <p:tags r:id="rId9"/>
            </p:custDataLst>
          </p:nvPr>
        </p:nvSpPr>
        <p:spPr bwMode="black">
          <a:xfrm>
            <a:off x="551942" y="6190488"/>
            <a:ext cx="3995928" cy="35661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lIns="0" tIns="0" rIns="0" bIns="0" anchor="b" anchorCtr="0">
            <a:noAutofit/>
          </a:bodyPr>
          <a:lstStyle/>
          <a:p>
            <a:pPr defTabSz="804863" eaLnBrk="0" hangingPunct="0"/>
            <a:r>
              <a:rPr lang="en-GB" sz="750">
                <a:solidFill>
                  <a:schemeClr val="tx2"/>
                </a:solidFill>
                <a:latin typeface="+mn-lt"/>
              </a:rPr>
              <a:t>CONFIDENTIAL AND PROPRIETARY | © 2025 McKinsey &amp; Company. </a:t>
            </a:r>
          </a:p>
          <a:p>
            <a:pPr defTabSz="804863" eaLnBrk="0" hangingPunct="0"/>
            <a:r>
              <a:rPr lang="en-GB" sz="750">
                <a:solidFill>
                  <a:schemeClr val="tx2"/>
                </a:solidFill>
                <a:latin typeface="+mn-lt"/>
              </a:rPr>
              <a:t>This material is intended solely for your internal use and any use of this material without specific permission of McKinsey &amp; Company is strictly prohibited. All rights reserved.</a:t>
            </a:r>
            <a:endParaRPr lang="en-US" sz="750" dirty="0">
              <a:solidFill>
                <a:schemeClr val="tx2"/>
              </a:solidFill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354305811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Object 2" hidden="1">
            <a:extLst>
              <a:ext uri="{FF2B5EF4-FFF2-40B4-BE49-F238E27FC236}">
                <a16:creationId xmlns:a16="http://schemas.microsoft.com/office/drawing/2014/main" id="{D8EFF8A2-0FB9-4B25-8B8D-492353274983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927428480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9" imgW="413" imgH="416" progId="TCLayout.ActiveDocument.1">
                  <p:embed/>
                </p:oleObj>
              </mc:Choice>
              <mc:Fallback>
                <p:oleObj name="think-cell Slide" r:id="rId9" imgW="413" imgH="416" progId="TCLayout.ActiveDocument.1">
                  <p:embed/>
                  <p:pic>
                    <p:nvPicPr>
                      <p:cNvPr id="3" name="Object 2" hidden="1">
                        <a:extLst>
                          <a:ext uri="{FF2B5EF4-FFF2-40B4-BE49-F238E27FC236}">
                            <a16:creationId xmlns:a16="http://schemas.microsoft.com/office/drawing/2014/main" id="{D8EFF8A2-0FB9-4B25-8B8D-492353274983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0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Rectangle 1" hidden="1">
            <a:extLst>
              <a:ext uri="{FF2B5EF4-FFF2-40B4-BE49-F238E27FC236}">
                <a16:creationId xmlns:a16="http://schemas.microsoft.com/office/drawing/2014/main" id="{9F741700-5035-4E61-A4AC-1B3C7AE220D5}"/>
              </a:ext>
            </a:extLst>
          </p:cNvPr>
          <p:cNvSpPr/>
          <p:nvPr userDrawn="1">
            <p:custDataLst>
              <p:tags r:id="rId2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  <a:solidFill>
            <a:schemeClr val="accent1"/>
          </a:solidFill>
          <a:ln w="6350" cap="sq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lvl="0" indent="0" algn="ctr" eaLnBrk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endParaRPr lang="en-US" sz="2500" b="1" i="0" baseline="0" dirty="0" err="1">
              <a:solidFill>
                <a:schemeClr val="bg1"/>
              </a:solidFill>
              <a:latin typeface="Georgia" panose="02040502050405020303" pitchFamily="18" charset="0"/>
              <a:ea typeface="+mj-ea"/>
              <a:cs typeface="+mj-cs"/>
              <a:sym typeface="Georgia" panose="02040502050405020303" pitchFamily="18" charset="0"/>
            </a:endParaRPr>
          </a:p>
        </p:txBody>
      </p:sp>
      <p:sp>
        <p:nvSpPr>
          <p:cNvPr id="15" name="2. Slide Title">
            <a:extLst>
              <a:ext uri="{FF2B5EF4-FFF2-40B4-BE49-F238E27FC236}">
                <a16:creationId xmlns:a16="http://schemas.microsoft.com/office/drawing/2014/main" id="{699FD2C4-82B5-475E-9235-DB128978B618}"/>
              </a:ext>
            </a:extLst>
          </p:cNvPr>
          <p:cNvSpPr>
            <a:spLocks noGrp="1"/>
          </p:cNvSpPr>
          <p:nvPr>
            <p:ph type="title"/>
            <p:custDataLst>
              <p:tags r:id="rId3"/>
            </p:custDataLst>
          </p:nvPr>
        </p:nvSpPr>
        <p:spPr>
          <a:xfrm>
            <a:off x="554736" y="182372"/>
            <a:ext cx="11082528" cy="73152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9" name="Slide Number">
            <a:extLst>
              <a:ext uri="{FF2B5EF4-FFF2-40B4-BE49-F238E27FC236}">
                <a16:creationId xmlns:a16="http://schemas.microsoft.com/office/drawing/2014/main" id="{66686DBA-90DA-4033-B950-94CBD0D7A425}"/>
              </a:ext>
            </a:extLst>
          </p:cNvPr>
          <p:cNvSpPr>
            <a:spLocks noChangeArrowheads="1"/>
          </p:cNvSpPr>
          <p:nvPr userDrawn="1">
            <p:custDataLst>
              <p:tags r:id="rId4"/>
            </p:custDataLst>
          </p:nvPr>
        </p:nvSpPr>
        <p:spPr bwMode="black">
          <a:xfrm>
            <a:off x="11312525" y="6498754"/>
            <a:ext cx="325501" cy="138499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square" lIns="0" tIns="0" rIns="0" bIns="0" anchor="b">
            <a:spAutoFit/>
          </a:bodyPr>
          <a:lstStyle/>
          <a:p>
            <a:pPr algn="r" defTabSz="610744" fontAlgn="auto">
              <a:spcBef>
                <a:spcPts val="0"/>
              </a:spcBef>
              <a:spcAft>
                <a:spcPts val="0"/>
              </a:spcAft>
              <a:defRPr/>
            </a:pPr>
            <a:fld id="{4ABDCABE-3F10-B64C-92F1-862014417034}" type="slidenum">
              <a:rPr lang="en-US" sz="900" smtClean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rPr>
              <a:pPr algn="r" defTabSz="610744" fontAlgn="auto">
                <a:spcBef>
                  <a:spcPts val="0"/>
                </a:spcBef>
                <a:spcAft>
                  <a:spcPts val="0"/>
                </a:spcAft>
                <a:defRPr/>
              </a:pPr>
              <a:t>‹#›</a:t>
            </a:fld>
            <a:endParaRPr lang="en-US" sz="900">
              <a:solidFill>
                <a:schemeClr val="tx1"/>
              </a:solidFill>
              <a:latin typeface="+mn-lt"/>
              <a:ea typeface="+mn-ea"/>
              <a:cs typeface="Arial" panose="020B0604020202020204" pitchFamily="34" charset="0"/>
            </a:endParaRPr>
          </a:p>
        </p:txBody>
      </p:sp>
      <p:sp>
        <p:nvSpPr>
          <p:cNvPr id="8" name="5. Source" hidden="1">
            <a:extLst>
              <a:ext uri="{FF2B5EF4-FFF2-40B4-BE49-F238E27FC236}">
                <a16:creationId xmlns:a16="http://schemas.microsoft.com/office/drawing/2014/main" id="{9238B1D6-2095-4826-AA45-9A4E6F7D1A16}"/>
              </a:ext>
            </a:extLst>
          </p:cNvPr>
          <p:cNvSpPr txBox="1"/>
          <p:nvPr userDrawn="1">
            <p:custDataLst>
              <p:tags r:id="rId5"/>
            </p:custDataLst>
          </p:nvPr>
        </p:nvSpPr>
        <p:spPr>
          <a:xfrm>
            <a:off x="554735" y="6501669"/>
            <a:ext cx="7277861" cy="12311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en-US" sz="800" dirty="0"/>
              <a:t>Source: …</a:t>
            </a:r>
          </a:p>
        </p:txBody>
      </p:sp>
      <p:sp>
        <p:nvSpPr>
          <p:cNvPr id="10" name="1. On-page tracker">
            <a:extLst>
              <a:ext uri="{FF2B5EF4-FFF2-40B4-BE49-F238E27FC236}">
                <a16:creationId xmlns:a16="http://schemas.microsoft.com/office/drawing/2014/main" id="{A8BAFD1A-3C11-49E6-B76E-5166760AF118}"/>
              </a:ext>
            </a:extLst>
          </p:cNvPr>
          <p:cNvSpPr>
            <a:spLocks noGrp="1"/>
          </p:cNvSpPr>
          <p:nvPr>
            <p:ph type="body" sz="quarter" idx="17" hasCustomPrompt="1"/>
            <p:custDataLst>
              <p:tags r:id="rId6"/>
            </p:custDataLst>
          </p:nvPr>
        </p:nvSpPr>
        <p:spPr>
          <a:xfrm>
            <a:off x="7156704" y="78768"/>
            <a:ext cx="4480560" cy="123111"/>
          </a:xfrm>
        </p:spPr>
        <p:txBody>
          <a:bodyPr anchor="ctr" anchorCtr="0">
            <a:spAutoFit/>
          </a:bodyPr>
          <a:lstStyle>
            <a:lvl1pPr algn="r">
              <a:defRPr sz="800">
                <a:latin typeface="+mn-lt"/>
              </a:defRPr>
            </a:lvl1pPr>
          </a:lstStyle>
          <a:p>
            <a:pPr lvl="0"/>
            <a:r>
              <a:rPr lang="en-US" dirty="0"/>
              <a:t>Chapter › Topic</a:t>
            </a:r>
          </a:p>
        </p:txBody>
      </p:sp>
      <p:sp>
        <p:nvSpPr>
          <p:cNvPr id="12" name="3. Subtitle">
            <a:extLst>
              <a:ext uri="{FF2B5EF4-FFF2-40B4-BE49-F238E27FC236}">
                <a16:creationId xmlns:a16="http://schemas.microsoft.com/office/drawing/2014/main" id="{1EE9FF4B-7331-4DE1-A594-C0C335ED5BE5}"/>
              </a:ext>
            </a:extLst>
          </p:cNvPr>
          <p:cNvSpPr>
            <a:spLocks noGrp="1"/>
          </p:cNvSpPr>
          <p:nvPr>
            <p:ph type="subTitle" idx="1"/>
            <p:custDataLst>
              <p:tags r:id="rId7"/>
            </p:custDataLst>
          </p:nvPr>
        </p:nvSpPr>
        <p:spPr>
          <a:xfrm>
            <a:off x="554736" y="903861"/>
            <a:ext cx="11082528" cy="246221"/>
          </a:xfrm>
        </p:spPr>
        <p:txBody>
          <a:bodyPr anchor="t" anchorCtr="0">
            <a:spAutoFit/>
          </a:bodyPr>
          <a:lstStyle/>
          <a:p>
            <a:r>
              <a:rPr lang="en-US" sz="1600"/>
              <a:t>Click to edit Master subtitle style</a:t>
            </a:r>
            <a:endParaRPr lang="en-US" sz="1600" dirty="0"/>
          </a:p>
        </p:txBody>
      </p:sp>
    </p:spTree>
    <p:extLst>
      <p:ext uri="{BB962C8B-B14F-4D97-AF65-F5344CB8AC3E}">
        <p14:creationId xmlns:p14="http://schemas.microsoft.com/office/powerpoint/2010/main" val="160822432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op Le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2. Slide Title">
            <a:extLst>
              <a:ext uri="{FF2B5EF4-FFF2-40B4-BE49-F238E27FC236}">
                <a16:creationId xmlns:a16="http://schemas.microsoft.com/office/drawing/2014/main" id="{064E079D-5BD2-4787-A7F2-0859A1CB5E94}"/>
              </a:ext>
            </a:extLst>
          </p:cNvPr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>
          <a:xfrm>
            <a:off x="554736" y="1706563"/>
            <a:ext cx="3813048" cy="694944"/>
          </a:xfrm>
          <a:prstGeom prst="rect">
            <a:avLst/>
          </a:prstGeom>
        </p:spPr>
        <p:txBody>
          <a:bodyPr anchor="t">
            <a:noAutofit/>
          </a:bodyPr>
          <a:lstStyle>
            <a:lvl1pPr>
              <a:lnSpc>
                <a:spcPct val="90000"/>
              </a:lnSpc>
              <a:defRPr>
                <a:ln w="6350" cap="flat">
                  <a:noFill/>
                  <a:miter lim="800000"/>
                </a:ln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Slide Number">
            <a:extLst>
              <a:ext uri="{FF2B5EF4-FFF2-40B4-BE49-F238E27FC236}">
                <a16:creationId xmlns:a16="http://schemas.microsoft.com/office/drawing/2014/main" id="{EFB4BF85-6002-4998-80DC-DC1B92544D1D}"/>
              </a:ext>
            </a:extLst>
          </p:cNvPr>
          <p:cNvSpPr>
            <a:spLocks noChangeArrowheads="1"/>
          </p:cNvSpPr>
          <p:nvPr userDrawn="1">
            <p:custDataLst>
              <p:tags r:id="rId2"/>
            </p:custDataLst>
          </p:nvPr>
        </p:nvSpPr>
        <p:spPr bwMode="black">
          <a:xfrm>
            <a:off x="11312525" y="6498754"/>
            <a:ext cx="325501" cy="138499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square" lIns="0" tIns="0" rIns="0" bIns="0" anchor="b">
            <a:spAutoFit/>
          </a:bodyPr>
          <a:lstStyle/>
          <a:p>
            <a:pPr algn="r" defTabSz="610744" fontAlgn="auto">
              <a:spcBef>
                <a:spcPts val="0"/>
              </a:spcBef>
              <a:spcAft>
                <a:spcPts val="0"/>
              </a:spcAft>
              <a:defRPr/>
            </a:pPr>
            <a:fld id="{4ABDCABE-3F10-B64C-92F1-862014417034}" type="slidenum">
              <a:rPr lang="en-US" sz="900" smtClean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rPr>
              <a:pPr algn="r" defTabSz="610744" fontAlgn="auto">
                <a:spcBef>
                  <a:spcPts val="0"/>
                </a:spcBef>
                <a:spcAft>
                  <a:spcPts val="0"/>
                </a:spcAft>
                <a:defRPr/>
              </a:pPr>
              <a:t>‹#›</a:t>
            </a:fld>
            <a:endParaRPr lang="en-US" sz="900">
              <a:solidFill>
                <a:schemeClr val="tx1"/>
              </a:solidFill>
              <a:latin typeface="+mn-lt"/>
              <a:ea typeface="+mn-ea"/>
              <a:cs typeface="Arial" panose="020B0604020202020204" pitchFamily="34" charset="0"/>
            </a:endParaRPr>
          </a:p>
        </p:txBody>
      </p:sp>
      <p:sp>
        <p:nvSpPr>
          <p:cNvPr id="6" name="5. Source" hidden="1">
            <a:extLst>
              <a:ext uri="{FF2B5EF4-FFF2-40B4-BE49-F238E27FC236}">
                <a16:creationId xmlns:a16="http://schemas.microsoft.com/office/drawing/2014/main" id="{0E2D5DBB-C1B8-4A27-836D-C2E6D553234D}"/>
              </a:ext>
            </a:extLst>
          </p:cNvPr>
          <p:cNvSpPr txBox="1"/>
          <p:nvPr userDrawn="1">
            <p:custDataLst>
              <p:tags r:id="rId3"/>
            </p:custDataLst>
          </p:nvPr>
        </p:nvSpPr>
        <p:spPr>
          <a:xfrm>
            <a:off x="554735" y="6501669"/>
            <a:ext cx="7277861" cy="12311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en-US" sz="800" dirty="0"/>
              <a:t>Source: …</a:t>
            </a:r>
          </a:p>
        </p:txBody>
      </p:sp>
      <p:sp>
        <p:nvSpPr>
          <p:cNvPr id="8" name="1. On-page tracker">
            <a:extLst>
              <a:ext uri="{FF2B5EF4-FFF2-40B4-BE49-F238E27FC236}">
                <a16:creationId xmlns:a16="http://schemas.microsoft.com/office/drawing/2014/main" id="{2382874E-5BAC-44EB-9C53-2930F0FC66DC}"/>
              </a:ext>
            </a:extLst>
          </p:cNvPr>
          <p:cNvSpPr>
            <a:spLocks noGrp="1"/>
          </p:cNvSpPr>
          <p:nvPr>
            <p:ph type="body" sz="quarter" idx="17" hasCustomPrompt="1"/>
            <p:custDataLst>
              <p:tags r:id="rId4"/>
            </p:custDataLst>
          </p:nvPr>
        </p:nvSpPr>
        <p:spPr>
          <a:xfrm>
            <a:off x="7156704" y="78768"/>
            <a:ext cx="4480560" cy="123111"/>
          </a:xfrm>
        </p:spPr>
        <p:txBody>
          <a:bodyPr anchor="ctr" anchorCtr="0">
            <a:spAutoFit/>
          </a:bodyPr>
          <a:lstStyle>
            <a:lvl1pPr algn="r">
              <a:defRPr sz="800">
                <a:latin typeface="+mn-lt"/>
              </a:defRPr>
            </a:lvl1pPr>
          </a:lstStyle>
          <a:p>
            <a:pPr lvl="0"/>
            <a:r>
              <a:rPr lang="en-US" dirty="0"/>
              <a:t>Chapter › Topic</a:t>
            </a:r>
          </a:p>
        </p:txBody>
      </p:sp>
    </p:spTree>
    <p:extLst>
      <p:ext uri="{BB962C8B-B14F-4D97-AF65-F5344CB8AC3E}">
        <p14:creationId xmlns:p14="http://schemas.microsoft.com/office/powerpoint/2010/main" val="385249868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Mid Le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2. Slide Title">
            <a:extLst>
              <a:ext uri="{FF2B5EF4-FFF2-40B4-BE49-F238E27FC236}">
                <a16:creationId xmlns:a16="http://schemas.microsoft.com/office/drawing/2014/main" id="{064E079D-5BD2-4787-A7F2-0859A1CB5E94}"/>
              </a:ext>
            </a:extLst>
          </p:cNvPr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>
          <a:xfrm>
            <a:off x="554736" y="3044280"/>
            <a:ext cx="5065776" cy="769441"/>
          </a:xfrm>
          <a:prstGeom prst="rect">
            <a:avLst/>
          </a:prstGeom>
        </p:spPr>
        <p:txBody>
          <a:bodyPr rIns="365760" anchor="ctr">
            <a:noAutofit/>
          </a:bodyPr>
          <a:lstStyle>
            <a:lvl1pPr>
              <a:defRPr>
                <a:ln w="6350" cap="flat">
                  <a:noFill/>
                  <a:miter lim="800000"/>
                </a:ln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9" name="Slide Number">
            <a:extLst>
              <a:ext uri="{FF2B5EF4-FFF2-40B4-BE49-F238E27FC236}">
                <a16:creationId xmlns:a16="http://schemas.microsoft.com/office/drawing/2014/main" id="{2BF771FC-DD10-42B6-A51E-7F1E26F8184D}"/>
              </a:ext>
            </a:extLst>
          </p:cNvPr>
          <p:cNvSpPr>
            <a:spLocks noChangeArrowheads="1"/>
          </p:cNvSpPr>
          <p:nvPr userDrawn="1">
            <p:custDataLst>
              <p:tags r:id="rId2"/>
            </p:custDataLst>
          </p:nvPr>
        </p:nvSpPr>
        <p:spPr bwMode="black">
          <a:xfrm>
            <a:off x="11312525" y="6498754"/>
            <a:ext cx="325501" cy="138499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square" lIns="0" tIns="0" rIns="0" bIns="0" anchor="b">
            <a:spAutoFit/>
          </a:bodyPr>
          <a:lstStyle/>
          <a:p>
            <a:pPr algn="r" defTabSz="610744" fontAlgn="auto">
              <a:spcBef>
                <a:spcPts val="0"/>
              </a:spcBef>
              <a:spcAft>
                <a:spcPts val="0"/>
              </a:spcAft>
              <a:defRPr/>
            </a:pPr>
            <a:fld id="{4ABDCABE-3F10-B64C-92F1-862014417034}" type="slidenum">
              <a:rPr lang="en-US" sz="900" smtClean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rPr>
              <a:pPr algn="r" defTabSz="610744" fontAlgn="auto">
                <a:spcBef>
                  <a:spcPts val="0"/>
                </a:spcBef>
                <a:spcAft>
                  <a:spcPts val="0"/>
                </a:spcAft>
                <a:defRPr/>
              </a:pPr>
              <a:t>‹#›</a:t>
            </a:fld>
            <a:endParaRPr lang="en-US" sz="900">
              <a:solidFill>
                <a:schemeClr val="tx1"/>
              </a:solidFill>
              <a:latin typeface="+mn-lt"/>
              <a:ea typeface="+mn-ea"/>
              <a:cs typeface="Arial" panose="020B0604020202020204" pitchFamily="34" charset="0"/>
            </a:endParaRPr>
          </a:p>
        </p:txBody>
      </p:sp>
      <p:sp>
        <p:nvSpPr>
          <p:cNvPr id="8" name="5. Source" hidden="1">
            <a:extLst>
              <a:ext uri="{FF2B5EF4-FFF2-40B4-BE49-F238E27FC236}">
                <a16:creationId xmlns:a16="http://schemas.microsoft.com/office/drawing/2014/main" id="{C0D33C43-5B9F-44B4-82FA-BAAD11A7FB8E}"/>
              </a:ext>
            </a:extLst>
          </p:cNvPr>
          <p:cNvSpPr txBox="1"/>
          <p:nvPr userDrawn="1">
            <p:custDataLst>
              <p:tags r:id="rId3"/>
            </p:custDataLst>
          </p:nvPr>
        </p:nvSpPr>
        <p:spPr>
          <a:xfrm>
            <a:off x="554735" y="6501669"/>
            <a:ext cx="7277861" cy="12311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en-US" sz="800" dirty="0"/>
              <a:t>Source: …</a:t>
            </a:r>
          </a:p>
        </p:txBody>
      </p:sp>
      <p:sp>
        <p:nvSpPr>
          <p:cNvPr id="7" name="1. On-page tracker">
            <a:extLst>
              <a:ext uri="{FF2B5EF4-FFF2-40B4-BE49-F238E27FC236}">
                <a16:creationId xmlns:a16="http://schemas.microsoft.com/office/drawing/2014/main" id="{2A77292F-0F7C-43B4-9782-AB706C93BD64}"/>
              </a:ext>
            </a:extLst>
          </p:cNvPr>
          <p:cNvSpPr>
            <a:spLocks noGrp="1"/>
          </p:cNvSpPr>
          <p:nvPr>
            <p:ph type="body" sz="quarter" idx="17" hasCustomPrompt="1"/>
            <p:custDataLst>
              <p:tags r:id="rId4"/>
            </p:custDataLst>
          </p:nvPr>
        </p:nvSpPr>
        <p:spPr>
          <a:xfrm>
            <a:off x="7156704" y="78768"/>
            <a:ext cx="4480560" cy="123111"/>
          </a:xfrm>
        </p:spPr>
        <p:txBody>
          <a:bodyPr anchor="ctr" anchorCtr="0">
            <a:spAutoFit/>
          </a:bodyPr>
          <a:lstStyle>
            <a:lvl1pPr algn="r">
              <a:defRPr sz="800">
                <a:latin typeface="+mn-lt"/>
              </a:defRPr>
            </a:lvl1pPr>
          </a:lstStyle>
          <a:p>
            <a:pPr lvl="0"/>
            <a:r>
              <a:rPr lang="en-US" dirty="0"/>
              <a:t>Chapter › Topic</a:t>
            </a:r>
          </a:p>
        </p:txBody>
      </p:sp>
    </p:spTree>
    <p:extLst>
      <p:ext uri="{BB962C8B-B14F-4D97-AF65-F5344CB8AC3E}">
        <p14:creationId xmlns:p14="http://schemas.microsoft.com/office/powerpoint/2010/main" val="307970749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Object 2" hidden="1">
            <a:extLst>
              <a:ext uri="{FF2B5EF4-FFF2-40B4-BE49-F238E27FC236}">
                <a16:creationId xmlns:a16="http://schemas.microsoft.com/office/drawing/2014/main" id="{A608D4BB-56F5-4BF1-8C9C-8799BAA8CEEB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703700039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8" imgW="473" imgH="476" progId="TCLayout.ActiveDocument.1">
                  <p:embed/>
                </p:oleObj>
              </mc:Choice>
              <mc:Fallback>
                <p:oleObj name="think-cell Slide" r:id="rId8" imgW="473" imgH="476" progId="TCLayout.ActiveDocument.1">
                  <p:embed/>
                  <p:pic>
                    <p:nvPicPr>
                      <p:cNvPr id="3" name="Object 2" hidden="1">
                        <a:extLst>
                          <a:ext uri="{FF2B5EF4-FFF2-40B4-BE49-F238E27FC236}">
                            <a16:creationId xmlns:a16="http://schemas.microsoft.com/office/drawing/2014/main" id="{A608D4BB-56F5-4BF1-8C9C-8799BAA8CEEB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9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Rectangle 1" hidden="1">
            <a:extLst>
              <a:ext uri="{FF2B5EF4-FFF2-40B4-BE49-F238E27FC236}">
                <a16:creationId xmlns:a16="http://schemas.microsoft.com/office/drawing/2014/main" id="{D288743A-B5B4-4D5C-9D2C-F17D5A50E4BE}"/>
              </a:ext>
            </a:extLst>
          </p:cNvPr>
          <p:cNvSpPr/>
          <p:nvPr userDrawn="1">
            <p:custDataLst>
              <p:tags r:id="rId2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  <a:solidFill>
            <a:schemeClr val="accent1"/>
          </a:solidFill>
          <a:ln w="6350" cap="sq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lvl="0" indent="0" algn="ctr">
              <a:spcBef>
                <a:spcPts val="300"/>
              </a:spcBef>
              <a:spcAft>
                <a:spcPts val="300"/>
              </a:spcAft>
            </a:pPr>
            <a:endParaRPr lang="en-US" sz="4400" b="1" i="0" baseline="0" dirty="0" err="1">
              <a:solidFill>
                <a:schemeClr val="bg1"/>
              </a:solidFill>
              <a:latin typeface="Georgia" panose="02040502050405020303" pitchFamily="18" charset="0"/>
              <a:ea typeface="+mj-ea"/>
              <a:cs typeface="+mj-cs"/>
              <a:sym typeface="Georgia" panose="02040502050405020303" pitchFamily="18" charset="0"/>
            </a:endParaRPr>
          </a:p>
        </p:txBody>
      </p:sp>
      <p:sp>
        <p:nvSpPr>
          <p:cNvPr id="7" name="2. Slide Title">
            <a:extLst>
              <a:ext uri="{FF2B5EF4-FFF2-40B4-BE49-F238E27FC236}">
                <a16:creationId xmlns:a16="http://schemas.microsoft.com/office/drawing/2014/main" id="{99495DFD-8D6A-4DD8-AE3A-47FA42AA0A4F}"/>
              </a:ext>
            </a:extLst>
          </p:cNvPr>
          <p:cNvSpPr>
            <a:spLocks noGrp="1"/>
          </p:cNvSpPr>
          <p:nvPr>
            <p:ph type="title"/>
            <p:custDataLst>
              <p:tags r:id="rId3"/>
            </p:custDataLst>
          </p:nvPr>
        </p:nvSpPr>
        <p:spPr>
          <a:xfrm>
            <a:off x="554736" y="4580468"/>
            <a:ext cx="11082528" cy="677108"/>
          </a:xfrm>
        </p:spPr>
        <p:txBody>
          <a:bodyPr anchor="b">
            <a:noAutofit/>
          </a:bodyPr>
          <a:lstStyle>
            <a:lvl1pPr>
              <a:lnSpc>
                <a:spcPct val="93000"/>
              </a:lnSpc>
              <a:defRPr sz="4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Slide Number">
            <a:extLst>
              <a:ext uri="{FF2B5EF4-FFF2-40B4-BE49-F238E27FC236}">
                <a16:creationId xmlns:a16="http://schemas.microsoft.com/office/drawing/2014/main" id="{A86AE8A6-05EF-4E76-AAAD-41743692E9F9}"/>
              </a:ext>
            </a:extLst>
          </p:cNvPr>
          <p:cNvSpPr>
            <a:spLocks noChangeArrowheads="1"/>
          </p:cNvSpPr>
          <p:nvPr userDrawn="1">
            <p:custDataLst>
              <p:tags r:id="rId4"/>
            </p:custDataLst>
          </p:nvPr>
        </p:nvSpPr>
        <p:spPr bwMode="black">
          <a:xfrm>
            <a:off x="11312525" y="6498754"/>
            <a:ext cx="325501" cy="138499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square" lIns="0" tIns="0" rIns="0" bIns="0" anchor="b">
            <a:spAutoFit/>
          </a:bodyPr>
          <a:lstStyle/>
          <a:p>
            <a:pPr algn="r" defTabSz="610744" fontAlgn="auto">
              <a:spcBef>
                <a:spcPts val="0"/>
              </a:spcBef>
              <a:spcAft>
                <a:spcPts val="0"/>
              </a:spcAft>
              <a:defRPr/>
            </a:pPr>
            <a:fld id="{4ABDCABE-3F10-B64C-92F1-862014417034}" type="slidenum">
              <a:rPr lang="en-US" sz="900" smtClean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rPr>
              <a:pPr algn="r" defTabSz="610744" fontAlgn="auto">
                <a:spcBef>
                  <a:spcPts val="0"/>
                </a:spcBef>
                <a:spcAft>
                  <a:spcPts val="0"/>
                </a:spcAft>
                <a:defRPr/>
              </a:pPr>
              <a:t>‹#›</a:t>
            </a:fld>
            <a:endParaRPr lang="en-US" sz="900">
              <a:solidFill>
                <a:schemeClr val="tx1"/>
              </a:solidFill>
              <a:latin typeface="+mn-lt"/>
              <a:ea typeface="+mn-ea"/>
              <a:cs typeface="Arial" panose="020B0604020202020204" pitchFamily="34" charset="0"/>
            </a:endParaRPr>
          </a:p>
        </p:txBody>
      </p:sp>
      <p:sp>
        <p:nvSpPr>
          <p:cNvPr id="6" name="5. Source" hidden="1">
            <a:extLst>
              <a:ext uri="{FF2B5EF4-FFF2-40B4-BE49-F238E27FC236}">
                <a16:creationId xmlns:a16="http://schemas.microsoft.com/office/drawing/2014/main" id="{B871FE09-BB6E-4334-B0EA-E52395AA61B3}"/>
              </a:ext>
            </a:extLst>
          </p:cNvPr>
          <p:cNvSpPr txBox="1"/>
          <p:nvPr userDrawn="1">
            <p:custDataLst>
              <p:tags r:id="rId5"/>
            </p:custDataLst>
          </p:nvPr>
        </p:nvSpPr>
        <p:spPr>
          <a:xfrm>
            <a:off x="554735" y="6501669"/>
            <a:ext cx="7277861" cy="12311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en-US" sz="800" dirty="0"/>
              <a:t>Source: …</a:t>
            </a:r>
          </a:p>
        </p:txBody>
      </p:sp>
      <p:sp>
        <p:nvSpPr>
          <p:cNvPr id="9" name="1. On-page tracker">
            <a:extLst>
              <a:ext uri="{FF2B5EF4-FFF2-40B4-BE49-F238E27FC236}">
                <a16:creationId xmlns:a16="http://schemas.microsoft.com/office/drawing/2014/main" id="{07CA98DC-1A07-45D0-A835-AD1606EE7BAE}"/>
              </a:ext>
            </a:extLst>
          </p:cNvPr>
          <p:cNvSpPr>
            <a:spLocks noGrp="1"/>
          </p:cNvSpPr>
          <p:nvPr>
            <p:ph type="body" sz="quarter" idx="17" hasCustomPrompt="1"/>
            <p:custDataLst>
              <p:tags r:id="rId6"/>
            </p:custDataLst>
          </p:nvPr>
        </p:nvSpPr>
        <p:spPr>
          <a:xfrm>
            <a:off x="7156704" y="78768"/>
            <a:ext cx="4480560" cy="123111"/>
          </a:xfrm>
        </p:spPr>
        <p:txBody>
          <a:bodyPr anchor="ctr" anchorCtr="0">
            <a:spAutoFit/>
          </a:bodyPr>
          <a:lstStyle>
            <a:lvl1pPr algn="r">
              <a:defRPr sz="800">
                <a:latin typeface="+mn-lt"/>
              </a:defRPr>
            </a:lvl1pPr>
          </a:lstStyle>
          <a:p>
            <a:pPr lvl="0"/>
            <a:r>
              <a:rPr lang="en-US" dirty="0"/>
              <a:t>Chapter › Topic</a:t>
            </a:r>
          </a:p>
        </p:txBody>
      </p:sp>
    </p:spTree>
    <p:extLst>
      <p:ext uri="{BB962C8B-B14F-4D97-AF65-F5344CB8AC3E}">
        <p14:creationId xmlns:p14="http://schemas.microsoft.com/office/powerpoint/2010/main" val="249706314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o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Object 2" hidden="1">
            <a:extLst>
              <a:ext uri="{FF2B5EF4-FFF2-40B4-BE49-F238E27FC236}">
                <a16:creationId xmlns:a16="http://schemas.microsoft.com/office/drawing/2014/main" id="{2CD01A5A-D383-4F62-8841-DD0172530759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3137211496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9" imgW="473" imgH="476" progId="TCLayout.ActiveDocument.1">
                  <p:embed/>
                </p:oleObj>
              </mc:Choice>
              <mc:Fallback>
                <p:oleObj name="think-cell Slide" r:id="rId9" imgW="473" imgH="476" progId="TCLayout.ActiveDocument.1">
                  <p:embed/>
                  <p:pic>
                    <p:nvPicPr>
                      <p:cNvPr id="3" name="Object 2" hidden="1">
                        <a:extLst>
                          <a:ext uri="{FF2B5EF4-FFF2-40B4-BE49-F238E27FC236}">
                            <a16:creationId xmlns:a16="http://schemas.microsoft.com/office/drawing/2014/main" id="{2CD01A5A-D383-4F62-8841-DD0172530759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0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Rectangle 1" hidden="1">
            <a:extLst>
              <a:ext uri="{FF2B5EF4-FFF2-40B4-BE49-F238E27FC236}">
                <a16:creationId xmlns:a16="http://schemas.microsoft.com/office/drawing/2014/main" id="{CAC2F000-47EB-4070-866B-EF082C9E1028}"/>
              </a:ext>
            </a:extLst>
          </p:cNvPr>
          <p:cNvSpPr/>
          <p:nvPr userDrawn="1">
            <p:custDataLst>
              <p:tags r:id="rId2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  <a:solidFill>
            <a:schemeClr val="accent1"/>
          </a:solidFill>
          <a:ln w="6350" cap="sq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lvl="0" indent="0" algn="ctr">
              <a:spcBef>
                <a:spcPts val="300"/>
              </a:spcBef>
              <a:spcAft>
                <a:spcPts val="300"/>
              </a:spcAft>
            </a:pPr>
            <a:endParaRPr lang="en-US" sz="3400" b="1" i="0" baseline="0" dirty="0" err="1">
              <a:solidFill>
                <a:schemeClr val="bg1"/>
              </a:solidFill>
              <a:latin typeface="Georgia" panose="02040502050405020303" pitchFamily="18" charset="0"/>
              <a:ea typeface="+mj-ea"/>
              <a:cs typeface="+mj-cs"/>
              <a:sym typeface="Georgia" panose="02040502050405020303" pitchFamily="18" charset="0"/>
            </a:endParaRPr>
          </a:p>
        </p:txBody>
      </p:sp>
      <p:sp>
        <p:nvSpPr>
          <p:cNvPr id="8" name="2. Slide Title">
            <a:extLst>
              <a:ext uri="{FF2B5EF4-FFF2-40B4-BE49-F238E27FC236}">
                <a16:creationId xmlns:a16="http://schemas.microsoft.com/office/drawing/2014/main" id="{EA735538-C733-4892-93A4-7B433D8B8293}"/>
              </a:ext>
            </a:extLst>
          </p:cNvPr>
          <p:cNvSpPr>
            <a:spLocks noGrp="1"/>
          </p:cNvSpPr>
          <p:nvPr>
            <p:ph type="title" hasCustomPrompt="1"/>
            <p:custDataLst>
              <p:tags r:id="rId3"/>
            </p:custDataLst>
          </p:nvPr>
        </p:nvSpPr>
        <p:spPr>
          <a:xfrm>
            <a:off x="1505712" y="3592841"/>
            <a:ext cx="9180576" cy="486608"/>
          </a:xfrm>
          <a:prstGeom prst="rect">
            <a:avLst/>
          </a:prstGeom>
        </p:spPr>
        <p:txBody>
          <a:bodyPr>
            <a:spAutoFit/>
          </a:bodyPr>
          <a:lstStyle>
            <a:lvl1pPr>
              <a:lnSpc>
                <a:spcPct val="93000"/>
              </a:lnSpc>
              <a:defRPr sz="3400"/>
            </a:lvl1pPr>
          </a:lstStyle>
          <a:p>
            <a:r>
              <a:rPr lang="en-US" dirty="0"/>
              <a:t>“Click to add quote</a:t>
            </a:r>
          </a:p>
        </p:txBody>
      </p:sp>
      <p:sp>
        <p:nvSpPr>
          <p:cNvPr id="6" name="3. Subtitle">
            <a:extLst>
              <a:ext uri="{FF2B5EF4-FFF2-40B4-BE49-F238E27FC236}">
                <a16:creationId xmlns:a16="http://schemas.microsoft.com/office/drawing/2014/main" id="{8DB5022C-F66C-4018-82F3-195571DDD527}"/>
              </a:ext>
            </a:extLst>
          </p:cNvPr>
          <p:cNvSpPr>
            <a:spLocks noGrp="1"/>
          </p:cNvSpPr>
          <p:nvPr>
            <p:ph type="subTitle" idx="1" hasCustomPrompt="1"/>
            <p:custDataLst>
              <p:tags r:id="rId4"/>
            </p:custDataLst>
          </p:nvPr>
        </p:nvSpPr>
        <p:spPr>
          <a:xfrm>
            <a:off x="1505712" y="4284630"/>
            <a:ext cx="9180576" cy="246221"/>
          </a:xfrm>
        </p:spPr>
        <p:txBody>
          <a:bodyPr wrap="square" anchor="t">
            <a:spAutoFit/>
          </a:bodyPr>
          <a:lstStyle>
            <a:lvl1pPr marL="0" indent="0" algn="l">
              <a:buNone/>
              <a:defRPr sz="1600" b="0">
                <a:solidFill>
                  <a:schemeClr val="tx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add quote source</a:t>
            </a:r>
          </a:p>
        </p:txBody>
      </p:sp>
      <p:sp>
        <p:nvSpPr>
          <p:cNvPr id="9" name="Slide Number">
            <a:extLst>
              <a:ext uri="{FF2B5EF4-FFF2-40B4-BE49-F238E27FC236}">
                <a16:creationId xmlns:a16="http://schemas.microsoft.com/office/drawing/2014/main" id="{FAEB6FCE-50CC-4F2B-A5B3-CB508EDFCD46}"/>
              </a:ext>
            </a:extLst>
          </p:cNvPr>
          <p:cNvSpPr>
            <a:spLocks noChangeArrowheads="1"/>
          </p:cNvSpPr>
          <p:nvPr userDrawn="1">
            <p:custDataLst>
              <p:tags r:id="rId5"/>
            </p:custDataLst>
          </p:nvPr>
        </p:nvSpPr>
        <p:spPr bwMode="black">
          <a:xfrm>
            <a:off x="11312525" y="6498754"/>
            <a:ext cx="325501" cy="138499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square" lIns="0" tIns="0" rIns="0" bIns="0" anchor="b">
            <a:spAutoFit/>
          </a:bodyPr>
          <a:lstStyle/>
          <a:p>
            <a:pPr algn="r" defTabSz="610744" fontAlgn="auto">
              <a:spcBef>
                <a:spcPts val="0"/>
              </a:spcBef>
              <a:spcAft>
                <a:spcPts val="0"/>
              </a:spcAft>
              <a:defRPr/>
            </a:pPr>
            <a:fld id="{4ABDCABE-3F10-B64C-92F1-862014417034}" type="slidenum">
              <a:rPr lang="en-US" sz="900" smtClean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rPr>
              <a:pPr algn="r" defTabSz="610744" fontAlgn="auto">
                <a:spcBef>
                  <a:spcPts val="0"/>
                </a:spcBef>
                <a:spcAft>
                  <a:spcPts val="0"/>
                </a:spcAft>
                <a:defRPr/>
              </a:pPr>
              <a:t>‹#›</a:t>
            </a:fld>
            <a:endParaRPr lang="en-US" sz="900">
              <a:solidFill>
                <a:schemeClr val="tx1"/>
              </a:solidFill>
              <a:latin typeface="+mn-lt"/>
              <a:ea typeface="+mn-ea"/>
              <a:cs typeface="Arial" panose="020B0604020202020204" pitchFamily="34" charset="0"/>
            </a:endParaRPr>
          </a:p>
        </p:txBody>
      </p:sp>
      <p:sp>
        <p:nvSpPr>
          <p:cNvPr id="7" name="5. Source" hidden="1">
            <a:extLst>
              <a:ext uri="{FF2B5EF4-FFF2-40B4-BE49-F238E27FC236}">
                <a16:creationId xmlns:a16="http://schemas.microsoft.com/office/drawing/2014/main" id="{97195F4E-ECA7-41A9-AFF3-0C4DAD103DA6}"/>
              </a:ext>
            </a:extLst>
          </p:cNvPr>
          <p:cNvSpPr txBox="1"/>
          <p:nvPr userDrawn="1">
            <p:custDataLst>
              <p:tags r:id="rId6"/>
            </p:custDataLst>
          </p:nvPr>
        </p:nvSpPr>
        <p:spPr>
          <a:xfrm>
            <a:off x="554735" y="6501669"/>
            <a:ext cx="7277861" cy="12311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en-US" sz="800" dirty="0"/>
              <a:t>Source: …</a:t>
            </a:r>
          </a:p>
        </p:txBody>
      </p:sp>
      <p:sp>
        <p:nvSpPr>
          <p:cNvPr id="10" name="1. On-page tracker">
            <a:extLst>
              <a:ext uri="{FF2B5EF4-FFF2-40B4-BE49-F238E27FC236}">
                <a16:creationId xmlns:a16="http://schemas.microsoft.com/office/drawing/2014/main" id="{469A753E-961A-4AC3-B6E0-4407B9A4AF36}"/>
              </a:ext>
            </a:extLst>
          </p:cNvPr>
          <p:cNvSpPr>
            <a:spLocks noGrp="1"/>
          </p:cNvSpPr>
          <p:nvPr>
            <p:ph type="body" sz="quarter" idx="17" hasCustomPrompt="1"/>
            <p:custDataLst>
              <p:tags r:id="rId7"/>
            </p:custDataLst>
          </p:nvPr>
        </p:nvSpPr>
        <p:spPr>
          <a:xfrm>
            <a:off x="7156704" y="78768"/>
            <a:ext cx="4480560" cy="123111"/>
          </a:xfrm>
        </p:spPr>
        <p:txBody>
          <a:bodyPr anchor="ctr" anchorCtr="0">
            <a:spAutoFit/>
          </a:bodyPr>
          <a:lstStyle>
            <a:lvl1pPr algn="r">
              <a:defRPr sz="800">
                <a:latin typeface="+mn-lt"/>
              </a:defRPr>
            </a:lvl1pPr>
          </a:lstStyle>
          <a:p>
            <a:pPr lvl="0"/>
            <a:r>
              <a:rPr lang="en-US" dirty="0"/>
              <a:t>Chapter › Topic</a:t>
            </a:r>
          </a:p>
        </p:txBody>
      </p:sp>
    </p:spTree>
    <p:extLst>
      <p:ext uri="{BB962C8B-B14F-4D97-AF65-F5344CB8AC3E}">
        <p14:creationId xmlns:p14="http://schemas.microsoft.com/office/powerpoint/2010/main" val="241169766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/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Object 2" hidden="1">
            <a:extLst>
              <a:ext uri="{FF2B5EF4-FFF2-40B4-BE49-F238E27FC236}">
                <a16:creationId xmlns:a16="http://schemas.microsoft.com/office/drawing/2014/main" id="{DA8D6A48-EE20-4EB4-A234-9F3B16C02872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3707799229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10" imgW="413" imgH="416" progId="TCLayout.ActiveDocument.1">
                  <p:embed/>
                </p:oleObj>
              </mc:Choice>
              <mc:Fallback>
                <p:oleObj name="think-cell Slide" r:id="rId10" imgW="413" imgH="416" progId="TCLayout.ActiveDocument.1">
                  <p:embed/>
                  <p:pic>
                    <p:nvPicPr>
                      <p:cNvPr id="3" name="Object 2" hidden="1">
                        <a:extLst>
                          <a:ext uri="{FF2B5EF4-FFF2-40B4-BE49-F238E27FC236}">
                            <a16:creationId xmlns:a16="http://schemas.microsoft.com/office/drawing/2014/main" id="{DA8D6A48-EE20-4EB4-A234-9F3B16C02872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1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Rectangle 1" hidden="1">
            <a:extLst>
              <a:ext uri="{FF2B5EF4-FFF2-40B4-BE49-F238E27FC236}">
                <a16:creationId xmlns:a16="http://schemas.microsoft.com/office/drawing/2014/main" id="{C6FAC554-F995-4246-BE36-413D2200D983}"/>
              </a:ext>
            </a:extLst>
          </p:cNvPr>
          <p:cNvSpPr/>
          <p:nvPr userDrawn="1">
            <p:custDataLst>
              <p:tags r:id="rId2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  <a:solidFill>
            <a:schemeClr val="accent1"/>
          </a:solidFill>
          <a:ln w="6350" cap="sq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lvl="0" indent="0" algn="ctr" eaLnBrk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endParaRPr lang="en-US" sz="2500" b="1" i="0" baseline="0" dirty="0" err="1">
              <a:solidFill>
                <a:schemeClr val="bg1"/>
              </a:solidFill>
              <a:latin typeface="Georgia" panose="02040502050405020303" pitchFamily="18" charset="0"/>
              <a:ea typeface="+mj-ea"/>
              <a:cs typeface="+mj-cs"/>
              <a:sym typeface="Georgia" panose="02040502050405020303" pitchFamily="18" charset="0"/>
            </a:endParaRPr>
          </a:p>
        </p:txBody>
      </p:sp>
      <p:sp>
        <p:nvSpPr>
          <p:cNvPr id="6" name="RectangleLight">
            <a:extLst>
              <a:ext uri="{FF2B5EF4-FFF2-40B4-BE49-F238E27FC236}">
                <a16:creationId xmlns:a16="http://schemas.microsoft.com/office/drawing/2014/main" id="{3FA229FA-A3E6-464F-8FAE-54175450EBEB}"/>
              </a:ext>
            </a:extLst>
          </p:cNvPr>
          <p:cNvSpPr/>
          <p:nvPr userDrawn="1">
            <p:custDataLst>
              <p:tags r:id="rId3"/>
            </p:custDataLst>
          </p:nvPr>
        </p:nvSpPr>
        <p:spPr bwMode="ltGray">
          <a:xfrm>
            <a:off x="3413760" y="0"/>
            <a:ext cx="8778240" cy="6858000"/>
          </a:xfrm>
          <a:prstGeom prst="rect">
            <a:avLst/>
          </a:prstGeom>
          <a:solidFill>
            <a:srgbClr val="E6E6E6"/>
          </a:solidFill>
          <a:ln w="6350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dirty="0">
              <a:solidFill>
                <a:srgbClr val="F0F0F0"/>
              </a:solidFill>
              <a:latin typeface="Arial" panose="020B0604020202020204" pitchFamily="34" charset="0"/>
            </a:endParaRPr>
          </a:p>
        </p:txBody>
      </p:sp>
      <p:sp>
        <p:nvSpPr>
          <p:cNvPr id="17" name="Slide Number">
            <a:extLst>
              <a:ext uri="{FF2B5EF4-FFF2-40B4-BE49-F238E27FC236}">
                <a16:creationId xmlns:a16="http://schemas.microsoft.com/office/drawing/2014/main" id="{ACF9526A-1F1C-4E57-8A8D-21EDBC12066F}"/>
              </a:ext>
            </a:extLst>
          </p:cNvPr>
          <p:cNvSpPr>
            <a:spLocks noChangeArrowheads="1"/>
          </p:cNvSpPr>
          <p:nvPr userDrawn="1">
            <p:custDataLst>
              <p:tags r:id="rId4"/>
            </p:custDataLst>
          </p:nvPr>
        </p:nvSpPr>
        <p:spPr bwMode="black">
          <a:xfrm>
            <a:off x="11312525" y="6498754"/>
            <a:ext cx="325501" cy="138499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square" lIns="0" tIns="0" rIns="0" bIns="0" anchor="b">
            <a:spAutoFit/>
          </a:bodyPr>
          <a:lstStyle/>
          <a:p>
            <a:pPr algn="r" defTabSz="610744" fontAlgn="auto">
              <a:spcBef>
                <a:spcPts val="0"/>
              </a:spcBef>
              <a:spcAft>
                <a:spcPts val="0"/>
              </a:spcAft>
              <a:defRPr/>
            </a:pPr>
            <a:fld id="{4ABDCABE-3F10-B64C-92F1-862014417034}" type="slidenum">
              <a:rPr lang="en-US" sz="900" smtClean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rPr>
              <a:pPr algn="r" defTabSz="610744" fontAlgn="auto">
                <a:spcBef>
                  <a:spcPts val="0"/>
                </a:spcBef>
                <a:spcAft>
                  <a:spcPts val="0"/>
                </a:spcAft>
                <a:defRPr/>
              </a:pPr>
              <a:t>‹#›</a:t>
            </a:fld>
            <a:endParaRPr lang="en-US" sz="900">
              <a:solidFill>
                <a:schemeClr val="tx1"/>
              </a:solidFill>
              <a:latin typeface="+mn-lt"/>
              <a:ea typeface="+mn-ea"/>
              <a:cs typeface="Arial" panose="020B0604020202020204" pitchFamily="34" charset="0"/>
            </a:endParaRPr>
          </a:p>
        </p:txBody>
      </p:sp>
      <p:sp>
        <p:nvSpPr>
          <p:cNvPr id="19" name="2. Slide Title">
            <a:extLst>
              <a:ext uri="{FF2B5EF4-FFF2-40B4-BE49-F238E27FC236}">
                <a16:creationId xmlns:a16="http://schemas.microsoft.com/office/drawing/2014/main" id="{6647A441-8DE4-4236-BCC7-B694B2C59E00}"/>
              </a:ext>
            </a:extLst>
          </p:cNvPr>
          <p:cNvSpPr>
            <a:spLocks noGrp="1"/>
          </p:cNvSpPr>
          <p:nvPr>
            <p:ph type="title"/>
            <p:custDataLst>
              <p:tags r:id="rId5"/>
            </p:custDataLst>
          </p:nvPr>
        </p:nvSpPr>
        <p:spPr>
          <a:xfrm>
            <a:off x="554736" y="2744369"/>
            <a:ext cx="2514600" cy="769441"/>
          </a:xfrm>
        </p:spPr>
        <p:txBody>
          <a:bodyPr anchor="b">
            <a:noAutofit/>
          </a:bodyPr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0" name="3. Subtitle">
            <a:extLst>
              <a:ext uri="{FF2B5EF4-FFF2-40B4-BE49-F238E27FC236}">
                <a16:creationId xmlns:a16="http://schemas.microsoft.com/office/drawing/2014/main" id="{A4DBA574-6D59-4DFD-82A7-9B1E9AEB906E}"/>
              </a:ext>
            </a:extLst>
          </p:cNvPr>
          <p:cNvSpPr>
            <a:spLocks noGrp="1"/>
          </p:cNvSpPr>
          <p:nvPr>
            <p:ph type="subTitle" idx="1"/>
            <p:custDataLst>
              <p:tags r:id="rId6"/>
            </p:custDataLst>
          </p:nvPr>
        </p:nvSpPr>
        <p:spPr>
          <a:xfrm>
            <a:off x="554736" y="3659644"/>
            <a:ext cx="2514600" cy="492443"/>
          </a:xfrm>
        </p:spPr>
        <p:txBody>
          <a:bodyPr wrap="square" anchor="t">
            <a:spAutoFit/>
          </a:bodyPr>
          <a:lstStyle>
            <a:lvl1pPr marL="0" indent="0" algn="l">
              <a:buNone/>
              <a:defRPr sz="1600" b="0">
                <a:solidFill>
                  <a:schemeClr val="tx1"/>
                </a:solidFill>
              </a:defRPr>
            </a:lvl1pPr>
            <a:lvl2pPr marL="457178" indent="0" algn="ctr">
              <a:buNone/>
              <a:defRPr sz="2000"/>
            </a:lvl2pPr>
            <a:lvl3pPr marL="914354" indent="0" algn="ctr">
              <a:buNone/>
              <a:defRPr sz="1800"/>
            </a:lvl3pPr>
            <a:lvl4pPr marL="1371532" indent="0" algn="ctr">
              <a:buNone/>
              <a:defRPr sz="1600"/>
            </a:lvl4pPr>
            <a:lvl5pPr marL="1828709" indent="0" algn="ctr">
              <a:buNone/>
              <a:defRPr sz="1600"/>
            </a:lvl5pPr>
            <a:lvl6pPr marL="2285886" indent="0" algn="ctr">
              <a:buNone/>
              <a:defRPr sz="1600"/>
            </a:lvl6pPr>
            <a:lvl7pPr marL="2743062" indent="0" algn="ctr">
              <a:buNone/>
              <a:defRPr sz="1600"/>
            </a:lvl7pPr>
            <a:lvl8pPr marL="3200240" indent="0" algn="ctr">
              <a:buNone/>
              <a:defRPr sz="1600"/>
            </a:lvl8pPr>
            <a:lvl9pPr marL="3657418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21" name="5. Source" hidden="1">
            <a:extLst>
              <a:ext uri="{FF2B5EF4-FFF2-40B4-BE49-F238E27FC236}">
                <a16:creationId xmlns:a16="http://schemas.microsoft.com/office/drawing/2014/main" id="{25B2DE14-9B3F-4199-B082-9FEB12CE57EA}"/>
              </a:ext>
            </a:extLst>
          </p:cNvPr>
          <p:cNvSpPr txBox="1"/>
          <p:nvPr userDrawn="1">
            <p:custDataLst>
              <p:tags r:id="rId7"/>
            </p:custDataLst>
          </p:nvPr>
        </p:nvSpPr>
        <p:spPr>
          <a:xfrm>
            <a:off x="554735" y="6501669"/>
            <a:ext cx="7277861" cy="12311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en-US" sz="800" dirty="0"/>
              <a:t>Source: …</a:t>
            </a:r>
          </a:p>
        </p:txBody>
      </p:sp>
      <p:sp>
        <p:nvSpPr>
          <p:cNvPr id="15" name="1. On-page tracker">
            <a:extLst>
              <a:ext uri="{FF2B5EF4-FFF2-40B4-BE49-F238E27FC236}">
                <a16:creationId xmlns:a16="http://schemas.microsoft.com/office/drawing/2014/main" id="{2C7757ED-5357-4B01-BB59-15D4406B0FDF}"/>
              </a:ext>
            </a:extLst>
          </p:cNvPr>
          <p:cNvSpPr>
            <a:spLocks noGrp="1"/>
          </p:cNvSpPr>
          <p:nvPr>
            <p:ph type="body" sz="quarter" idx="17" hasCustomPrompt="1"/>
            <p:custDataLst>
              <p:tags r:id="rId8"/>
            </p:custDataLst>
          </p:nvPr>
        </p:nvSpPr>
        <p:spPr>
          <a:xfrm>
            <a:off x="7156704" y="78768"/>
            <a:ext cx="4480560" cy="123111"/>
          </a:xfrm>
        </p:spPr>
        <p:txBody>
          <a:bodyPr anchor="ctr" anchorCtr="0">
            <a:spAutoFit/>
          </a:bodyPr>
          <a:lstStyle>
            <a:lvl1pPr algn="r">
              <a:defRPr sz="800">
                <a:latin typeface="+mn-lt"/>
              </a:defRPr>
            </a:lvl1pPr>
          </a:lstStyle>
          <a:p>
            <a:pPr lvl="0"/>
            <a:r>
              <a:rPr lang="en-US" dirty="0"/>
              <a:t>Chapter › Topic</a:t>
            </a:r>
          </a:p>
        </p:txBody>
      </p:sp>
    </p:spTree>
    <p:extLst>
      <p:ext uri="{BB962C8B-B14F-4D97-AF65-F5344CB8AC3E}">
        <p14:creationId xmlns:p14="http://schemas.microsoft.com/office/powerpoint/2010/main" val="418947878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/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Object 2" hidden="1">
            <a:extLst>
              <a:ext uri="{FF2B5EF4-FFF2-40B4-BE49-F238E27FC236}">
                <a16:creationId xmlns:a16="http://schemas.microsoft.com/office/drawing/2014/main" id="{CEE6E84E-0DE7-4EEF-8932-BF42153B3B56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315518377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10" imgW="413" imgH="416" progId="TCLayout.ActiveDocument.1">
                  <p:embed/>
                </p:oleObj>
              </mc:Choice>
              <mc:Fallback>
                <p:oleObj name="think-cell Slide" r:id="rId10" imgW="413" imgH="416" progId="TCLayout.ActiveDocument.1">
                  <p:embed/>
                  <p:pic>
                    <p:nvPicPr>
                      <p:cNvPr id="3" name="Object 2" hidden="1">
                        <a:extLst>
                          <a:ext uri="{FF2B5EF4-FFF2-40B4-BE49-F238E27FC236}">
                            <a16:creationId xmlns:a16="http://schemas.microsoft.com/office/drawing/2014/main" id="{CEE6E84E-0DE7-4EEF-8932-BF42153B3B56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1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Rectangle 1" hidden="1">
            <a:extLst>
              <a:ext uri="{FF2B5EF4-FFF2-40B4-BE49-F238E27FC236}">
                <a16:creationId xmlns:a16="http://schemas.microsoft.com/office/drawing/2014/main" id="{22D2E0F6-5BB5-47A0-8E4A-CD4E6673B199}"/>
              </a:ext>
            </a:extLst>
          </p:cNvPr>
          <p:cNvSpPr/>
          <p:nvPr userDrawn="1">
            <p:custDataLst>
              <p:tags r:id="rId2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  <a:solidFill>
            <a:schemeClr val="accent1"/>
          </a:solidFill>
          <a:ln w="6350" cap="sq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lvl="0" indent="0" algn="ctr" eaLnBrk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endParaRPr lang="en-US" sz="2500" b="1" i="0" baseline="0" dirty="0" err="1">
              <a:solidFill>
                <a:schemeClr val="bg1"/>
              </a:solidFill>
              <a:latin typeface="Georgia" panose="02040502050405020303" pitchFamily="18" charset="0"/>
              <a:ea typeface="+mj-ea"/>
              <a:cs typeface="+mj-cs"/>
              <a:sym typeface="Georgia" panose="02040502050405020303" pitchFamily="18" charset="0"/>
            </a:endParaRPr>
          </a:p>
        </p:txBody>
      </p:sp>
      <p:sp>
        <p:nvSpPr>
          <p:cNvPr id="6" name="RectangleLight">
            <a:extLst>
              <a:ext uri="{FF2B5EF4-FFF2-40B4-BE49-F238E27FC236}">
                <a16:creationId xmlns:a16="http://schemas.microsoft.com/office/drawing/2014/main" id="{3FA229FA-A3E6-464F-8FAE-54175450EBEB}"/>
              </a:ext>
            </a:extLst>
          </p:cNvPr>
          <p:cNvSpPr/>
          <p:nvPr userDrawn="1">
            <p:custDataLst>
              <p:tags r:id="rId3"/>
            </p:custDataLst>
          </p:nvPr>
        </p:nvSpPr>
        <p:spPr bwMode="ltGray">
          <a:xfrm>
            <a:off x="4364736" y="0"/>
            <a:ext cx="7827264" cy="6858000"/>
          </a:xfrm>
          <a:prstGeom prst="rect">
            <a:avLst/>
          </a:prstGeom>
          <a:solidFill>
            <a:srgbClr val="E6E6E6"/>
          </a:solidFill>
          <a:ln w="6350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dirty="0">
              <a:solidFill>
                <a:srgbClr val="F0F0F0"/>
              </a:solidFill>
              <a:latin typeface="Arial" panose="020B0604020202020204" pitchFamily="34" charset="0"/>
            </a:endParaRPr>
          </a:p>
        </p:txBody>
      </p:sp>
      <p:sp>
        <p:nvSpPr>
          <p:cNvPr id="17" name="Slide Number">
            <a:extLst>
              <a:ext uri="{FF2B5EF4-FFF2-40B4-BE49-F238E27FC236}">
                <a16:creationId xmlns:a16="http://schemas.microsoft.com/office/drawing/2014/main" id="{36B65DC7-979F-4AB7-9872-8CF5F2DCB753}"/>
              </a:ext>
            </a:extLst>
          </p:cNvPr>
          <p:cNvSpPr>
            <a:spLocks noChangeArrowheads="1"/>
          </p:cNvSpPr>
          <p:nvPr userDrawn="1">
            <p:custDataLst>
              <p:tags r:id="rId4"/>
            </p:custDataLst>
          </p:nvPr>
        </p:nvSpPr>
        <p:spPr bwMode="black">
          <a:xfrm>
            <a:off x="11312525" y="6498754"/>
            <a:ext cx="325501" cy="138499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square" lIns="0" tIns="0" rIns="0" bIns="0" anchor="b">
            <a:spAutoFit/>
          </a:bodyPr>
          <a:lstStyle/>
          <a:p>
            <a:pPr algn="r" defTabSz="610744" fontAlgn="auto">
              <a:spcBef>
                <a:spcPts val="0"/>
              </a:spcBef>
              <a:spcAft>
                <a:spcPts val="0"/>
              </a:spcAft>
              <a:defRPr/>
            </a:pPr>
            <a:fld id="{4ABDCABE-3F10-B64C-92F1-862014417034}" type="slidenum">
              <a:rPr lang="en-US" sz="900" smtClean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rPr>
              <a:pPr algn="r" defTabSz="610744" fontAlgn="auto">
                <a:spcBef>
                  <a:spcPts val="0"/>
                </a:spcBef>
                <a:spcAft>
                  <a:spcPts val="0"/>
                </a:spcAft>
                <a:defRPr/>
              </a:pPr>
              <a:t>‹#›</a:t>
            </a:fld>
            <a:endParaRPr lang="en-US" sz="900">
              <a:solidFill>
                <a:schemeClr val="tx1"/>
              </a:solidFill>
              <a:latin typeface="+mn-lt"/>
              <a:ea typeface="+mn-ea"/>
              <a:cs typeface="Arial" panose="020B0604020202020204" pitchFamily="34" charset="0"/>
            </a:endParaRPr>
          </a:p>
        </p:txBody>
      </p:sp>
      <p:sp>
        <p:nvSpPr>
          <p:cNvPr id="19" name="2. Slide Title">
            <a:extLst>
              <a:ext uri="{FF2B5EF4-FFF2-40B4-BE49-F238E27FC236}">
                <a16:creationId xmlns:a16="http://schemas.microsoft.com/office/drawing/2014/main" id="{4EF89F43-35C6-451B-BBE8-87D2B8B83F5E}"/>
              </a:ext>
            </a:extLst>
          </p:cNvPr>
          <p:cNvSpPr>
            <a:spLocks noGrp="1"/>
          </p:cNvSpPr>
          <p:nvPr>
            <p:ph type="title"/>
            <p:custDataLst>
              <p:tags r:id="rId5"/>
            </p:custDataLst>
          </p:nvPr>
        </p:nvSpPr>
        <p:spPr>
          <a:xfrm>
            <a:off x="554736" y="2744369"/>
            <a:ext cx="3465576" cy="769441"/>
          </a:xfrm>
          <a:prstGeom prst="rect">
            <a:avLst/>
          </a:prstGeom>
        </p:spPr>
        <p:txBody>
          <a:bodyPr wrap="square" anchor="b">
            <a:noAutofit/>
          </a:bodyPr>
          <a:lstStyle>
            <a:lvl1pPr algn="l"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0" name="3. Subtitle">
            <a:extLst>
              <a:ext uri="{FF2B5EF4-FFF2-40B4-BE49-F238E27FC236}">
                <a16:creationId xmlns:a16="http://schemas.microsoft.com/office/drawing/2014/main" id="{9F06A69A-B095-4159-932B-3658DD253FDF}"/>
              </a:ext>
            </a:extLst>
          </p:cNvPr>
          <p:cNvSpPr>
            <a:spLocks noGrp="1"/>
          </p:cNvSpPr>
          <p:nvPr>
            <p:ph type="subTitle" idx="1"/>
            <p:custDataLst>
              <p:tags r:id="rId6"/>
            </p:custDataLst>
          </p:nvPr>
        </p:nvSpPr>
        <p:spPr>
          <a:xfrm>
            <a:off x="554735" y="3659644"/>
            <a:ext cx="3465575" cy="246221"/>
          </a:xfrm>
        </p:spPr>
        <p:txBody>
          <a:bodyPr wrap="square" anchor="t">
            <a:spAutoFit/>
          </a:bodyPr>
          <a:lstStyle>
            <a:lvl1pPr marL="0" indent="0" algn="l">
              <a:buNone/>
              <a:defRPr sz="1600" b="0">
                <a:solidFill>
                  <a:schemeClr val="tx1"/>
                </a:solidFill>
              </a:defRPr>
            </a:lvl1pPr>
            <a:lvl2pPr marL="457178" indent="0" algn="ctr">
              <a:buNone/>
              <a:defRPr sz="2000"/>
            </a:lvl2pPr>
            <a:lvl3pPr marL="914354" indent="0" algn="ctr">
              <a:buNone/>
              <a:defRPr sz="1800"/>
            </a:lvl3pPr>
            <a:lvl4pPr marL="1371532" indent="0" algn="ctr">
              <a:buNone/>
              <a:defRPr sz="1600"/>
            </a:lvl4pPr>
            <a:lvl5pPr marL="1828709" indent="0" algn="ctr">
              <a:buNone/>
              <a:defRPr sz="1600"/>
            </a:lvl5pPr>
            <a:lvl6pPr marL="2285886" indent="0" algn="ctr">
              <a:buNone/>
              <a:defRPr sz="1600"/>
            </a:lvl6pPr>
            <a:lvl7pPr marL="2743062" indent="0" algn="ctr">
              <a:buNone/>
              <a:defRPr sz="1600"/>
            </a:lvl7pPr>
            <a:lvl8pPr marL="3200240" indent="0" algn="ctr">
              <a:buNone/>
              <a:defRPr sz="1600"/>
            </a:lvl8pPr>
            <a:lvl9pPr marL="3657418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21" name="5. Source" hidden="1">
            <a:extLst>
              <a:ext uri="{FF2B5EF4-FFF2-40B4-BE49-F238E27FC236}">
                <a16:creationId xmlns:a16="http://schemas.microsoft.com/office/drawing/2014/main" id="{DA204BE1-D5C8-4D03-9090-21D41FEC78E0}"/>
              </a:ext>
            </a:extLst>
          </p:cNvPr>
          <p:cNvSpPr txBox="1"/>
          <p:nvPr userDrawn="1">
            <p:custDataLst>
              <p:tags r:id="rId7"/>
            </p:custDataLst>
          </p:nvPr>
        </p:nvSpPr>
        <p:spPr>
          <a:xfrm>
            <a:off x="554735" y="6501669"/>
            <a:ext cx="7277861" cy="12311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en-US" sz="800" dirty="0"/>
              <a:t>Source: …</a:t>
            </a:r>
          </a:p>
        </p:txBody>
      </p:sp>
      <p:sp>
        <p:nvSpPr>
          <p:cNvPr id="15" name="1. On-page tracker">
            <a:extLst>
              <a:ext uri="{FF2B5EF4-FFF2-40B4-BE49-F238E27FC236}">
                <a16:creationId xmlns:a16="http://schemas.microsoft.com/office/drawing/2014/main" id="{1ADFA379-EDDB-4C62-A3BB-AC227312C688}"/>
              </a:ext>
            </a:extLst>
          </p:cNvPr>
          <p:cNvSpPr>
            <a:spLocks noGrp="1"/>
          </p:cNvSpPr>
          <p:nvPr>
            <p:ph type="body" sz="quarter" idx="17" hasCustomPrompt="1"/>
            <p:custDataLst>
              <p:tags r:id="rId8"/>
            </p:custDataLst>
          </p:nvPr>
        </p:nvSpPr>
        <p:spPr>
          <a:xfrm>
            <a:off x="7156704" y="78768"/>
            <a:ext cx="4480560" cy="123111"/>
          </a:xfrm>
        </p:spPr>
        <p:txBody>
          <a:bodyPr anchor="ctr" anchorCtr="0">
            <a:spAutoFit/>
          </a:bodyPr>
          <a:lstStyle>
            <a:lvl1pPr algn="r">
              <a:defRPr sz="800">
                <a:latin typeface="+mn-lt"/>
              </a:defRPr>
            </a:lvl1pPr>
          </a:lstStyle>
          <a:p>
            <a:pPr lvl="0"/>
            <a:r>
              <a:rPr lang="en-US" dirty="0"/>
              <a:t>Chapter › Topic</a:t>
            </a:r>
          </a:p>
        </p:txBody>
      </p:sp>
    </p:spTree>
    <p:extLst>
      <p:ext uri="{BB962C8B-B14F-4D97-AF65-F5344CB8AC3E}">
        <p14:creationId xmlns:p14="http://schemas.microsoft.com/office/powerpoint/2010/main" val="110899004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/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Object 2" hidden="1">
            <a:extLst>
              <a:ext uri="{FF2B5EF4-FFF2-40B4-BE49-F238E27FC236}">
                <a16:creationId xmlns:a16="http://schemas.microsoft.com/office/drawing/2014/main" id="{9F7114D8-6025-4386-BA96-B034FE6B3CDB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3149784298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10" imgW="413" imgH="416" progId="TCLayout.ActiveDocument.1">
                  <p:embed/>
                </p:oleObj>
              </mc:Choice>
              <mc:Fallback>
                <p:oleObj name="think-cell Slide" r:id="rId10" imgW="413" imgH="416" progId="TCLayout.ActiveDocument.1">
                  <p:embed/>
                  <p:pic>
                    <p:nvPicPr>
                      <p:cNvPr id="3" name="Object 2" hidden="1">
                        <a:extLst>
                          <a:ext uri="{FF2B5EF4-FFF2-40B4-BE49-F238E27FC236}">
                            <a16:creationId xmlns:a16="http://schemas.microsoft.com/office/drawing/2014/main" id="{9F7114D8-6025-4386-BA96-B034FE6B3CDB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1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Rectangle 1" hidden="1">
            <a:extLst>
              <a:ext uri="{FF2B5EF4-FFF2-40B4-BE49-F238E27FC236}">
                <a16:creationId xmlns:a16="http://schemas.microsoft.com/office/drawing/2014/main" id="{25C86E70-6ADC-4EA2-90F2-373AC4FDE5D0}"/>
              </a:ext>
            </a:extLst>
          </p:cNvPr>
          <p:cNvSpPr/>
          <p:nvPr userDrawn="1">
            <p:custDataLst>
              <p:tags r:id="rId2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  <a:solidFill>
            <a:schemeClr val="accent1"/>
          </a:solidFill>
          <a:ln w="6350" cap="sq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lvl="0" indent="0" algn="ctr" eaLnBrk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endParaRPr lang="en-US" sz="2500" b="1" i="0" baseline="0" dirty="0" err="1">
              <a:solidFill>
                <a:schemeClr val="bg1"/>
              </a:solidFill>
              <a:latin typeface="Georgia" panose="02040502050405020303" pitchFamily="18" charset="0"/>
              <a:ea typeface="+mj-ea"/>
              <a:cs typeface="+mj-cs"/>
              <a:sym typeface="Georgia" panose="02040502050405020303" pitchFamily="18" charset="0"/>
            </a:endParaRPr>
          </a:p>
        </p:txBody>
      </p:sp>
      <p:sp>
        <p:nvSpPr>
          <p:cNvPr id="7" name="RectangleLight">
            <a:extLst>
              <a:ext uri="{FF2B5EF4-FFF2-40B4-BE49-F238E27FC236}">
                <a16:creationId xmlns:a16="http://schemas.microsoft.com/office/drawing/2014/main" id="{2365F90A-9CD8-40EE-93CD-2729135A9569}"/>
              </a:ext>
            </a:extLst>
          </p:cNvPr>
          <p:cNvSpPr/>
          <p:nvPr userDrawn="1">
            <p:custDataLst>
              <p:tags r:id="rId3"/>
            </p:custDataLst>
          </p:nvPr>
        </p:nvSpPr>
        <p:spPr bwMode="ltGray">
          <a:xfrm>
            <a:off x="6092952" y="0"/>
            <a:ext cx="6099048" cy="6858000"/>
          </a:xfrm>
          <a:prstGeom prst="rect">
            <a:avLst/>
          </a:prstGeom>
          <a:solidFill>
            <a:srgbClr val="E6E6E6"/>
          </a:solidFill>
          <a:ln w="6350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dirty="0">
              <a:solidFill>
                <a:srgbClr val="F0F0F0"/>
              </a:solidFill>
              <a:latin typeface="Arial" panose="020B0604020202020204" pitchFamily="34" charset="0"/>
            </a:endParaRPr>
          </a:p>
        </p:txBody>
      </p:sp>
      <p:sp>
        <p:nvSpPr>
          <p:cNvPr id="18" name="Slide Number">
            <a:extLst>
              <a:ext uri="{FF2B5EF4-FFF2-40B4-BE49-F238E27FC236}">
                <a16:creationId xmlns:a16="http://schemas.microsoft.com/office/drawing/2014/main" id="{D0E8D6D4-65CF-4E97-809E-C2399703986A}"/>
              </a:ext>
            </a:extLst>
          </p:cNvPr>
          <p:cNvSpPr>
            <a:spLocks noChangeArrowheads="1"/>
          </p:cNvSpPr>
          <p:nvPr userDrawn="1">
            <p:custDataLst>
              <p:tags r:id="rId4"/>
            </p:custDataLst>
          </p:nvPr>
        </p:nvSpPr>
        <p:spPr bwMode="black">
          <a:xfrm>
            <a:off x="11312525" y="6498754"/>
            <a:ext cx="325501" cy="138499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square" lIns="0" tIns="0" rIns="0" bIns="0" anchor="b">
            <a:spAutoFit/>
          </a:bodyPr>
          <a:lstStyle/>
          <a:p>
            <a:pPr algn="r" defTabSz="610744" fontAlgn="auto">
              <a:spcBef>
                <a:spcPts val="0"/>
              </a:spcBef>
              <a:spcAft>
                <a:spcPts val="0"/>
              </a:spcAft>
              <a:defRPr/>
            </a:pPr>
            <a:fld id="{4ABDCABE-3F10-B64C-92F1-862014417034}" type="slidenum">
              <a:rPr lang="en-US" sz="900" smtClean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rPr>
              <a:pPr algn="r" defTabSz="610744" fontAlgn="auto">
                <a:spcBef>
                  <a:spcPts val="0"/>
                </a:spcBef>
                <a:spcAft>
                  <a:spcPts val="0"/>
                </a:spcAft>
                <a:defRPr/>
              </a:pPr>
              <a:t>‹#›</a:t>
            </a:fld>
            <a:endParaRPr lang="en-US" sz="900">
              <a:solidFill>
                <a:schemeClr val="tx1"/>
              </a:solidFill>
              <a:latin typeface="+mn-lt"/>
              <a:ea typeface="+mn-ea"/>
              <a:cs typeface="Arial" panose="020B0604020202020204" pitchFamily="34" charset="0"/>
            </a:endParaRPr>
          </a:p>
        </p:txBody>
      </p:sp>
      <p:sp>
        <p:nvSpPr>
          <p:cNvPr id="22" name="5. Source" hidden="1">
            <a:extLst>
              <a:ext uri="{FF2B5EF4-FFF2-40B4-BE49-F238E27FC236}">
                <a16:creationId xmlns:a16="http://schemas.microsoft.com/office/drawing/2014/main" id="{F5E9C22A-A356-4521-A359-338A663DFEA2}"/>
              </a:ext>
            </a:extLst>
          </p:cNvPr>
          <p:cNvSpPr txBox="1"/>
          <p:nvPr userDrawn="1">
            <p:custDataLst>
              <p:tags r:id="rId5"/>
            </p:custDataLst>
          </p:nvPr>
        </p:nvSpPr>
        <p:spPr>
          <a:xfrm>
            <a:off x="554735" y="6501669"/>
            <a:ext cx="7277861" cy="12311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en-US" sz="800" dirty="0"/>
              <a:t>Source: …</a:t>
            </a:r>
          </a:p>
        </p:txBody>
      </p:sp>
      <p:sp>
        <p:nvSpPr>
          <p:cNvPr id="20" name="1. On-page tracker">
            <a:extLst>
              <a:ext uri="{FF2B5EF4-FFF2-40B4-BE49-F238E27FC236}">
                <a16:creationId xmlns:a16="http://schemas.microsoft.com/office/drawing/2014/main" id="{0E1A178A-6BDC-4A0A-9F92-72F6EB95AD81}"/>
              </a:ext>
            </a:extLst>
          </p:cNvPr>
          <p:cNvSpPr>
            <a:spLocks noGrp="1"/>
          </p:cNvSpPr>
          <p:nvPr>
            <p:ph type="body" sz="quarter" idx="17" hasCustomPrompt="1"/>
            <p:custDataLst>
              <p:tags r:id="rId6"/>
            </p:custDataLst>
          </p:nvPr>
        </p:nvSpPr>
        <p:spPr>
          <a:xfrm>
            <a:off x="7156704" y="78768"/>
            <a:ext cx="4480560" cy="123111"/>
          </a:xfrm>
        </p:spPr>
        <p:txBody>
          <a:bodyPr anchor="ctr" anchorCtr="0">
            <a:spAutoFit/>
          </a:bodyPr>
          <a:lstStyle>
            <a:lvl1pPr algn="r">
              <a:defRPr sz="800">
                <a:latin typeface="+mn-lt"/>
              </a:defRPr>
            </a:lvl1pPr>
          </a:lstStyle>
          <a:p>
            <a:pPr lvl="0"/>
            <a:r>
              <a:rPr lang="en-US" dirty="0"/>
              <a:t>Chapter › Topic</a:t>
            </a:r>
          </a:p>
        </p:txBody>
      </p:sp>
      <p:sp>
        <p:nvSpPr>
          <p:cNvPr id="24" name="2. Slide Title">
            <a:extLst>
              <a:ext uri="{FF2B5EF4-FFF2-40B4-BE49-F238E27FC236}">
                <a16:creationId xmlns:a16="http://schemas.microsoft.com/office/drawing/2014/main" id="{06A9E224-CFBD-42B8-A4C0-EFE2C017E523}"/>
              </a:ext>
            </a:extLst>
          </p:cNvPr>
          <p:cNvSpPr>
            <a:spLocks noGrp="1"/>
          </p:cNvSpPr>
          <p:nvPr>
            <p:ph type="title"/>
            <p:custDataLst>
              <p:tags r:id="rId7"/>
            </p:custDataLst>
          </p:nvPr>
        </p:nvSpPr>
        <p:spPr>
          <a:xfrm>
            <a:off x="554736" y="182372"/>
            <a:ext cx="5065776" cy="73152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5" name="3. Subtitle">
            <a:extLst>
              <a:ext uri="{FF2B5EF4-FFF2-40B4-BE49-F238E27FC236}">
                <a16:creationId xmlns:a16="http://schemas.microsoft.com/office/drawing/2014/main" id="{F7FC2EC4-28A5-4B24-B46C-79BCB0964344}"/>
              </a:ext>
            </a:extLst>
          </p:cNvPr>
          <p:cNvSpPr>
            <a:spLocks noGrp="1"/>
          </p:cNvSpPr>
          <p:nvPr>
            <p:ph type="subTitle" idx="1"/>
            <p:custDataLst>
              <p:tags r:id="rId8"/>
            </p:custDataLst>
          </p:nvPr>
        </p:nvSpPr>
        <p:spPr>
          <a:xfrm>
            <a:off x="554736" y="903861"/>
            <a:ext cx="5065776" cy="246221"/>
          </a:xfrm>
        </p:spPr>
        <p:txBody>
          <a:bodyPr anchor="t" anchorCtr="0">
            <a:spAutoFit/>
          </a:bodyPr>
          <a:lstStyle/>
          <a:p>
            <a:r>
              <a:rPr lang="en-US" sz="1600"/>
              <a:t>Click to edit Master subtitle style</a:t>
            </a:r>
            <a:endParaRPr lang="en-US" sz="1600" dirty="0"/>
          </a:p>
        </p:txBody>
      </p:sp>
    </p:spTree>
    <p:extLst>
      <p:ext uri="{BB962C8B-B14F-4D97-AF65-F5344CB8AC3E}">
        <p14:creationId xmlns:p14="http://schemas.microsoft.com/office/powerpoint/2010/main" val="259866427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2/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Object 2" hidden="1">
            <a:extLst>
              <a:ext uri="{FF2B5EF4-FFF2-40B4-BE49-F238E27FC236}">
                <a16:creationId xmlns:a16="http://schemas.microsoft.com/office/drawing/2014/main" id="{C293AC4C-5B2F-4A0C-8C9B-7295BEE1F457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1931244333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10" imgW="572" imgH="588" progId="TCLayout.ActiveDocument.1">
                  <p:embed/>
                </p:oleObj>
              </mc:Choice>
              <mc:Fallback>
                <p:oleObj name="think-cell Slide" r:id="rId10" imgW="572" imgH="588" progId="TCLayout.ActiveDocument.1">
                  <p:embed/>
                  <p:pic>
                    <p:nvPicPr>
                      <p:cNvPr id="3" name="Object 2" hidden="1">
                        <a:extLst>
                          <a:ext uri="{FF2B5EF4-FFF2-40B4-BE49-F238E27FC236}">
                            <a16:creationId xmlns:a16="http://schemas.microsoft.com/office/drawing/2014/main" id="{C293AC4C-5B2F-4A0C-8C9B-7295BEE1F457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1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Rectangle 1" hidden="1">
            <a:extLst>
              <a:ext uri="{FF2B5EF4-FFF2-40B4-BE49-F238E27FC236}">
                <a16:creationId xmlns:a16="http://schemas.microsoft.com/office/drawing/2014/main" id="{D8F8ABD0-305F-4DFC-AC60-1FB7BB16830A}"/>
              </a:ext>
            </a:extLst>
          </p:cNvPr>
          <p:cNvSpPr/>
          <p:nvPr userDrawn="1">
            <p:custDataLst>
              <p:tags r:id="rId2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  <a:solidFill>
            <a:schemeClr val="accent1"/>
          </a:solidFill>
          <a:ln w="6350" cap="sq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lvl="0" indent="0" algn="ctr" eaLnBrk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endParaRPr lang="en-US" sz="2500" b="1" i="0" baseline="0" dirty="0" err="1">
              <a:solidFill>
                <a:schemeClr val="bg1"/>
              </a:solidFill>
              <a:latin typeface="Georgia" panose="02040502050405020303" pitchFamily="18" charset="0"/>
              <a:ea typeface="+mj-ea"/>
              <a:cs typeface="+mj-cs"/>
              <a:sym typeface="Georgia" panose="02040502050405020303" pitchFamily="18" charset="0"/>
            </a:endParaRPr>
          </a:p>
        </p:txBody>
      </p:sp>
      <p:sp>
        <p:nvSpPr>
          <p:cNvPr id="7" name="RectangleLight">
            <a:extLst>
              <a:ext uri="{FF2B5EF4-FFF2-40B4-BE49-F238E27FC236}">
                <a16:creationId xmlns:a16="http://schemas.microsoft.com/office/drawing/2014/main" id="{2365F90A-9CD8-40EE-93CD-2729135A9569}"/>
              </a:ext>
            </a:extLst>
          </p:cNvPr>
          <p:cNvSpPr/>
          <p:nvPr userDrawn="1">
            <p:custDataLst>
              <p:tags r:id="rId3"/>
            </p:custDataLst>
          </p:nvPr>
        </p:nvSpPr>
        <p:spPr bwMode="ltGray">
          <a:xfrm>
            <a:off x="7830312" y="0"/>
            <a:ext cx="4361688" cy="6858000"/>
          </a:xfrm>
          <a:prstGeom prst="rect">
            <a:avLst/>
          </a:prstGeom>
          <a:solidFill>
            <a:srgbClr val="E6E6E6"/>
          </a:solidFill>
          <a:ln w="6350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dirty="0">
              <a:solidFill>
                <a:srgbClr val="F0F0F0"/>
              </a:solidFill>
              <a:latin typeface="Arial" panose="020B0604020202020204" pitchFamily="34" charset="0"/>
            </a:endParaRPr>
          </a:p>
        </p:txBody>
      </p:sp>
      <p:sp>
        <p:nvSpPr>
          <p:cNvPr id="17" name="Slide Number">
            <a:extLst>
              <a:ext uri="{FF2B5EF4-FFF2-40B4-BE49-F238E27FC236}">
                <a16:creationId xmlns:a16="http://schemas.microsoft.com/office/drawing/2014/main" id="{3B7A7C0C-AC02-4989-860B-73442D510162}"/>
              </a:ext>
            </a:extLst>
          </p:cNvPr>
          <p:cNvSpPr>
            <a:spLocks noChangeArrowheads="1"/>
          </p:cNvSpPr>
          <p:nvPr userDrawn="1">
            <p:custDataLst>
              <p:tags r:id="rId4"/>
            </p:custDataLst>
          </p:nvPr>
        </p:nvSpPr>
        <p:spPr bwMode="black">
          <a:xfrm>
            <a:off x="11312525" y="6498754"/>
            <a:ext cx="325501" cy="138499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square" lIns="0" tIns="0" rIns="0" bIns="0" anchor="b">
            <a:spAutoFit/>
          </a:bodyPr>
          <a:lstStyle/>
          <a:p>
            <a:pPr algn="r" defTabSz="610744" fontAlgn="auto">
              <a:spcBef>
                <a:spcPts val="0"/>
              </a:spcBef>
              <a:spcAft>
                <a:spcPts val="0"/>
              </a:spcAft>
              <a:defRPr/>
            </a:pPr>
            <a:fld id="{4ABDCABE-3F10-B64C-92F1-862014417034}" type="slidenum">
              <a:rPr lang="en-US" sz="900" smtClean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rPr>
              <a:pPr algn="r" defTabSz="610744" fontAlgn="auto">
                <a:spcBef>
                  <a:spcPts val="0"/>
                </a:spcBef>
                <a:spcAft>
                  <a:spcPts val="0"/>
                </a:spcAft>
                <a:defRPr/>
              </a:pPr>
              <a:t>‹#›</a:t>
            </a:fld>
            <a:endParaRPr lang="en-US" sz="900">
              <a:solidFill>
                <a:schemeClr val="tx1"/>
              </a:solidFill>
              <a:latin typeface="+mn-lt"/>
              <a:ea typeface="+mn-ea"/>
              <a:cs typeface="Arial" panose="020B0604020202020204" pitchFamily="34" charset="0"/>
            </a:endParaRPr>
          </a:p>
        </p:txBody>
      </p:sp>
      <p:sp>
        <p:nvSpPr>
          <p:cNvPr id="21" name="5. Source" hidden="1">
            <a:extLst>
              <a:ext uri="{FF2B5EF4-FFF2-40B4-BE49-F238E27FC236}">
                <a16:creationId xmlns:a16="http://schemas.microsoft.com/office/drawing/2014/main" id="{F25A304F-F50E-4F96-991D-CFEB07060178}"/>
              </a:ext>
            </a:extLst>
          </p:cNvPr>
          <p:cNvSpPr txBox="1"/>
          <p:nvPr userDrawn="1">
            <p:custDataLst>
              <p:tags r:id="rId5"/>
            </p:custDataLst>
          </p:nvPr>
        </p:nvSpPr>
        <p:spPr>
          <a:xfrm>
            <a:off x="554735" y="6501669"/>
            <a:ext cx="6967729" cy="12311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en-US" sz="800" dirty="0"/>
              <a:t>Source: …</a:t>
            </a:r>
          </a:p>
        </p:txBody>
      </p:sp>
      <p:sp>
        <p:nvSpPr>
          <p:cNvPr id="25" name="2. Slide Title">
            <a:extLst>
              <a:ext uri="{FF2B5EF4-FFF2-40B4-BE49-F238E27FC236}">
                <a16:creationId xmlns:a16="http://schemas.microsoft.com/office/drawing/2014/main" id="{AA4BE143-5F32-4F04-B536-5DD597732824}"/>
              </a:ext>
            </a:extLst>
          </p:cNvPr>
          <p:cNvSpPr>
            <a:spLocks noGrp="1"/>
          </p:cNvSpPr>
          <p:nvPr>
            <p:ph type="title"/>
            <p:custDataLst>
              <p:tags r:id="rId6"/>
            </p:custDataLst>
          </p:nvPr>
        </p:nvSpPr>
        <p:spPr>
          <a:xfrm>
            <a:off x="554736" y="182372"/>
            <a:ext cx="6967728" cy="73152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6" name="3. Subtitle">
            <a:extLst>
              <a:ext uri="{FF2B5EF4-FFF2-40B4-BE49-F238E27FC236}">
                <a16:creationId xmlns:a16="http://schemas.microsoft.com/office/drawing/2014/main" id="{97E30C8F-A677-42C7-A072-4ACC7DC3D698}"/>
              </a:ext>
            </a:extLst>
          </p:cNvPr>
          <p:cNvSpPr>
            <a:spLocks noGrp="1"/>
          </p:cNvSpPr>
          <p:nvPr>
            <p:ph type="subTitle" idx="1"/>
            <p:custDataLst>
              <p:tags r:id="rId7"/>
            </p:custDataLst>
          </p:nvPr>
        </p:nvSpPr>
        <p:spPr>
          <a:xfrm>
            <a:off x="554736" y="903861"/>
            <a:ext cx="6967728" cy="246221"/>
          </a:xfrm>
        </p:spPr>
        <p:txBody>
          <a:bodyPr anchor="t" anchorCtr="0">
            <a:spAutoFit/>
          </a:bodyPr>
          <a:lstStyle/>
          <a:p>
            <a:r>
              <a:rPr lang="en-US" sz="1600"/>
              <a:t>Click to edit Master subtitle style</a:t>
            </a:r>
            <a:endParaRPr lang="en-US" sz="1600" dirty="0"/>
          </a:p>
        </p:txBody>
      </p:sp>
      <p:sp>
        <p:nvSpPr>
          <p:cNvPr id="19" name="1. On-page tracker">
            <a:extLst>
              <a:ext uri="{FF2B5EF4-FFF2-40B4-BE49-F238E27FC236}">
                <a16:creationId xmlns:a16="http://schemas.microsoft.com/office/drawing/2014/main" id="{288125BB-6CB4-4B7C-8E2B-CB1912430A39}"/>
              </a:ext>
            </a:extLst>
          </p:cNvPr>
          <p:cNvSpPr>
            <a:spLocks noGrp="1"/>
          </p:cNvSpPr>
          <p:nvPr>
            <p:ph type="body" sz="quarter" idx="18" hasCustomPrompt="1"/>
            <p:custDataLst>
              <p:tags r:id="rId8"/>
            </p:custDataLst>
          </p:nvPr>
        </p:nvSpPr>
        <p:spPr>
          <a:xfrm>
            <a:off x="8170323" y="78768"/>
            <a:ext cx="3466941" cy="123111"/>
          </a:xfrm>
        </p:spPr>
        <p:txBody>
          <a:bodyPr wrap="square" anchor="ctr" anchorCtr="0">
            <a:spAutoFit/>
          </a:bodyPr>
          <a:lstStyle>
            <a:lvl1pPr algn="r">
              <a:defRPr sz="800">
                <a:latin typeface="+mn-lt"/>
              </a:defRPr>
            </a:lvl1pPr>
          </a:lstStyle>
          <a:p>
            <a:pPr lvl="0"/>
            <a:r>
              <a:rPr lang="en-US" dirty="0"/>
              <a:t>Chapter › Topic</a:t>
            </a:r>
          </a:p>
        </p:txBody>
      </p:sp>
    </p:spTree>
    <p:extLst>
      <p:ext uri="{BB962C8B-B14F-4D97-AF65-F5344CB8AC3E}">
        <p14:creationId xmlns:p14="http://schemas.microsoft.com/office/powerpoint/2010/main" val="225798519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3/4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Object 2" hidden="1">
            <a:extLst>
              <a:ext uri="{FF2B5EF4-FFF2-40B4-BE49-F238E27FC236}">
                <a16:creationId xmlns:a16="http://schemas.microsoft.com/office/drawing/2014/main" id="{9F7114D8-6025-4386-BA96-B034FE6B3CDB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1602346473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10" imgW="413" imgH="416" progId="TCLayout.ActiveDocument.1">
                  <p:embed/>
                </p:oleObj>
              </mc:Choice>
              <mc:Fallback>
                <p:oleObj name="think-cell Slide" r:id="rId10" imgW="413" imgH="416" progId="TCLayout.ActiveDocument.1">
                  <p:embed/>
                  <p:pic>
                    <p:nvPicPr>
                      <p:cNvPr id="3" name="Object 2" hidden="1">
                        <a:extLst>
                          <a:ext uri="{FF2B5EF4-FFF2-40B4-BE49-F238E27FC236}">
                            <a16:creationId xmlns:a16="http://schemas.microsoft.com/office/drawing/2014/main" id="{9F7114D8-6025-4386-BA96-B034FE6B3CDB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1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Rectangle 1" hidden="1">
            <a:extLst>
              <a:ext uri="{FF2B5EF4-FFF2-40B4-BE49-F238E27FC236}">
                <a16:creationId xmlns:a16="http://schemas.microsoft.com/office/drawing/2014/main" id="{25C86E70-6ADC-4EA2-90F2-373AC4FDE5D0}"/>
              </a:ext>
            </a:extLst>
          </p:cNvPr>
          <p:cNvSpPr/>
          <p:nvPr userDrawn="1">
            <p:custDataLst>
              <p:tags r:id="rId2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  <a:solidFill>
            <a:schemeClr val="accent1"/>
          </a:solidFill>
          <a:ln w="6350" cap="sq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2500" b="1" i="0" u="none" strike="noStrike" kern="1200" cap="none" spc="0" normalizeH="0" baseline="0" noProof="0" dirty="0" err="1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Georgia" panose="02040502050405020303" pitchFamily="18" charset="0"/>
              <a:ea typeface="+mj-ea"/>
              <a:cs typeface="+mj-cs"/>
              <a:sym typeface="Georgia" panose="02040502050405020303" pitchFamily="18" charset="0"/>
            </a:endParaRPr>
          </a:p>
        </p:txBody>
      </p:sp>
      <p:sp>
        <p:nvSpPr>
          <p:cNvPr id="23" name="RectangleLight">
            <a:extLst>
              <a:ext uri="{FF2B5EF4-FFF2-40B4-BE49-F238E27FC236}">
                <a16:creationId xmlns:a16="http://schemas.microsoft.com/office/drawing/2014/main" id="{A80E2F68-4ED6-42EF-9858-2FE4B1382825}"/>
              </a:ext>
            </a:extLst>
          </p:cNvPr>
          <p:cNvSpPr/>
          <p:nvPr userDrawn="1">
            <p:custDataLst>
              <p:tags r:id="rId3"/>
            </p:custDataLst>
          </p:nvPr>
        </p:nvSpPr>
        <p:spPr bwMode="ltGray">
          <a:xfrm>
            <a:off x="8781416" y="0"/>
            <a:ext cx="3410584" cy="6858000"/>
          </a:xfrm>
          <a:prstGeom prst="rect">
            <a:avLst/>
          </a:prstGeom>
          <a:solidFill>
            <a:srgbClr val="E6E6E6"/>
          </a:solidFill>
          <a:ln w="6350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F0F0F0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+mn-cs"/>
            </a:endParaRPr>
          </a:p>
        </p:txBody>
      </p:sp>
      <p:sp>
        <p:nvSpPr>
          <p:cNvPr id="18" name="Slide Number">
            <a:extLst>
              <a:ext uri="{FF2B5EF4-FFF2-40B4-BE49-F238E27FC236}">
                <a16:creationId xmlns:a16="http://schemas.microsoft.com/office/drawing/2014/main" id="{D0E8D6D4-65CF-4E97-809E-C2399703986A}"/>
              </a:ext>
            </a:extLst>
          </p:cNvPr>
          <p:cNvSpPr>
            <a:spLocks noChangeArrowheads="1"/>
          </p:cNvSpPr>
          <p:nvPr userDrawn="1">
            <p:custDataLst>
              <p:tags r:id="rId4"/>
            </p:custDataLst>
          </p:nvPr>
        </p:nvSpPr>
        <p:spPr bwMode="black">
          <a:xfrm>
            <a:off x="11312525" y="6498754"/>
            <a:ext cx="325501" cy="138499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square" lIns="0" tIns="0" rIns="0" bIns="0" anchor="b">
            <a:spAutoFit/>
          </a:bodyPr>
          <a:lstStyle/>
          <a:p>
            <a:pPr marL="0" marR="0" lvl="0" indent="0" algn="r" defTabSz="61074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4ABDCABE-3F10-B64C-92F1-862014417034}" type="slidenum">
              <a:rPr kumimoji="0" lang="en-US" sz="9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Arial" panose="020B0604020202020204" pitchFamily="34" charset="0"/>
              </a:rPr>
              <a:pPr marL="0" marR="0" lvl="0" indent="0" algn="r" defTabSz="61074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9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+mn-ea"/>
              <a:cs typeface="Arial" panose="020B0604020202020204" pitchFamily="34" charset="0"/>
            </a:endParaRPr>
          </a:p>
        </p:txBody>
      </p:sp>
      <p:sp>
        <p:nvSpPr>
          <p:cNvPr id="22" name="5. Source" hidden="1">
            <a:extLst>
              <a:ext uri="{FF2B5EF4-FFF2-40B4-BE49-F238E27FC236}">
                <a16:creationId xmlns:a16="http://schemas.microsoft.com/office/drawing/2014/main" id="{F5E9C22A-A356-4521-A359-338A663DFEA2}"/>
              </a:ext>
            </a:extLst>
          </p:cNvPr>
          <p:cNvSpPr txBox="1"/>
          <p:nvPr userDrawn="1">
            <p:custDataLst>
              <p:tags r:id="rId5"/>
            </p:custDataLst>
          </p:nvPr>
        </p:nvSpPr>
        <p:spPr>
          <a:xfrm>
            <a:off x="554735" y="6501669"/>
            <a:ext cx="7277861" cy="12311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Tx/>
              <a:buSzTx/>
              <a:buFont typeface="Segoe UI" panose="020B0502040204020203" pitchFamily="34" charset="0"/>
              <a:buChar char="​"/>
              <a:tabLst/>
              <a:defRPr/>
            </a:pP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Arial" panose="020B0604020202020204" pitchFamily="34" charset="0"/>
              </a:rPr>
              <a:t>Source: …</a:t>
            </a:r>
          </a:p>
        </p:txBody>
      </p:sp>
      <p:sp>
        <p:nvSpPr>
          <p:cNvPr id="20" name="1. On-page tracker">
            <a:extLst>
              <a:ext uri="{FF2B5EF4-FFF2-40B4-BE49-F238E27FC236}">
                <a16:creationId xmlns:a16="http://schemas.microsoft.com/office/drawing/2014/main" id="{CA286AFC-8B29-4E70-86B3-6C866D5BEC95}"/>
              </a:ext>
            </a:extLst>
          </p:cNvPr>
          <p:cNvSpPr>
            <a:spLocks noGrp="1"/>
          </p:cNvSpPr>
          <p:nvPr>
            <p:ph type="body" sz="quarter" idx="17" hasCustomPrompt="1"/>
            <p:custDataLst>
              <p:tags r:id="rId6"/>
            </p:custDataLst>
          </p:nvPr>
        </p:nvSpPr>
        <p:spPr>
          <a:xfrm>
            <a:off x="9116813" y="78768"/>
            <a:ext cx="2520451" cy="123111"/>
          </a:xfrm>
        </p:spPr>
        <p:txBody>
          <a:bodyPr wrap="square" anchor="ctr" anchorCtr="0">
            <a:spAutoFit/>
          </a:bodyPr>
          <a:lstStyle>
            <a:lvl1pPr algn="r">
              <a:defRPr sz="800">
                <a:latin typeface="+mn-lt"/>
              </a:defRPr>
            </a:lvl1pPr>
          </a:lstStyle>
          <a:p>
            <a:pPr lvl="0"/>
            <a:r>
              <a:rPr lang="en-US" dirty="0"/>
              <a:t>Chapter › Topic</a:t>
            </a:r>
          </a:p>
        </p:txBody>
      </p:sp>
      <p:sp>
        <p:nvSpPr>
          <p:cNvPr id="21" name="2. Slide Title">
            <a:extLst>
              <a:ext uri="{FF2B5EF4-FFF2-40B4-BE49-F238E27FC236}">
                <a16:creationId xmlns:a16="http://schemas.microsoft.com/office/drawing/2014/main" id="{37073CF3-4B2B-440D-B24E-174E36B7892F}"/>
              </a:ext>
            </a:extLst>
          </p:cNvPr>
          <p:cNvSpPr>
            <a:spLocks noGrp="1"/>
          </p:cNvSpPr>
          <p:nvPr>
            <p:ph type="title"/>
            <p:custDataLst>
              <p:tags r:id="rId7"/>
            </p:custDataLst>
          </p:nvPr>
        </p:nvSpPr>
        <p:spPr>
          <a:xfrm>
            <a:off x="554736" y="182372"/>
            <a:ext cx="7918704" cy="73152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6" name="3. Subtitle">
            <a:extLst>
              <a:ext uri="{FF2B5EF4-FFF2-40B4-BE49-F238E27FC236}">
                <a16:creationId xmlns:a16="http://schemas.microsoft.com/office/drawing/2014/main" id="{61C78DC4-4C20-4AA3-93C4-00442F85A83B}"/>
              </a:ext>
            </a:extLst>
          </p:cNvPr>
          <p:cNvSpPr>
            <a:spLocks noGrp="1"/>
          </p:cNvSpPr>
          <p:nvPr>
            <p:ph type="subTitle" idx="1"/>
            <p:custDataLst>
              <p:tags r:id="rId8"/>
            </p:custDataLst>
          </p:nvPr>
        </p:nvSpPr>
        <p:spPr>
          <a:xfrm>
            <a:off x="554736" y="903861"/>
            <a:ext cx="7918704" cy="246221"/>
          </a:xfrm>
        </p:spPr>
        <p:txBody>
          <a:bodyPr anchor="t" anchorCtr="0">
            <a:spAutoFit/>
          </a:bodyPr>
          <a:lstStyle/>
          <a:p>
            <a:r>
              <a:rPr lang="en-US" sz="1600"/>
              <a:t>Click to edit Master subtitle style</a:t>
            </a:r>
            <a:endParaRPr lang="en-US" sz="1600" dirty="0"/>
          </a:p>
        </p:txBody>
      </p:sp>
    </p:spTree>
    <p:extLst>
      <p:ext uri="{BB962C8B-B14F-4D97-AF65-F5344CB8AC3E}">
        <p14:creationId xmlns:p14="http://schemas.microsoft.com/office/powerpoint/2010/main" val="208379584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3-li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SlideLogoText">
            <a:extLst>
              <a:ext uri="{FF2B5EF4-FFF2-40B4-BE49-F238E27FC236}">
                <a16:creationId xmlns:a16="http://schemas.microsoft.com/office/drawing/2014/main" id="{B789CE62-716F-47B1-B8FE-60436A1FA5A7}"/>
              </a:ext>
            </a:extLst>
          </p:cNvPr>
          <p:cNvSpPr txBox="1"/>
          <p:nvPr userDrawn="1">
            <p:custDataLst>
              <p:tags r:id="rId1"/>
            </p:custDataLst>
          </p:nvPr>
        </p:nvSpPr>
        <p:spPr bwMode="black">
          <a:xfrm>
            <a:off x="10142505" y="6499381"/>
            <a:ext cx="1134927" cy="138499"/>
          </a:xfrm>
          <a:prstGeom prst="rect">
            <a:avLst/>
          </a:prstGeom>
          <a:noFill/>
        </p:spPr>
        <p:txBody>
          <a:bodyPr wrap="none" lIns="0" tIns="0" rIns="0" bIns="0" rtlCol="0" anchor="b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9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rPr>
              <a:t>McKinsey &amp; Company</a:t>
            </a:r>
          </a:p>
        </p:txBody>
      </p:sp>
      <p:sp>
        <p:nvSpPr>
          <p:cNvPr id="15" name="Slide Number">
            <a:extLst>
              <a:ext uri="{FF2B5EF4-FFF2-40B4-BE49-F238E27FC236}">
                <a16:creationId xmlns:a16="http://schemas.microsoft.com/office/drawing/2014/main" id="{0AA537C7-2883-43C1-848C-3A4E9645077F}"/>
              </a:ext>
            </a:extLst>
          </p:cNvPr>
          <p:cNvSpPr>
            <a:spLocks noChangeArrowheads="1"/>
          </p:cNvSpPr>
          <p:nvPr userDrawn="1">
            <p:custDataLst>
              <p:tags r:id="rId2"/>
            </p:custDataLst>
          </p:nvPr>
        </p:nvSpPr>
        <p:spPr bwMode="black">
          <a:xfrm>
            <a:off x="11312525" y="6498754"/>
            <a:ext cx="325501" cy="138499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square" lIns="0" tIns="0" rIns="0" bIns="0" anchor="b">
            <a:spAutoFit/>
          </a:bodyPr>
          <a:lstStyle/>
          <a:p>
            <a:pPr algn="r" defTabSz="610744" fontAlgn="auto">
              <a:spcBef>
                <a:spcPts val="0"/>
              </a:spcBef>
              <a:spcAft>
                <a:spcPts val="0"/>
              </a:spcAft>
              <a:defRPr/>
            </a:pPr>
            <a:fld id="{4ABDCABE-3F10-B64C-92F1-862014417034}" type="slidenum">
              <a:rPr lang="en-US" sz="900" smtClean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rPr>
              <a:pPr algn="r" defTabSz="610744" fontAlgn="auto">
                <a:spcBef>
                  <a:spcPts val="0"/>
                </a:spcBef>
                <a:spcAft>
                  <a:spcPts val="0"/>
                </a:spcAft>
                <a:defRPr/>
              </a:pPr>
              <a:t>‹#›</a:t>
            </a:fld>
            <a:endParaRPr lang="en-US" sz="900">
              <a:solidFill>
                <a:schemeClr val="tx1"/>
              </a:solidFill>
              <a:latin typeface="+mn-lt"/>
              <a:ea typeface="+mn-ea"/>
              <a:cs typeface="Arial" panose="020B0604020202020204" pitchFamily="34" charset="0"/>
            </a:endParaRPr>
          </a:p>
        </p:txBody>
      </p:sp>
      <p:sp>
        <p:nvSpPr>
          <p:cNvPr id="4" name="2. Slide Title">
            <a:extLst>
              <a:ext uri="{FF2B5EF4-FFF2-40B4-BE49-F238E27FC236}">
                <a16:creationId xmlns:a16="http://schemas.microsoft.com/office/drawing/2014/main" id="{6C3D89FC-A4B9-4683-B64F-B0644150274F}"/>
              </a:ext>
            </a:extLst>
          </p:cNvPr>
          <p:cNvSpPr>
            <a:spLocks noGrp="1"/>
          </p:cNvSpPr>
          <p:nvPr>
            <p:ph type="title"/>
            <p:custDataLst>
              <p:tags r:id="rId3"/>
            </p:custDataLst>
          </p:nvPr>
        </p:nvSpPr>
        <p:spPr>
          <a:xfrm>
            <a:off x="554736" y="175171"/>
            <a:ext cx="11082528" cy="989512"/>
          </a:xfrm>
        </p:spPr>
        <p:txBody>
          <a:bodyPr>
            <a:noAutofit/>
          </a:bodyPr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5. Source" hidden="1">
            <a:extLst>
              <a:ext uri="{FF2B5EF4-FFF2-40B4-BE49-F238E27FC236}">
                <a16:creationId xmlns:a16="http://schemas.microsoft.com/office/drawing/2014/main" id="{81E2484B-3E40-408C-A350-5EB40C8A09F0}"/>
              </a:ext>
            </a:extLst>
          </p:cNvPr>
          <p:cNvSpPr txBox="1"/>
          <p:nvPr userDrawn="1">
            <p:custDataLst>
              <p:tags r:id="rId4"/>
            </p:custDataLst>
          </p:nvPr>
        </p:nvSpPr>
        <p:spPr>
          <a:xfrm>
            <a:off x="554735" y="6501669"/>
            <a:ext cx="7277861" cy="12311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en-US" sz="800" dirty="0"/>
              <a:t>Source: …</a:t>
            </a:r>
          </a:p>
        </p:txBody>
      </p:sp>
      <p:sp>
        <p:nvSpPr>
          <p:cNvPr id="9" name="1. On-page tracker">
            <a:extLst>
              <a:ext uri="{FF2B5EF4-FFF2-40B4-BE49-F238E27FC236}">
                <a16:creationId xmlns:a16="http://schemas.microsoft.com/office/drawing/2014/main" id="{A91FB312-B423-41B9-AEAA-2BE53183470B}"/>
              </a:ext>
            </a:extLst>
          </p:cNvPr>
          <p:cNvSpPr>
            <a:spLocks noGrp="1"/>
          </p:cNvSpPr>
          <p:nvPr>
            <p:ph type="body" sz="quarter" idx="17" hasCustomPrompt="1"/>
            <p:custDataLst>
              <p:tags r:id="rId5"/>
            </p:custDataLst>
          </p:nvPr>
        </p:nvSpPr>
        <p:spPr>
          <a:xfrm>
            <a:off x="7156704" y="78768"/>
            <a:ext cx="4480560" cy="123111"/>
          </a:xfrm>
        </p:spPr>
        <p:txBody>
          <a:bodyPr anchor="ctr" anchorCtr="0">
            <a:spAutoFit/>
          </a:bodyPr>
          <a:lstStyle>
            <a:lvl1pPr algn="r">
              <a:defRPr sz="800">
                <a:latin typeface="+mn-lt"/>
              </a:defRPr>
            </a:lvl1pPr>
          </a:lstStyle>
          <a:p>
            <a:pPr lvl="0"/>
            <a:r>
              <a:rPr lang="en-US" dirty="0"/>
              <a:t>Chapter › Topic</a:t>
            </a:r>
          </a:p>
        </p:txBody>
      </p:sp>
    </p:spTree>
    <p:extLst>
      <p:ext uri="{BB962C8B-B14F-4D97-AF65-F5344CB8AC3E}">
        <p14:creationId xmlns:p14="http://schemas.microsoft.com/office/powerpoint/2010/main" val="3977499301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usto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SlideLogoText">
            <a:extLst>
              <a:ext uri="{FF2B5EF4-FFF2-40B4-BE49-F238E27FC236}">
                <a16:creationId xmlns:a16="http://schemas.microsoft.com/office/drawing/2014/main" id="{92A63429-03F1-4595-BAE1-A5F5E74A0DF2}"/>
              </a:ext>
            </a:extLst>
          </p:cNvPr>
          <p:cNvSpPr txBox="1"/>
          <p:nvPr userDrawn="1">
            <p:custDataLst>
              <p:tags r:id="rId1"/>
            </p:custDataLst>
          </p:nvPr>
        </p:nvSpPr>
        <p:spPr bwMode="black">
          <a:xfrm>
            <a:off x="10142505" y="6499381"/>
            <a:ext cx="1134927" cy="138499"/>
          </a:xfrm>
          <a:prstGeom prst="rect">
            <a:avLst/>
          </a:prstGeom>
          <a:noFill/>
        </p:spPr>
        <p:txBody>
          <a:bodyPr wrap="none" lIns="0" tIns="0" rIns="0" bIns="0" rtlCol="0" anchor="b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9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rPr>
              <a:t>McKinsey &amp; Company</a:t>
            </a:r>
          </a:p>
        </p:txBody>
      </p:sp>
      <p:sp>
        <p:nvSpPr>
          <p:cNvPr id="9" name="Slide Number">
            <a:extLst>
              <a:ext uri="{FF2B5EF4-FFF2-40B4-BE49-F238E27FC236}">
                <a16:creationId xmlns:a16="http://schemas.microsoft.com/office/drawing/2014/main" id="{6982A9EE-ED1D-4D7E-84CA-3C36D0891D68}"/>
              </a:ext>
            </a:extLst>
          </p:cNvPr>
          <p:cNvSpPr>
            <a:spLocks noChangeArrowheads="1"/>
          </p:cNvSpPr>
          <p:nvPr userDrawn="1">
            <p:custDataLst>
              <p:tags r:id="rId2"/>
            </p:custDataLst>
          </p:nvPr>
        </p:nvSpPr>
        <p:spPr bwMode="black">
          <a:xfrm>
            <a:off x="11312525" y="6498754"/>
            <a:ext cx="325501" cy="138499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square" lIns="0" tIns="0" rIns="0" bIns="0" anchor="b">
            <a:spAutoFit/>
          </a:bodyPr>
          <a:lstStyle/>
          <a:p>
            <a:pPr algn="r" defTabSz="610744" fontAlgn="auto">
              <a:spcBef>
                <a:spcPts val="0"/>
              </a:spcBef>
              <a:spcAft>
                <a:spcPts val="0"/>
              </a:spcAft>
              <a:defRPr/>
            </a:pPr>
            <a:fld id="{4ABDCABE-3F10-B64C-92F1-862014417034}" type="slidenum">
              <a:rPr lang="en-US" sz="900" smtClean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rPr>
              <a:pPr algn="r" defTabSz="610744" fontAlgn="auto">
                <a:spcBef>
                  <a:spcPts val="0"/>
                </a:spcBef>
                <a:spcAft>
                  <a:spcPts val="0"/>
                </a:spcAft>
                <a:defRPr/>
              </a:pPr>
              <a:t>‹#›</a:t>
            </a:fld>
            <a:endParaRPr lang="en-US" sz="900">
              <a:solidFill>
                <a:schemeClr val="tx1"/>
              </a:solidFill>
              <a:latin typeface="+mn-lt"/>
              <a:ea typeface="+mn-ea"/>
              <a:cs typeface="Arial" panose="020B0604020202020204" pitchFamily="34" charset="0"/>
            </a:endParaRPr>
          </a:p>
        </p:txBody>
      </p:sp>
      <p:sp>
        <p:nvSpPr>
          <p:cNvPr id="7" name="5. Source" hidden="1">
            <a:extLst>
              <a:ext uri="{FF2B5EF4-FFF2-40B4-BE49-F238E27FC236}">
                <a16:creationId xmlns:a16="http://schemas.microsoft.com/office/drawing/2014/main" id="{09F9A864-CDB7-4063-BBF8-591908AA18D0}"/>
              </a:ext>
            </a:extLst>
          </p:cNvPr>
          <p:cNvSpPr txBox="1"/>
          <p:nvPr userDrawn="1">
            <p:custDataLst>
              <p:tags r:id="rId3"/>
            </p:custDataLst>
          </p:nvPr>
        </p:nvSpPr>
        <p:spPr>
          <a:xfrm>
            <a:off x="554735" y="6501669"/>
            <a:ext cx="7277861" cy="12311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en-US" sz="800" dirty="0"/>
              <a:t>Source: …</a:t>
            </a:r>
          </a:p>
        </p:txBody>
      </p:sp>
      <p:sp>
        <p:nvSpPr>
          <p:cNvPr id="10" name="1. On-page tracker">
            <a:extLst>
              <a:ext uri="{FF2B5EF4-FFF2-40B4-BE49-F238E27FC236}">
                <a16:creationId xmlns:a16="http://schemas.microsoft.com/office/drawing/2014/main" id="{9AEB01CB-E358-4EC5-960A-ABFC66CD5A21}"/>
              </a:ext>
            </a:extLst>
          </p:cNvPr>
          <p:cNvSpPr>
            <a:spLocks noGrp="1"/>
          </p:cNvSpPr>
          <p:nvPr>
            <p:ph type="body" sz="quarter" idx="17" hasCustomPrompt="1"/>
            <p:custDataLst>
              <p:tags r:id="rId4"/>
            </p:custDataLst>
          </p:nvPr>
        </p:nvSpPr>
        <p:spPr>
          <a:xfrm>
            <a:off x="7156704" y="78768"/>
            <a:ext cx="4480560" cy="123111"/>
          </a:xfrm>
        </p:spPr>
        <p:txBody>
          <a:bodyPr anchor="ctr" anchorCtr="0">
            <a:spAutoFit/>
          </a:bodyPr>
          <a:lstStyle>
            <a:lvl1pPr algn="r">
              <a:defRPr sz="800">
                <a:latin typeface="+mn-lt"/>
              </a:defRPr>
            </a:lvl1pPr>
          </a:lstStyle>
          <a:p>
            <a:pPr lvl="0"/>
            <a:r>
              <a:rPr lang="en-US" dirty="0"/>
              <a:t>Chapter › Topic</a:t>
            </a:r>
          </a:p>
        </p:txBody>
      </p:sp>
    </p:spTree>
    <p:extLst>
      <p:ext uri="{BB962C8B-B14F-4D97-AF65-F5344CB8AC3E}">
        <p14:creationId xmlns:p14="http://schemas.microsoft.com/office/powerpoint/2010/main" val="386300755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En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Background">
            <a:extLst>
              <a:ext uri="{FF2B5EF4-FFF2-40B4-BE49-F238E27FC236}">
                <a16:creationId xmlns:a16="http://schemas.microsoft.com/office/drawing/2014/main" id="{7F09DF09-7587-AE72-141E-A41B41F94451}"/>
              </a:ext>
            </a:extLst>
          </p:cNvPr>
          <p:cNvPicPr>
            <a:picLocks noChangeAspect="1"/>
          </p:cNvPicPr>
          <p:nvPr userDrawn="1">
            <p:custDataLst>
              <p:tags r:id="rId1"/>
            </p:custDataLst>
          </p:nvPr>
        </p:nvPicPr>
        <p:blipFill>
          <a:blip r:embed="rId6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5" name="Partnership">
            <a:extLst>
              <a:ext uri="{FF2B5EF4-FFF2-40B4-BE49-F238E27FC236}">
                <a16:creationId xmlns:a16="http://schemas.microsoft.com/office/drawing/2014/main" id="{90886F1E-7A28-AA11-3C3E-8B020F3D98DE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graphicFrame>
        <p:nvGraphicFramePr>
          <p:cNvPr id="4" name="Object 3" hidden="1">
            <a:extLst>
              <a:ext uri="{FF2B5EF4-FFF2-40B4-BE49-F238E27FC236}">
                <a16:creationId xmlns:a16="http://schemas.microsoft.com/office/drawing/2014/main" id="{832E4BA7-205B-4431-879A-B60A0FD6D20C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2"/>
            </p:custDataLst>
            <p:extLst>
              <p:ext uri="{D42A27DB-BD31-4B8C-83A1-F6EECF244321}">
                <p14:modId xmlns:p14="http://schemas.microsoft.com/office/powerpoint/2010/main" val="3877888751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8" imgW="344" imgH="344" progId="TCLayout.ActiveDocument.1">
                  <p:embed/>
                </p:oleObj>
              </mc:Choice>
              <mc:Fallback>
                <p:oleObj name="think-cell Slide" r:id="rId8" imgW="344" imgH="344" progId="TCLayout.ActiveDocument.1">
                  <p:embed/>
                  <p:pic>
                    <p:nvPicPr>
                      <p:cNvPr id="4" name="Object 3" hidden="1">
                        <a:extLst>
                          <a:ext uri="{FF2B5EF4-FFF2-40B4-BE49-F238E27FC236}">
                            <a16:creationId xmlns:a16="http://schemas.microsoft.com/office/drawing/2014/main" id="{832E4BA7-205B-4431-879A-B60A0FD6D20C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9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11" name="logoimage">
            <a:extLst>
              <a:ext uri="{FF2B5EF4-FFF2-40B4-BE49-F238E27FC236}">
                <a16:creationId xmlns:a16="http://schemas.microsoft.com/office/drawing/2014/main" id="{732728C7-2C89-08A1-41A9-162BDB8C5CB9}"/>
              </a:ext>
            </a:extLst>
          </p:cNvPr>
          <p:cNvGrpSpPr/>
          <p:nvPr userDrawn="1">
            <p:custDataLst>
              <p:tags r:id="rId3"/>
            </p:custDataLst>
          </p:nvPr>
        </p:nvGrpSpPr>
        <p:grpSpPr>
          <a:xfrm>
            <a:off x="549271" y="481160"/>
            <a:ext cx="1893201" cy="585216"/>
            <a:chOff x="549271" y="481160"/>
            <a:chExt cx="1893201" cy="585216"/>
          </a:xfrm>
        </p:grpSpPr>
        <p:sp>
          <p:nvSpPr>
            <p:cNvPr id="14" name="AutoShape 3">
              <a:extLst>
                <a:ext uri="{FF2B5EF4-FFF2-40B4-BE49-F238E27FC236}">
                  <a16:creationId xmlns:a16="http://schemas.microsoft.com/office/drawing/2014/main" id="{DD51008E-BD46-4558-BF00-CDD9F0CE18C6}"/>
                </a:ext>
              </a:extLst>
            </p:cNvPr>
            <p:cNvSpPr>
              <a:spLocks noChangeAspect="1" noChangeArrowheads="1" noTextEdit="1"/>
            </p:cNvSpPr>
            <p:nvPr userDrawn="1"/>
          </p:nvSpPr>
          <p:spPr bwMode="black">
            <a:xfrm>
              <a:off x="549271" y="481160"/>
              <a:ext cx="1893201" cy="58521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>
                <a:latin typeface="Arial" panose="020B0604020202020204" pitchFamily="34" charset="0"/>
              </a:endParaRPr>
            </a:p>
          </p:txBody>
        </p:sp>
        <p:sp>
          <p:nvSpPr>
            <p:cNvPr id="15" name="Freeform 5">
              <a:extLst>
                <a:ext uri="{FF2B5EF4-FFF2-40B4-BE49-F238E27FC236}">
                  <a16:creationId xmlns:a16="http://schemas.microsoft.com/office/drawing/2014/main" id="{FC37904A-905D-4FD7-8DD4-604C419D9AB5}"/>
                </a:ext>
              </a:extLst>
            </p:cNvPr>
            <p:cNvSpPr>
              <a:spLocks noEditPoints="1"/>
            </p:cNvSpPr>
            <p:nvPr userDrawn="1"/>
          </p:nvSpPr>
          <p:spPr bwMode="black">
            <a:xfrm>
              <a:off x="549271" y="481407"/>
              <a:ext cx="1893201" cy="584969"/>
            </a:xfrm>
            <a:custGeom>
              <a:avLst/>
              <a:gdLst>
                <a:gd name="T0" fmla="*/ 4209 w 15155"/>
                <a:gd name="T1" fmla="*/ 2986 h 4678"/>
                <a:gd name="T2" fmla="*/ 3707 w 15155"/>
                <a:gd name="T3" fmla="*/ 2422 h 4678"/>
                <a:gd name="T4" fmla="*/ 3712 w 15155"/>
                <a:gd name="T5" fmla="*/ 2340 h 4678"/>
                <a:gd name="T6" fmla="*/ 4724 w 15155"/>
                <a:gd name="T7" fmla="*/ 4124 h 4678"/>
                <a:gd name="T8" fmla="*/ 3330 w 15155"/>
                <a:gd name="T9" fmla="*/ 3521 h 4678"/>
                <a:gd name="T10" fmla="*/ 5673 w 15155"/>
                <a:gd name="T11" fmla="*/ 3002 h 4678"/>
                <a:gd name="T12" fmla="*/ 6627 w 15155"/>
                <a:gd name="T13" fmla="*/ 2408 h 4678"/>
                <a:gd name="T14" fmla="*/ 6279 w 15155"/>
                <a:gd name="T15" fmla="*/ 4007 h 4678"/>
                <a:gd name="T16" fmla="*/ 10270 w 15155"/>
                <a:gd name="T17" fmla="*/ 3073 h 4678"/>
                <a:gd name="T18" fmla="*/ 10801 w 15155"/>
                <a:gd name="T19" fmla="*/ 4678 h 4678"/>
                <a:gd name="T20" fmla="*/ 11466 w 15155"/>
                <a:gd name="T21" fmla="*/ 3537 h 4678"/>
                <a:gd name="T22" fmla="*/ 10602 w 15155"/>
                <a:gd name="T23" fmla="*/ 3405 h 4678"/>
                <a:gd name="T24" fmla="*/ 14762 w 15155"/>
                <a:gd name="T25" fmla="*/ 3073 h 4678"/>
                <a:gd name="T26" fmla="*/ 14505 w 15155"/>
                <a:gd name="T27" fmla="*/ 2986 h 4678"/>
                <a:gd name="T28" fmla="*/ 14145 w 15155"/>
                <a:gd name="T29" fmla="*/ 4620 h 4678"/>
                <a:gd name="T30" fmla="*/ 15155 w 15155"/>
                <a:gd name="T31" fmla="*/ 2986 h 4678"/>
                <a:gd name="T32" fmla="*/ 10231 w 15155"/>
                <a:gd name="T33" fmla="*/ 4037 h 4678"/>
                <a:gd name="T34" fmla="*/ 9005 w 15155"/>
                <a:gd name="T35" fmla="*/ 2961 h 4678"/>
                <a:gd name="T36" fmla="*/ 8378 w 15155"/>
                <a:gd name="T37" fmla="*/ 3194 h 4678"/>
                <a:gd name="T38" fmla="*/ 8775 w 15155"/>
                <a:gd name="T39" fmla="*/ 4037 h 4678"/>
                <a:gd name="T40" fmla="*/ 9107 w 15155"/>
                <a:gd name="T41" fmla="*/ 3916 h 4678"/>
                <a:gd name="T42" fmla="*/ 9439 w 15155"/>
                <a:gd name="T43" fmla="*/ 4037 h 4678"/>
                <a:gd name="T44" fmla="*/ 9712 w 15155"/>
                <a:gd name="T45" fmla="*/ 4037 h 4678"/>
                <a:gd name="T46" fmla="*/ 7962 w 15155"/>
                <a:gd name="T47" fmla="*/ 3741 h 4678"/>
                <a:gd name="T48" fmla="*/ 7962 w 15155"/>
                <a:gd name="T49" fmla="*/ 3741 h 4678"/>
                <a:gd name="T50" fmla="*/ 12654 w 15155"/>
                <a:gd name="T51" fmla="*/ 2986 h 4678"/>
                <a:gd name="T52" fmla="*/ 12586 w 15155"/>
                <a:gd name="T53" fmla="*/ 4036 h 4678"/>
                <a:gd name="T54" fmla="*/ 11780 w 15155"/>
                <a:gd name="T55" fmla="*/ 3367 h 4678"/>
                <a:gd name="T56" fmla="*/ 11871 w 15155"/>
                <a:gd name="T57" fmla="*/ 4146 h 4678"/>
                <a:gd name="T58" fmla="*/ 13060 w 15155"/>
                <a:gd name="T59" fmla="*/ 3917 h 4678"/>
                <a:gd name="T60" fmla="*/ 13423 w 15155"/>
                <a:gd name="T61" fmla="*/ 4037 h 4678"/>
                <a:gd name="T62" fmla="*/ 12250 w 15155"/>
                <a:gd name="T63" fmla="*/ 3787 h 4678"/>
                <a:gd name="T64" fmla="*/ 12250 w 15155"/>
                <a:gd name="T65" fmla="*/ 3787 h 4678"/>
                <a:gd name="T66" fmla="*/ 8758 w 15155"/>
                <a:gd name="T67" fmla="*/ 1080 h 4678"/>
                <a:gd name="T68" fmla="*/ 8559 w 15155"/>
                <a:gd name="T69" fmla="*/ 1013 h 4678"/>
                <a:gd name="T70" fmla="*/ 9105 w 15155"/>
                <a:gd name="T71" fmla="*/ 2310 h 4678"/>
                <a:gd name="T72" fmla="*/ 9553 w 15155"/>
                <a:gd name="T73" fmla="*/ 626 h 4678"/>
                <a:gd name="T74" fmla="*/ 9293 w 15155"/>
                <a:gd name="T75" fmla="*/ 713 h 4678"/>
                <a:gd name="T76" fmla="*/ 8947 w 15155"/>
                <a:gd name="T77" fmla="*/ 843 h 4678"/>
                <a:gd name="T78" fmla="*/ 5105 w 15155"/>
                <a:gd name="T79" fmla="*/ 349 h 4678"/>
                <a:gd name="T80" fmla="*/ 3793 w 15155"/>
                <a:gd name="T81" fmla="*/ 882 h 4678"/>
                <a:gd name="T82" fmla="*/ 5848 w 15155"/>
                <a:gd name="T83" fmla="*/ 981 h 4678"/>
                <a:gd name="T84" fmla="*/ 6211 w 15155"/>
                <a:gd name="T85" fmla="*/ 1763 h 4678"/>
                <a:gd name="T86" fmla="*/ 6296 w 15155"/>
                <a:gd name="T87" fmla="*/ 601 h 4678"/>
                <a:gd name="T88" fmla="*/ 5638 w 15155"/>
                <a:gd name="T89" fmla="*/ 833 h 4678"/>
                <a:gd name="T90" fmla="*/ 4836 w 15155"/>
                <a:gd name="T91" fmla="*/ 625 h 4678"/>
                <a:gd name="T92" fmla="*/ 4778 w 15155"/>
                <a:gd name="T93" fmla="*/ 1676 h 4678"/>
                <a:gd name="T94" fmla="*/ 4692 w 15155"/>
                <a:gd name="T95" fmla="*/ 0 h 4678"/>
                <a:gd name="T96" fmla="*/ 3614 w 15155"/>
                <a:gd name="T97" fmla="*/ 221 h 4678"/>
                <a:gd name="T98" fmla="*/ 3236 w 15155"/>
                <a:gd name="T99" fmla="*/ 88 h 4678"/>
                <a:gd name="T100" fmla="*/ 3836 w 15155"/>
                <a:gd name="T101" fmla="*/ 1763 h 4678"/>
                <a:gd name="T102" fmla="*/ 7219 w 15155"/>
                <a:gd name="T103" fmla="*/ 683 h 4678"/>
                <a:gd name="T104" fmla="*/ 7226 w 15155"/>
                <a:gd name="T105" fmla="*/ 598 h 4678"/>
                <a:gd name="T106" fmla="*/ 6952 w 15155"/>
                <a:gd name="T107" fmla="*/ 1361 h 4678"/>
                <a:gd name="T108" fmla="*/ 7720 w 15155"/>
                <a:gd name="T109" fmla="*/ 1446 h 4678"/>
                <a:gd name="T110" fmla="*/ 3049 w 15155"/>
                <a:gd name="T111" fmla="*/ 753 h 4678"/>
                <a:gd name="T112" fmla="*/ 2703 w 15155"/>
                <a:gd name="T113" fmla="*/ 1584 h 4678"/>
                <a:gd name="T114" fmla="*/ 87 w 15155"/>
                <a:gd name="T115" fmla="*/ 88 h 4678"/>
                <a:gd name="T116" fmla="*/ 549 w 15155"/>
                <a:gd name="T117" fmla="*/ 1763 h 4678"/>
                <a:gd name="T118" fmla="*/ 1609 w 15155"/>
                <a:gd name="T119" fmla="*/ 259 h 4678"/>
                <a:gd name="T120" fmla="*/ 2069 w 15155"/>
                <a:gd name="T121" fmla="*/ 1676 h 4678"/>
                <a:gd name="T122" fmla="*/ 2070 w 15155"/>
                <a:gd name="T123" fmla="*/ 0 h 467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</a:cxnLst>
              <a:rect l="0" t="0" r="r" b="b"/>
              <a:pathLst>
                <a:path w="15155" h="4678">
                  <a:moveTo>
                    <a:pt x="4451" y="3751"/>
                  </a:moveTo>
                  <a:cubicBezTo>
                    <a:pt x="4549" y="3607"/>
                    <a:pt x="4604" y="3438"/>
                    <a:pt x="4609" y="3264"/>
                  </a:cubicBezTo>
                  <a:cubicBezTo>
                    <a:pt x="4611" y="3211"/>
                    <a:pt x="4732" y="3072"/>
                    <a:pt x="4766" y="3072"/>
                  </a:cubicBezTo>
                  <a:cubicBezTo>
                    <a:pt x="4834" y="3072"/>
                    <a:pt x="4834" y="3072"/>
                    <a:pt x="4834" y="3072"/>
                  </a:cubicBezTo>
                  <a:cubicBezTo>
                    <a:pt x="4834" y="2986"/>
                    <a:pt x="4834" y="2986"/>
                    <a:pt x="4834" y="2986"/>
                  </a:cubicBezTo>
                  <a:cubicBezTo>
                    <a:pt x="4209" y="2986"/>
                    <a:pt x="4209" y="2986"/>
                    <a:pt x="4209" y="2986"/>
                  </a:cubicBezTo>
                  <a:cubicBezTo>
                    <a:pt x="4209" y="3073"/>
                    <a:pt x="4209" y="3073"/>
                    <a:pt x="4209" y="3073"/>
                  </a:cubicBezTo>
                  <a:cubicBezTo>
                    <a:pt x="4380" y="3078"/>
                    <a:pt x="4487" y="3175"/>
                    <a:pt x="4487" y="3337"/>
                  </a:cubicBezTo>
                  <a:cubicBezTo>
                    <a:pt x="4487" y="3482"/>
                    <a:pt x="4463" y="3591"/>
                    <a:pt x="4395" y="3702"/>
                  </a:cubicBezTo>
                  <a:cubicBezTo>
                    <a:pt x="4155" y="3489"/>
                    <a:pt x="3882" y="3230"/>
                    <a:pt x="3654" y="2986"/>
                  </a:cubicBezTo>
                  <a:cubicBezTo>
                    <a:pt x="3501" y="2928"/>
                    <a:pt x="3404" y="2814"/>
                    <a:pt x="3404" y="2673"/>
                  </a:cubicBezTo>
                  <a:cubicBezTo>
                    <a:pt x="3404" y="2514"/>
                    <a:pt x="3518" y="2422"/>
                    <a:pt x="3707" y="2422"/>
                  </a:cubicBezTo>
                  <a:cubicBezTo>
                    <a:pt x="3942" y="2422"/>
                    <a:pt x="4116" y="2659"/>
                    <a:pt x="4116" y="2777"/>
                  </a:cubicBezTo>
                  <a:cubicBezTo>
                    <a:pt x="4191" y="2777"/>
                    <a:pt x="4191" y="2777"/>
                    <a:pt x="4191" y="2777"/>
                  </a:cubicBezTo>
                  <a:cubicBezTo>
                    <a:pt x="4191" y="2362"/>
                    <a:pt x="4191" y="2362"/>
                    <a:pt x="4191" y="2362"/>
                  </a:cubicBezTo>
                  <a:cubicBezTo>
                    <a:pt x="4116" y="2362"/>
                    <a:pt x="4116" y="2362"/>
                    <a:pt x="4116" y="2362"/>
                  </a:cubicBezTo>
                  <a:cubicBezTo>
                    <a:pt x="4097" y="2391"/>
                    <a:pt x="4074" y="2393"/>
                    <a:pt x="4034" y="2393"/>
                  </a:cubicBezTo>
                  <a:cubicBezTo>
                    <a:pt x="3959" y="2393"/>
                    <a:pt x="3874" y="2340"/>
                    <a:pt x="3712" y="2340"/>
                  </a:cubicBezTo>
                  <a:cubicBezTo>
                    <a:pt x="3453" y="2340"/>
                    <a:pt x="3288" y="2480"/>
                    <a:pt x="3288" y="2732"/>
                  </a:cubicBezTo>
                  <a:cubicBezTo>
                    <a:pt x="3288" y="2887"/>
                    <a:pt x="3346" y="2991"/>
                    <a:pt x="3431" y="3100"/>
                  </a:cubicBezTo>
                  <a:cubicBezTo>
                    <a:pt x="3253" y="3219"/>
                    <a:pt x="3146" y="3420"/>
                    <a:pt x="3148" y="3634"/>
                  </a:cubicBezTo>
                  <a:cubicBezTo>
                    <a:pt x="3148" y="3944"/>
                    <a:pt x="3421" y="4155"/>
                    <a:pt x="3707" y="4155"/>
                  </a:cubicBezTo>
                  <a:cubicBezTo>
                    <a:pt x="3966" y="4155"/>
                    <a:pt x="4145" y="4080"/>
                    <a:pt x="4286" y="3944"/>
                  </a:cubicBezTo>
                  <a:cubicBezTo>
                    <a:pt x="4431" y="4078"/>
                    <a:pt x="4552" y="4124"/>
                    <a:pt x="4724" y="4124"/>
                  </a:cubicBezTo>
                  <a:cubicBezTo>
                    <a:pt x="4913" y="4124"/>
                    <a:pt x="4913" y="4124"/>
                    <a:pt x="4913" y="4124"/>
                  </a:cubicBezTo>
                  <a:cubicBezTo>
                    <a:pt x="4913" y="4036"/>
                    <a:pt x="4913" y="4036"/>
                    <a:pt x="4913" y="4036"/>
                  </a:cubicBezTo>
                  <a:cubicBezTo>
                    <a:pt x="4809" y="4036"/>
                    <a:pt x="4809" y="4036"/>
                    <a:pt x="4809" y="4036"/>
                  </a:cubicBezTo>
                  <a:cubicBezTo>
                    <a:pt x="4685" y="3947"/>
                    <a:pt x="4565" y="3852"/>
                    <a:pt x="4451" y="3751"/>
                  </a:cubicBezTo>
                  <a:close/>
                  <a:moveTo>
                    <a:pt x="3851" y="4015"/>
                  </a:moveTo>
                  <a:cubicBezTo>
                    <a:pt x="3599" y="4015"/>
                    <a:pt x="3330" y="3772"/>
                    <a:pt x="3330" y="3521"/>
                  </a:cubicBezTo>
                  <a:cubicBezTo>
                    <a:pt x="3330" y="3339"/>
                    <a:pt x="3378" y="3243"/>
                    <a:pt x="3470" y="3148"/>
                  </a:cubicBezTo>
                  <a:cubicBezTo>
                    <a:pt x="3707" y="3414"/>
                    <a:pt x="3962" y="3664"/>
                    <a:pt x="4233" y="3896"/>
                  </a:cubicBezTo>
                  <a:cubicBezTo>
                    <a:pt x="4134" y="3971"/>
                    <a:pt x="4008" y="4015"/>
                    <a:pt x="3851" y="4015"/>
                  </a:cubicBezTo>
                  <a:close/>
                  <a:moveTo>
                    <a:pt x="6279" y="4007"/>
                  </a:moveTo>
                  <a:cubicBezTo>
                    <a:pt x="5920" y="4007"/>
                    <a:pt x="5707" y="3758"/>
                    <a:pt x="5678" y="3450"/>
                  </a:cubicBezTo>
                  <a:cubicBezTo>
                    <a:pt x="5664" y="3301"/>
                    <a:pt x="5663" y="3151"/>
                    <a:pt x="5673" y="3002"/>
                  </a:cubicBezTo>
                  <a:cubicBezTo>
                    <a:pt x="5705" y="2605"/>
                    <a:pt x="5887" y="2435"/>
                    <a:pt x="6192" y="2435"/>
                  </a:cubicBezTo>
                  <a:cubicBezTo>
                    <a:pt x="6523" y="2435"/>
                    <a:pt x="6726" y="2803"/>
                    <a:pt x="6726" y="2985"/>
                  </a:cubicBezTo>
                  <a:cubicBezTo>
                    <a:pt x="6801" y="2985"/>
                    <a:pt x="6801" y="2985"/>
                    <a:pt x="6801" y="2985"/>
                  </a:cubicBezTo>
                  <a:cubicBezTo>
                    <a:pt x="6801" y="2362"/>
                    <a:pt x="6801" y="2362"/>
                    <a:pt x="6801" y="2362"/>
                  </a:cubicBezTo>
                  <a:cubicBezTo>
                    <a:pt x="6736" y="2362"/>
                    <a:pt x="6736" y="2362"/>
                    <a:pt x="6736" y="2362"/>
                  </a:cubicBezTo>
                  <a:cubicBezTo>
                    <a:pt x="6709" y="2393"/>
                    <a:pt x="6683" y="2408"/>
                    <a:pt x="6627" y="2408"/>
                  </a:cubicBezTo>
                  <a:cubicBezTo>
                    <a:pt x="6489" y="2408"/>
                    <a:pt x="6370" y="2330"/>
                    <a:pt x="6181" y="2330"/>
                  </a:cubicBezTo>
                  <a:cubicBezTo>
                    <a:pt x="5687" y="2330"/>
                    <a:pt x="5392" y="2732"/>
                    <a:pt x="5392" y="3236"/>
                  </a:cubicBezTo>
                  <a:cubicBezTo>
                    <a:pt x="5392" y="3740"/>
                    <a:pt x="5719" y="4156"/>
                    <a:pt x="6225" y="4156"/>
                  </a:cubicBezTo>
                  <a:cubicBezTo>
                    <a:pt x="6577" y="4156"/>
                    <a:pt x="6824" y="3967"/>
                    <a:pt x="6937" y="3652"/>
                  </a:cubicBezTo>
                  <a:cubicBezTo>
                    <a:pt x="6845" y="3652"/>
                    <a:pt x="6845" y="3652"/>
                    <a:pt x="6845" y="3652"/>
                  </a:cubicBezTo>
                  <a:cubicBezTo>
                    <a:pt x="6731" y="3884"/>
                    <a:pt x="6583" y="4007"/>
                    <a:pt x="6279" y="4007"/>
                  </a:cubicBezTo>
                  <a:close/>
                  <a:moveTo>
                    <a:pt x="11018" y="2957"/>
                  </a:moveTo>
                  <a:cubicBezTo>
                    <a:pt x="10830" y="2957"/>
                    <a:pt x="10704" y="3037"/>
                    <a:pt x="10605" y="3221"/>
                  </a:cubicBezTo>
                  <a:cubicBezTo>
                    <a:pt x="10566" y="2986"/>
                    <a:pt x="10566" y="2986"/>
                    <a:pt x="10566" y="2986"/>
                  </a:cubicBezTo>
                  <a:cubicBezTo>
                    <a:pt x="10195" y="2986"/>
                    <a:pt x="10195" y="2986"/>
                    <a:pt x="10195" y="2986"/>
                  </a:cubicBezTo>
                  <a:cubicBezTo>
                    <a:pt x="10195" y="3073"/>
                    <a:pt x="10195" y="3073"/>
                    <a:pt x="10195" y="3073"/>
                  </a:cubicBezTo>
                  <a:cubicBezTo>
                    <a:pt x="10270" y="3073"/>
                    <a:pt x="10270" y="3073"/>
                    <a:pt x="10270" y="3073"/>
                  </a:cubicBezTo>
                  <a:cubicBezTo>
                    <a:pt x="10304" y="3073"/>
                    <a:pt x="10391" y="3158"/>
                    <a:pt x="10391" y="3194"/>
                  </a:cubicBezTo>
                  <a:cubicBezTo>
                    <a:pt x="10391" y="4470"/>
                    <a:pt x="10391" y="4470"/>
                    <a:pt x="10391" y="4470"/>
                  </a:cubicBezTo>
                  <a:cubicBezTo>
                    <a:pt x="10391" y="4508"/>
                    <a:pt x="10304" y="4591"/>
                    <a:pt x="10270" y="4591"/>
                  </a:cubicBezTo>
                  <a:cubicBezTo>
                    <a:pt x="10195" y="4591"/>
                    <a:pt x="10195" y="4591"/>
                    <a:pt x="10195" y="4591"/>
                  </a:cubicBezTo>
                  <a:cubicBezTo>
                    <a:pt x="10195" y="4678"/>
                    <a:pt x="10195" y="4678"/>
                    <a:pt x="10195" y="4678"/>
                  </a:cubicBezTo>
                  <a:cubicBezTo>
                    <a:pt x="10801" y="4678"/>
                    <a:pt x="10801" y="4678"/>
                    <a:pt x="10801" y="4678"/>
                  </a:cubicBezTo>
                  <a:cubicBezTo>
                    <a:pt x="10801" y="4591"/>
                    <a:pt x="10801" y="4591"/>
                    <a:pt x="10801" y="4591"/>
                  </a:cubicBezTo>
                  <a:cubicBezTo>
                    <a:pt x="10726" y="4591"/>
                    <a:pt x="10726" y="4591"/>
                    <a:pt x="10726" y="4591"/>
                  </a:cubicBezTo>
                  <a:cubicBezTo>
                    <a:pt x="10694" y="4591"/>
                    <a:pt x="10605" y="4508"/>
                    <a:pt x="10605" y="4470"/>
                  </a:cubicBezTo>
                  <a:cubicBezTo>
                    <a:pt x="10605" y="3922"/>
                    <a:pt x="10605" y="3922"/>
                    <a:pt x="10605" y="3922"/>
                  </a:cubicBezTo>
                  <a:cubicBezTo>
                    <a:pt x="10687" y="4070"/>
                    <a:pt x="10793" y="4147"/>
                    <a:pt x="10994" y="4147"/>
                  </a:cubicBezTo>
                  <a:cubicBezTo>
                    <a:pt x="11272" y="4147"/>
                    <a:pt x="11466" y="3888"/>
                    <a:pt x="11466" y="3537"/>
                  </a:cubicBezTo>
                  <a:cubicBezTo>
                    <a:pt x="11466" y="3186"/>
                    <a:pt x="11297" y="2957"/>
                    <a:pt x="11018" y="2957"/>
                  </a:cubicBezTo>
                  <a:close/>
                  <a:moveTo>
                    <a:pt x="11246" y="3722"/>
                  </a:moveTo>
                  <a:cubicBezTo>
                    <a:pt x="11222" y="3903"/>
                    <a:pt x="11130" y="4027"/>
                    <a:pt x="10934" y="4027"/>
                  </a:cubicBezTo>
                  <a:cubicBezTo>
                    <a:pt x="10753" y="4029"/>
                    <a:pt x="10604" y="3884"/>
                    <a:pt x="10602" y="3703"/>
                  </a:cubicBezTo>
                  <a:cubicBezTo>
                    <a:pt x="10602" y="3701"/>
                    <a:pt x="10602" y="3698"/>
                    <a:pt x="10602" y="3695"/>
                  </a:cubicBezTo>
                  <a:cubicBezTo>
                    <a:pt x="10602" y="3405"/>
                    <a:pt x="10602" y="3405"/>
                    <a:pt x="10602" y="3405"/>
                  </a:cubicBezTo>
                  <a:cubicBezTo>
                    <a:pt x="10658" y="3225"/>
                    <a:pt x="10767" y="3092"/>
                    <a:pt x="10961" y="3092"/>
                  </a:cubicBezTo>
                  <a:cubicBezTo>
                    <a:pt x="11125" y="3092"/>
                    <a:pt x="11224" y="3208"/>
                    <a:pt x="11249" y="3390"/>
                  </a:cubicBezTo>
                  <a:cubicBezTo>
                    <a:pt x="11262" y="3500"/>
                    <a:pt x="11261" y="3612"/>
                    <a:pt x="11246" y="3722"/>
                  </a:cubicBezTo>
                  <a:close/>
                  <a:moveTo>
                    <a:pt x="14693" y="2986"/>
                  </a:moveTo>
                  <a:cubicBezTo>
                    <a:pt x="14693" y="3073"/>
                    <a:pt x="14693" y="3073"/>
                    <a:pt x="14693" y="3073"/>
                  </a:cubicBezTo>
                  <a:cubicBezTo>
                    <a:pt x="14762" y="3073"/>
                    <a:pt x="14762" y="3073"/>
                    <a:pt x="14762" y="3073"/>
                  </a:cubicBezTo>
                  <a:cubicBezTo>
                    <a:pt x="14794" y="3073"/>
                    <a:pt x="14864" y="3153"/>
                    <a:pt x="14862" y="3199"/>
                  </a:cubicBezTo>
                  <a:cubicBezTo>
                    <a:pt x="14610" y="3758"/>
                    <a:pt x="14610" y="3758"/>
                    <a:pt x="14610" y="3758"/>
                  </a:cubicBezTo>
                  <a:cubicBezTo>
                    <a:pt x="14335" y="3196"/>
                    <a:pt x="14335" y="3196"/>
                    <a:pt x="14335" y="3196"/>
                  </a:cubicBezTo>
                  <a:cubicBezTo>
                    <a:pt x="14335" y="3154"/>
                    <a:pt x="14403" y="3073"/>
                    <a:pt x="14434" y="3073"/>
                  </a:cubicBezTo>
                  <a:cubicBezTo>
                    <a:pt x="14505" y="3073"/>
                    <a:pt x="14505" y="3073"/>
                    <a:pt x="14505" y="3073"/>
                  </a:cubicBezTo>
                  <a:cubicBezTo>
                    <a:pt x="14505" y="2986"/>
                    <a:pt x="14505" y="2986"/>
                    <a:pt x="14505" y="2986"/>
                  </a:cubicBezTo>
                  <a:cubicBezTo>
                    <a:pt x="13889" y="2986"/>
                    <a:pt x="13889" y="2986"/>
                    <a:pt x="13889" y="2986"/>
                  </a:cubicBezTo>
                  <a:cubicBezTo>
                    <a:pt x="13889" y="3073"/>
                    <a:pt x="13889" y="3073"/>
                    <a:pt x="13889" y="3073"/>
                  </a:cubicBezTo>
                  <a:cubicBezTo>
                    <a:pt x="13940" y="3073"/>
                    <a:pt x="13940" y="3073"/>
                    <a:pt x="13940" y="3073"/>
                  </a:cubicBezTo>
                  <a:cubicBezTo>
                    <a:pt x="13969" y="3073"/>
                    <a:pt x="14068" y="3167"/>
                    <a:pt x="14087" y="3204"/>
                  </a:cubicBezTo>
                  <a:cubicBezTo>
                    <a:pt x="14489" y="3995"/>
                    <a:pt x="14489" y="3995"/>
                    <a:pt x="14489" y="3995"/>
                  </a:cubicBezTo>
                  <a:cubicBezTo>
                    <a:pt x="14145" y="4620"/>
                    <a:pt x="14145" y="4620"/>
                    <a:pt x="14145" y="4620"/>
                  </a:cubicBezTo>
                  <a:cubicBezTo>
                    <a:pt x="14245" y="4671"/>
                    <a:pt x="14245" y="4671"/>
                    <a:pt x="14245" y="4671"/>
                  </a:cubicBezTo>
                  <a:cubicBezTo>
                    <a:pt x="14584" y="4030"/>
                    <a:pt x="14584" y="4030"/>
                    <a:pt x="14584" y="4030"/>
                  </a:cubicBezTo>
                  <a:cubicBezTo>
                    <a:pt x="14968" y="3199"/>
                    <a:pt x="14968" y="3199"/>
                    <a:pt x="14968" y="3199"/>
                  </a:cubicBezTo>
                  <a:cubicBezTo>
                    <a:pt x="14993" y="3161"/>
                    <a:pt x="15075" y="3073"/>
                    <a:pt x="15102" y="3073"/>
                  </a:cubicBezTo>
                  <a:cubicBezTo>
                    <a:pt x="15155" y="3073"/>
                    <a:pt x="15155" y="3073"/>
                    <a:pt x="15155" y="3073"/>
                  </a:cubicBezTo>
                  <a:cubicBezTo>
                    <a:pt x="15155" y="2986"/>
                    <a:pt x="15155" y="2986"/>
                    <a:pt x="15155" y="2986"/>
                  </a:cubicBezTo>
                  <a:lnTo>
                    <a:pt x="14693" y="2986"/>
                  </a:lnTo>
                  <a:close/>
                  <a:moveTo>
                    <a:pt x="9712" y="4037"/>
                  </a:moveTo>
                  <a:cubicBezTo>
                    <a:pt x="9647" y="4037"/>
                    <a:pt x="9647" y="4037"/>
                    <a:pt x="9647" y="4037"/>
                  </a:cubicBezTo>
                  <a:cubicBezTo>
                    <a:pt x="9647" y="4124"/>
                    <a:pt x="9647" y="4124"/>
                    <a:pt x="9647" y="4124"/>
                  </a:cubicBezTo>
                  <a:cubicBezTo>
                    <a:pt x="10231" y="4124"/>
                    <a:pt x="10231" y="4124"/>
                    <a:pt x="10231" y="4124"/>
                  </a:cubicBezTo>
                  <a:cubicBezTo>
                    <a:pt x="10231" y="4037"/>
                    <a:pt x="10231" y="4037"/>
                    <a:pt x="10231" y="4037"/>
                  </a:cubicBezTo>
                  <a:cubicBezTo>
                    <a:pt x="10165" y="4037"/>
                    <a:pt x="10165" y="4037"/>
                    <a:pt x="10165" y="4037"/>
                  </a:cubicBezTo>
                  <a:cubicBezTo>
                    <a:pt x="10131" y="4037"/>
                    <a:pt x="10044" y="3954"/>
                    <a:pt x="10044" y="3916"/>
                  </a:cubicBezTo>
                  <a:cubicBezTo>
                    <a:pt x="10044" y="3288"/>
                    <a:pt x="10044" y="3288"/>
                    <a:pt x="10044" y="3288"/>
                  </a:cubicBezTo>
                  <a:cubicBezTo>
                    <a:pt x="10044" y="3080"/>
                    <a:pt x="9904" y="2964"/>
                    <a:pt x="9732" y="2964"/>
                  </a:cubicBezTo>
                  <a:cubicBezTo>
                    <a:pt x="9538" y="2964"/>
                    <a:pt x="9448" y="3066"/>
                    <a:pt x="9308" y="3204"/>
                  </a:cubicBezTo>
                  <a:cubicBezTo>
                    <a:pt x="9287" y="3044"/>
                    <a:pt x="9158" y="2961"/>
                    <a:pt x="9005" y="2961"/>
                  </a:cubicBezTo>
                  <a:cubicBezTo>
                    <a:pt x="8804" y="2961"/>
                    <a:pt x="8720" y="3068"/>
                    <a:pt x="8589" y="3206"/>
                  </a:cubicBezTo>
                  <a:cubicBezTo>
                    <a:pt x="8544" y="2986"/>
                    <a:pt x="8544" y="2986"/>
                    <a:pt x="8544" y="2986"/>
                  </a:cubicBezTo>
                  <a:cubicBezTo>
                    <a:pt x="8192" y="2986"/>
                    <a:pt x="8192" y="2986"/>
                    <a:pt x="8192" y="2986"/>
                  </a:cubicBezTo>
                  <a:cubicBezTo>
                    <a:pt x="8192" y="3073"/>
                    <a:pt x="8192" y="3073"/>
                    <a:pt x="8192" y="3073"/>
                  </a:cubicBezTo>
                  <a:cubicBezTo>
                    <a:pt x="8257" y="3073"/>
                    <a:pt x="8257" y="3073"/>
                    <a:pt x="8257" y="3073"/>
                  </a:cubicBezTo>
                  <a:cubicBezTo>
                    <a:pt x="8291" y="3073"/>
                    <a:pt x="8378" y="3158"/>
                    <a:pt x="8378" y="3194"/>
                  </a:cubicBezTo>
                  <a:cubicBezTo>
                    <a:pt x="8378" y="3916"/>
                    <a:pt x="8378" y="3916"/>
                    <a:pt x="8378" y="3916"/>
                  </a:cubicBezTo>
                  <a:cubicBezTo>
                    <a:pt x="8378" y="3954"/>
                    <a:pt x="8291" y="4037"/>
                    <a:pt x="8257" y="4037"/>
                  </a:cubicBezTo>
                  <a:cubicBezTo>
                    <a:pt x="8192" y="4037"/>
                    <a:pt x="8192" y="4037"/>
                    <a:pt x="8192" y="4037"/>
                  </a:cubicBezTo>
                  <a:cubicBezTo>
                    <a:pt x="8192" y="4124"/>
                    <a:pt x="8192" y="4124"/>
                    <a:pt x="8192" y="4124"/>
                  </a:cubicBezTo>
                  <a:cubicBezTo>
                    <a:pt x="8775" y="4124"/>
                    <a:pt x="8775" y="4124"/>
                    <a:pt x="8775" y="4124"/>
                  </a:cubicBezTo>
                  <a:cubicBezTo>
                    <a:pt x="8775" y="4037"/>
                    <a:pt x="8775" y="4037"/>
                    <a:pt x="8775" y="4037"/>
                  </a:cubicBezTo>
                  <a:cubicBezTo>
                    <a:pt x="8710" y="4037"/>
                    <a:pt x="8710" y="4037"/>
                    <a:pt x="8710" y="4037"/>
                  </a:cubicBezTo>
                  <a:cubicBezTo>
                    <a:pt x="8676" y="4037"/>
                    <a:pt x="8589" y="3954"/>
                    <a:pt x="8589" y="3916"/>
                  </a:cubicBezTo>
                  <a:cubicBezTo>
                    <a:pt x="8589" y="3330"/>
                    <a:pt x="8589" y="3330"/>
                    <a:pt x="8589" y="3330"/>
                  </a:cubicBezTo>
                  <a:cubicBezTo>
                    <a:pt x="8589" y="3252"/>
                    <a:pt x="8775" y="3099"/>
                    <a:pt x="8925" y="3099"/>
                  </a:cubicBezTo>
                  <a:cubicBezTo>
                    <a:pt x="9049" y="3099"/>
                    <a:pt x="9107" y="3177"/>
                    <a:pt x="9107" y="3288"/>
                  </a:cubicBezTo>
                  <a:cubicBezTo>
                    <a:pt x="9107" y="3916"/>
                    <a:pt x="9107" y="3916"/>
                    <a:pt x="9107" y="3916"/>
                  </a:cubicBezTo>
                  <a:cubicBezTo>
                    <a:pt x="9107" y="3954"/>
                    <a:pt x="9020" y="4037"/>
                    <a:pt x="8986" y="4037"/>
                  </a:cubicBezTo>
                  <a:cubicBezTo>
                    <a:pt x="8921" y="4037"/>
                    <a:pt x="8921" y="4037"/>
                    <a:pt x="8921" y="4037"/>
                  </a:cubicBezTo>
                  <a:cubicBezTo>
                    <a:pt x="8921" y="4124"/>
                    <a:pt x="8921" y="4124"/>
                    <a:pt x="8921" y="4124"/>
                  </a:cubicBezTo>
                  <a:cubicBezTo>
                    <a:pt x="9504" y="4124"/>
                    <a:pt x="9504" y="4124"/>
                    <a:pt x="9504" y="4124"/>
                  </a:cubicBezTo>
                  <a:cubicBezTo>
                    <a:pt x="9504" y="4037"/>
                    <a:pt x="9504" y="4037"/>
                    <a:pt x="9504" y="4037"/>
                  </a:cubicBezTo>
                  <a:cubicBezTo>
                    <a:pt x="9439" y="4037"/>
                    <a:pt x="9439" y="4037"/>
                    <a:pt x="9439" y="4037"/>
                  </a:cubicBezTo>
                  <a:cubicBezTo>
                    <a:pt x="9405" y="4037"/>
                    <a:pt x="9318" y="3954"/>
                    <a:pt x="9318" y="3916"/>
                  </a:cubicBezTo>
                  <a:cubicBezTo>
                    <a:pt x="9318" y="3323"/>
                    <a:pt x="9318" y="3323"/>
                    <a:pt x="9318" y="3323"/>
                  </a:cubicBezTo>
                  <a:cubicBezTo>
                    <a:pt x="9318" y="3246"/>
                    <a:pt x="9504" y="3101"/>
                    <a:pt x="9654" y="3101"/>
                  </a:cubicBezTo>
                  <a:cubicBezTo>
                    <a:pt x="9778" y="3101"/>
                    <a:pt x="9833" y="3178"/>
                    <a:pt x="9833" y="3289"/>
                  </a:cubicBezTo>
                  <a:cubicBezTo>
                    <a:pt x="9833" y="3917"/>
                    <a:pt x="9833" y="3917"/>
                    <a:pt x="9833" y="3917"/>
                  </a:cubicBezTo>
                  <a:cubicBezTo>
                    <a:pt x="9833" y="3954"/>
                    <a:pt x="9746" y="4037"/>
                    <a:pt x="9712" y="4037"/>
                  </a:cubicBezTo>
                  <a:close/>
                  <a:moveTo>
                    <a:pt x="7623" y="2957"/>
                  </a:moveTo>
                  <a:cubicBezTo>
                    <a:pt x="7320" y="2957"/>
                    <a:pt x="7051" y="3184"/>
                    <a:pt x="7051" y="3555"/>
                  </a:cubicBezTo>
                  <a:cubicBezTo>
                    <a:pt x="7051" y="3926"/>
                    <a:pt x="7320" y="4156"/>
                    <a:pt x="7623" y="4156"/>
                  </a:cubicBezTo>
                  <a:cubicBezTo>
                    <a:pt x="7925" y="4156"/>
                    <a:pt x="8192" y="3926"/>
                    <a:pt x="8192" y="3555"/>
                  </a:cubicBezTo>
                  <a:cubicBezTo>
                    <a:pt x="8192" y="3185"/>
                    <a:pt x="7925" y="2957"/>
                    <a:pt x="7623" y="2957"/>
                  </a:cubicBezTo>
                  <a:close/>
                  <a:moveTo>
                    <a:pt x="7962" y="3741"/>
                  </a:moveTo>
                  <a:cubicBezTo>
                    <a:pt x="7940" y="3920"/>
                    <a:pt x="7841" y="4044"/>
                    <a:pt x="7625" y="4044"/>
                  </a:cubicBezTo>
                  <a:cubicBezTo>
                    <a:pt x="7415" y="4044"/>
                    <a:pt x="7315" y="3916"/>
                    <a:pt x="7289" y="3739"/>
                  </a:cubicBezTo>
                  <a:cubicBezTo>
                    <a:pt x="7272" y="3613"/>
                    <a:pt x="7272" y="3485"/>
                    <a:pt x="7289" y="3359"/>
                  </a:cubicBezTo>
                  <a:cubicBezTo>
                    <a:pt x="7315" y="3177"/>
                    <a:pt x="7420" y="3056"/>
                    <a:pt x="7625" y="3056"/>
                  </a:cubicBezTo>
                  <a:cubicBezTo>
                    <a:pt x="7839" y="3056"/>
                    <a:pt x="7940" y="3177"/>
                    <a:pt x="7962" y="3361"/>
                  </a:cubicBezTo>
                  <a:cubicBezTo>
                    <a:pt x="7976" y="3487"/>
                    <a:pt x="7976" y="3615"/>
                    <a:pt x="7962" y="3741"/>
                  </a:cubicBezTo>
                  <a:close/>
                  <a:moveTo>
                    <a:pt x="13826" y="3916"/>
                  </a:moveTo>
                  <a:cubicBezTo>
                    <a:pt x="13826" y="3288"/>
                    <a:pt x="13826" y="3288"/>
                    <a:pt x="13826" y="3288"/>
                  </a:cubicBezTo>
                  <a:cubicBezTo>
                    <a:pt x="13826" y="3092"/>
                    <a:pt x="13685" y="2961"/>
                    <a:pt x="13509" y="2961"/>
                  </a:cubicBezTo>
                  <a:cubicBezTo>
                    <a:pt x="13303" y="2961"/>
                    <a:pt x="13196" y="3080"/>
                    <a:pt x="13058" y="3221"/>
                  </a:cubicBezTo>
                  <a:cubicBezTo>
                    <a:pt x="13016" y="2986"/>
                    <a:pt x="13016" y="2986"/>
                    <a:pt x="13016" y="2986"/>
                  </a:cubicBezTo>
                  <a:cubicBezTo>
                    <a:pt x="12654" y="2986"/>
                    <a:pt x="12654" y="2986"/>
                    <a:pt x="12654" y="2986"/>
                  </a:cubicBezTo>
                  <a:cubicBezTo>
                    <a:pt x="12654" y="3073"/>
                    <a:pt x="12654" y="3073"/>
                    <a:pt x="12654" y="3073"/>
                  </a:cubicBezTo>
                  <a:cubicBezTo>
                    <a:pt x="12724" y="3073"/>
                    <a:pt x="12724" y="3073"/>
                    <a:pt x="12724" y="3073"/>
                  </a:cubicBezTo>
                  <a:cubicBezTo>
                    <a:pt x="12758" y="3073"/>
                    <a:pt x="12850" y="3158"/>
                    <a:pt x="12850" y="3194"/>
                  </a:cubicBezTo>
                  <a:cubicBezTo>
                    <a:pt x="12850" y="3915"/>
                    <a:pt x="12850" y="3915"/>
                    <a:pt x="12850" y="3915"/>
                  </a:cubicBezTo>
                  <a:cubicBezTo>
                    <a:pt x="12850" y="3954"/>
                    <a:pt x="12758" y="4036"/>
                    <a:pt x="12724" y="4036"/>
                  </a:cubicBezTo>
                  <a:cubicBezTo>
                    <a:pt x="12586" y="4036"/>
                    <a:pt x="12586" y="4036"/>
                    <a:pt x="12586" y="4036"/>
                  </a:cubicBezTo>
                  <a:cubicBezTo>
                    <a:pt x="12555" y="4036"/>
                    <a:pt x="12460" y="3954"/>
                    <a:pt x="12460" y="3915"/>
                  </a:cubicBezTo>
                  <a:cubicBezTo>
                    <a:pt x="12460" y="3302"/>
                    <a:pt x="12460" y="3302"/>
                    <a:pt x="12460" y="3302"/>
                  </a:cubicBezTo>
                  <a:cubicBezTo>
                    <a:pt x="12460" y="3077"/>
                    <a:pt x="12267" y="2956"/>
                    <a:pt x="12020" y="2956"/>
                  </a:cubicBezTo>
                  <a:cubicBezTo>
                    <a:pt x="11787" y="2956"/>
                    <a:pt x="11639" y="3041"/>
                    <a:pt x="11545" y="3138"/>
                  </a:cubicBezTo>
                  <a:cubicBezTo>
                    <a:pt x="11698" y="3367"/>
                    <a:pt x="11698" y="3367"/>
                    <a:pt x="11698" y="3367"/>
                  </a:cubicBezTo>
                  <a:cubicBezTo>
                    <a:pt x="11780" y="3367"/>
                    <a:pt x="11780" y="3367"/>
                    <a:pt x="11780" y="3367"/>
                  </a:cubicBezTo>
                  <a:cubicBezTo>
                    <a:pt x="11695" y="3171"/>
                    <a:pt x="11773" y="3041"/>
                    <a:pt x="11969" y="3041"/>
                  </a:cubicBezTo>
                  <a:cubicBezTo>
                    <a:pt x="12175" y="3041"/>
                    <a:pt x="12252" y="3138"/>
                    <a:pt x="12250" y="3300"/>
                  </a:cubicBezTo>
                  <a:cubicBezTo>
                    <a:pt x="12247" y="3435"/>
                    <a:pt x="12247" y="3435"/>
                    <a:pt x="12247" y="3435"/>
                  </a:cubicBezTo>
                  <a:cubicBezTo>
                    <a:pt x="11952" y="3496"/>
                    <a:pt x="11952" y="3496"/>
                    <a:pt x="11952" y="3496"/>
                  </a:cubicBezTo>
                  <a:cubicBezTo>
                    <a:pt x="11790" y="3531"/>
                    <a:pt x="11578" y="3608"/>
                    <a:pt x="11578" y="3836"/>
                  </a:cubicBezTo>
                  <a:cubicBezTo>
                    <a:pt x="11578" y="4023"/>
                    <a:pt x="11714" y="4146"/>
                    <a:pt x="11871" y="4146"/>
                  </a:cubicBezTo>
                  <a:cubicBezTo>
                    <a:pt x="12041" y="4146"/>
                    <a:pt x="12162" y="4008"/>
                    <a:pt x="12254" y="3890"/>
                  </a:cubicBezTo>
                  <a:cubicBezTo>
                    <a:pt x="12283" y="4125"/>
                    <a:pt x="12283" y="4125"/>
                    <a:pt x="12283" y="4125"/>
                  </a:cubicBezTo>
                  <a:cubicBezTo>
                    <a:pt x="13251" y="4125"/>
                    <a:pt x="13251" y="4125"/>
                    <a:pt x="13251" y="4125"/>
                  </a:cubicBezTo>
                  <a:cubicBezTo>
                    <a:pt x="13251" y="4038"/>
                    <a:pt x="13251" y="4038"/>
                    <a:pt x="13251" y="4038"/>
                  </a:cubicBezTo>
                  <a:cubicBezTo>
                    <a:pt x="13186" y="4038"/>
                    <a:pt x="13186" y="4038"/>
                    <a:pt x="13186" y="4038"/>
                  </a:cubicBezTo>
                  <a:cubicBezTo>
                    <a:pt x="13152" y="4038"/>
                    <a:pt x="13060" y="3955"/>
                    <a:pt x="13060" y="3917"/>
                  </a:cubicBezTo>
                  <a:cubicBezTo>
                    <a:pt x="13060" y="3342"/>
                    <a:pt x="13060" y="3342"/>
                    <a:pt x="13060" y="3342"/>
                  </a:cubicBezTo>
                  <a:cubicBezTo>
                    <a:pt x="13060" y="3264"/>
                    <a:pt x="13271" y="3104"/>
                    <a:pt x="13433" y="3104"/>
                  </a:cubicBezTo>
                  <a:cubicBezTo>
                    <a:pt x="13557" y="3104"/>
                    <a:pt x="13615" y="3190"/>
                    <a:pt x="13615" y="3301"/>
                  </a:cubicBezTo>
                  <a:cubicBezTo>
                    <a:pt x="13615" y="3916"/>
                    <a:pt x="13615" y="3916"/>
                    <a:pt x="13615" y="3916"/>
                  </a:cubicBezTo>
                  <a:cubicBezTo>
                    <a:pt x="13615" y="3954"/>
                    <a:pt x="13523" y="4037"/>
                    <a:pt x="13489" y="4037"/>
                  </a:cubicBezTo>
                  <a:cubicBezTo>
                    <a:pt x="13423" y="4037"/>
                    <a:pt x="13423" y="4037"/>
                    <a:pt x="13423" y="4037"/>
                  </a:cubicBezTo>
                  <a:cubicBezTo>
                    <a:pt x="13423" y="4124"/>
                    <a:pt x="13423" y="4124"/>
                    <a:pt x="13423" y="4124"/>
                  </a:cubicBezTo>
                  <a:cubicBezTo>
                    <a:pt x="14022" y="4124"/>
                    <a:pt x="14022" y="4124"/>
                    <a:pt x="14022" y="4124"/>
                  </a:cubicBezTo>
                  <a:cubicBezTo>
                    <a:pt x="14022" y="4037"/>
                    <a:pt x="14022" y="4037"/>
                    <a:pt x="14022" y="4037"/>
                  </a:cubicBezTo>
                  <a:cubicBezTo>
                    <a:pt x="13952" y="4037"/>
                    <a:pt x="13952" y="4037"/>
                    <a:pt x="13952" y="4037"/>
                  </a:cubicBezTo>
                  <a:cubicBezTo>
                    <a:pt x="13918" y="4037"/>
                    <a:pt x="13826" y="3954"/>
                    <a:pt x="13826" y="3916"/>
                  </a:cubicBezTo>
                  <a:close/>
                  <a:moveTo>
                    <a:pt x="12250" y="3787"/>
                  </a:moveTo>
                  <a:cubicBezTo>
                    <a:pt x="12201" y="3873"/>
                    <a:pt x="12080" y="3988"/>
                    <a:pt x="11969" y="3988"/>
                  </a:cubicBezTo>
                  <a:cubicBezTo>
                    <a:pt x="11872" y="3993"/>
                    <a:pt x="11789" y="3918"/>
                    <a:pt x="11785" y="3820"/>
                  </a:cubicBezTo>
                  <a:cubicBezTo>
                    <a:pt x="11785" y="3816"/>
                    <a:pt x="11785" y="3811"/>
                    <a:pt x="11785" y="3807"/>
                  </a:cubicBezTo>
                  <a:cubicBezTo>
                    <a:pt x="11785" y="3693"/>
                    <a:pt x="11833" y="3618"/>
                    <a:pt x="11977" y="3582"/>
                  </a:cubicBezTo>
                  <a:cubicBezTo>
                    <a:pt x="12251" y="3511"/>
                    <a:pt x="12251" y="3511"/>
                    <a:pt x="12251" y="3511"/>
                  </a:cubicBezTo>
                  <a:lnTo>
                    <a:pt x="12250" y="3787"/>
                  </a:lnTo>
                  <a:close/>
                  <a:moveTo>
                    <a:pt x="8336" y="1790"/>
                  </a:moveTo>
                  <a:cubicBezTo>
                    <a:pt x="8617" y="1790"/>
                    <a:pt x="8765" y="1637"/>
                    <a:pt x="8840" y="1388"/>
                  </a:cubicBezTo>
                  <a:cubicBezTo>
                    <a:pt x="8769" y="1388"/>
                    <a:pt x="8769" y="1388"/>
                    <a:pt x="8769" y="1388"/>
                  </a:cubicBezTo>
                  <a:cubicBezTo>
                    <a:pt x="8697" y="1519"/>
                    <a:pt x="8605" y="1584"/>
                    <a:pt x="8411" y="1584"/>
                  </a:cubicBezTo>
                  <a:cubicBezTo>
                    <a:pt x="8152" y="1584"/>
                    <a:pt x="8002" y="1349"/>
                    <a:pt x="7997" y="1141"/>
                  </a:cubicBezTo>
                  <a:cubicBezTo>
                    <a:pt x="8758" y="1080"/>
                    <a:pt x="8758" y="1080"/>
                    <a:pt x="8758" y="1080"/>
                  </a:cubicBezTo>
                  <a:cubicBezTo>
                    <a:pt x="8753" y="997"/>
                    <a:pt x="8753" y="997"/>
                    <a:pt x="8753" y="997"/>
                  </a:cubicBezTo>
                  <a:cubicBezTo>
                    <a:pt x="8740" y="774"/>
                    <a:pt x="8595" y="600"/>
                    <a:pt x="8336" y="598"/>
                  </a:cubicBezTo>
                  <a:cubicBezTo>
                    <a:pt x="8041" y="595"/>
                    <a:pt x="7811" y="857"/>
                    <a:pt x="7811" y="1196"/>
                  </a:cubicBezTo>
                  <a:cubicBezTo>
                    <a:pt x="7811" y="1519"/>
                    <a:pt x="8033" y="1790"/>
                    <a:pt x="8336" y="1790"/>
                  </a:cubicBezTo>
                  <a:close/>
                  <a:moveTo>
                    <a:pt x="8331" y="686"/>
                  </a:moveTo>
                  <a:cubicBezTo>
                    <a:pt x="8554" y="686"/>
                    <a:pt x="8578" y="850"/>
                    <a:pt x="8559" y="1013"/>
                  </a:cubicBezTo>
                  <a:cubicBezTo>
                    <a:pt x="7990" y="1061"/>
                    <a:pt x="7990" y="1061"/>
                    <a:pt x="7990" y="1061"/>
                  </a:cubicBezTo>
                  <a:cubicBezTo>
                    <a:pt x="7997" y="882"/>
                    <a:pt x="8094" y="686"/>
                    <a:pt x="8331" y="686"/>
                  </a:cubicBezTo>
                  <a:close/>
                  <a:moveTo>
                    <a:pt x="8947" y="843"/>
                  </a:moveTo>
                  <a:cubicBezTo>
                    <a:pt x="9349" y="1635"/>
                    <a:pt x="9349" y="1635"/>
                    <a:pt x="9349" y="1635"/>
                  </a:cubicBezTo>
                  <a:cubicBezTo>
                    <a:pt x="9005" y="2259"/>
                    <a:pt x="9005" y="2259"/>
                    <a:pt x="9005" y="2259"/>
                  </a:cubicBezTo>
                  <a:cubicBezTo>
                    <a:pt x="9105" y="2310"/>
                    <a:pt x="9105" y="2310"/>
                    <a:pt x="9105" y="2310"/>
                  </a:cubicBezTo>
                  <a:cubicBezTo>
                    <a:pt x="9444" y="1669"/>
                    <a:pt x="9444" y="1669"/>
                    <a:pt x="9444" y="1669"/>
                  </a:cubicBezTo>
                  <a:cubicBezTo>
                    <a:pt x="9828" y="839"/>
                    <a:pt x="9828" y="839"/>
                    <a:pt x="9828" y="839"/>
                  </a:cubicBezTo>
                  <a:cubicBezTo>
                    <a:pt x="9853" y="800"/>
                    <a:pt x="9935" y="713"/>
                    <a:pt x="9962" y="713"/>
                  </a:cubicBezTo>
                  <a:cubicBezTo>
                    <a:pt x="10015" y="713"/>
                    <a:pt x="10015" y="713"/>
                    <a:pt x="10015" y="713"/>
                  </a:cubicBezTo>
                  <a:cubicBezTo>
                    <a:pt x="10015" y="626"/>
                    <a:pt x="10015" y="626"/>
                    <a:pt x="10015" y="626"/>
                  </a:cubicBezTo>
                  <a:cubicBezTo>
                    <a:pt x="9553" y="626"/>
                    <a:pt x="9553" y="626"/>
                    <a:pt x="9553" y="626"/>
                  </a:cubicBezTo>
                  <a:cubicBezTo>
                    <a:pt x="9553" y="713"/>
                    <a:pt x="9553" y="713"/>
                    <a:pt x="9553" y="713"/>
                  </a:cubicBezTo>
                  <a:cubicBezTo>
                    <a:pt x="9623" y="713"/>
                    <a:pt x="9623" y="713"/>
                    <a:pt x="9623" y="713"/>
                  </a:cubicBezTo>
                  <a:cubicBezTo>
                    <a:pt x="9654" y="713"/>
                    <a:pt x="9725" y="793"/>
                    <a:pt x="9722" y="839"/>
                  </a:cubicBezTo>
                  <a:cubicBezTo>
                    <a:pt x="9470" y="1398"/>
                    <a:pt x="9470" y="1398"/>
                    <a:pt x="9470" y="1398"/>
                  </a:cubicBezTo>
                  <a:cubicBezTo>
                    <a:pt x="9194" y="836"/>
                    <a:pt x="9194" y="836"/>
                    <a:pt x="9194" y="836"/>
                  </a:cubicBezTo>
                  <a:cubicBezTo>
                    <a:pt x="9194" y="794"/>
                    <a:pt x="9262" y="713"/>
                    <a:pt x="9293" y="713"/>
                  </a:cubicBezTo>
                  <a:cubicBezTo>
                    <a:pt x="9364" y="713"/>
                    <a:pt x="9364" y="713"/>
                    <a:pt x="9364" y="713"/>
                  </a:cubicBezTo>
                  <a:cubicBezTo>
                    <a:pt x="9364" y="626"/>
                    <a:pt x="9364" y="626"/>
                    <a:pt x="9364" y="626"/>
                  </a:cubicBezTo>
                  <a:cubicBezTo>
                    <a:pt x="8749" y="626"/>
                    <a:pt x="8749" y="626"/>
                    <a:pt x="8749" y="626"/>
                  </a:cubicBezTo>
                  <a:cubicBezTo>
                    <a:pt x="8749" y="713"/>
                    <a:pt x="8749" y="713"/>
                    <a:pt x="8749" y="713"/>
                  </a:cubicBezTo>
                  <a:cubicBezTo>
                    <a:pt x="8800" y="713"/>
                    <a:pt x="8800" y="713"/>
                    <a:pt x="8800" y="713"/>
                  </a:cubicBezTo>
                  <a:cubicBezTo>
                    <a:pt x="8829" y="712"/>
                    <a:pt x="8928" y="807"/>
                    <a:pt x="8947" y="843"/>
                  </a:cubicBezTo>
                  <a:close/>
                  <a:moveTo>
                    <a:pt x="5117" y="349"/>
                  </a:moveTo>
                  <a:cubicBezTo>
                    <a:pt x="5195" y="353"/>
                    <a:pt x="5261" y="293"/>
                    <a:pt x="5265" y="215"/>
                  </a:cubicBezTo>
                  <a:cubicBezTo>
                    <a:pt x="5265" y="210"/>
                    <a:pt x="5265" y="206"/>
                    <a:pt x="5265" y="201"/>
                  </a:cubicBezTo>
                  <a:cubicBezTo>
                    <a:pt x="5265" y="112"/>
                    <a:pt x="5202" y="56"/>
                    <a:pt x="5117" y="56"/>
                  </a:cubicBezTo>
                  <a:cubicBezTo>
                    <a:pt x="5032" y="56"/>
                    <a:pt x="4967" y="112"/>
                    <a:pt x="4967" y="201"/>
                  </a:cubicBezTo>
                  <a:cubicBezTo>
                    <a:pt x="4965" y="280"/>
                    <a:pt x="5026" y="346"/>
                    <a:pt x="5105" y="349"/>
                  </a:cubicBezTo>
                  <a:cubicBezTo>
                    <a:pt x="5109" y="349"/>
                    <a:pt x="5113" y="349"/>
                    <a:pt x="5117" y="349"/>
                  </a:cubicBezTo>
                  <a:close/>
                  <a:moveTo>
                    <a:pt x="3836" y="1676"/>
                  </a:moveTo>
                  <a:cubicBezTo>
                    <a:pt x="3749" y="1676"/>
                    <a:pt x="3749" y="1676"/>
                    <a:pt x="3749" y="1676"/>
                  </a:cubicBezTo>
                  <a:cubicBezTo>
                    <a:pt x="3715" y="1676"/>
                    <a:pt x="3613" y="1579"/>
                    <a:pt x="3613" y="1543"/>
                  </a:cubicBezTo>
                  <a:cubicBezTo>
                    <a:pt x="3613" y="1075"/>
                    <a:pt x="3613" y="1075"/>
                    <a:pt x="3613" y="1075"/>
                  </a:cubicBezTo>
                  <a:cubicBezTo>
                    <a:pt x="3793" y="882"/>
                    <a:pt x="3793" y="882"/>
                    <a:pt x="3793" y="882"/>
                  </a:cubicBezTo>
                  <a:cubicBezTo>
                    <a:pt x="4403" y="1763"/>
                    <a:pt x="4403" y="1763"/>
                    <a:pt x="4403" y="1763"/>
                  </a:cubicBezTo>
                  <a:cubicBezTo>
                    <a:pt x="6040" y="1763"/>
                    <a:pt x="6040" y="1763"/>
                    <a:pt x="6040" y="1763"/>
                  </a:cubicBezTo>
                  <a:cubicBezTo>
                    <a:pt x="6040" y="1676"/>
                    <a:pt x="6040" y="1676"/>
                    <a:pt x="6040" y="1676"/>
                  </a:cubicBezTo>
                  <a:cubicBezTo>
                    <a:pt x="5974" y="1676"/>
                    <a:pt x="5974" y="1676"/>
                    <a:pt x="5974" y="1676"/>
                  </a:cubicBezTo>
                  <a:cubicBezTo>
                    <a:pt x="5940" y="1676"/>
                    <a:pt x="5848" y="1594"/>
                    <a:pt x="5848" y="1555"/>
                  </a:cubicBezTo>
                  <a:cubicBezTo>
                    <a:pt x="5848" y="981"/>
                    <a:pt x="5848" y="981"/>
                    <a:pt x="5848" y="981"/>
                  </a:cubicBezTo>
                  <a:cubicBezTo>
                    <a:pt x="5848" y="904"/>
                    <a:pt x="6059" y="744"/>
                    <a:pt x="6221" y="744"/>
                  </a:cubicBezTo>
                  <a:cubicBezTo>
                    <a:pt x="6345" y="744"/>
                    <a:pt x="6403" y="829"/>
                    <a:pt x="6403" y="940"/>
                  </a:cubicBezTo>
                  <a:cubicBezTo>
                    <a:pt x="6403" y="1555"/>
                    <a:pt x="6403" y="1555"/>
                    <a:pt x="6403" y="1555"/>
                  </a:cubicBezTo>
                  <a:cubicBezTo>
                    <a:pt x="6403" y="1594"/>
                    <a:pt x="6311" y="1676"/>
                    <a:pt x="6277" y="1676"/>
                  </a:cubicBezTo>
                  <a:cubicBezTo>
                    <a:pt x="6211" y="1676"/>
                    <a:pt x="6211" y="1676"/>
                    <a:pt x="6211" y="1676"/>
                  </a:cubicBezTo>
                  <a:cubicBezTo>
                    <a:pt x="6211" y="1763"/>
                    <a:pt x="6211" y="1763"/>
                    <a:pt x="6211" y="1763"/>
                  </a:cubicBezTo>
                  <a:cubicBezTo>
                    <a:pt x="6810" y="1763"/>
                    <a:pt x="6810" y="1763"/>
                    <a:pt x="6810" y="1763"/>
                  </a:cubicBezTo>
                  <a:cubicBezTo>
                    <a:pt x="6810" y="1676"/>
                    <a:pt x="6810" y="1676"/>
                    <a:pt x="6810" y="1676"/>
                  </a:cubicBezTo>
                  <a:cubicBezTo>
                    <a:pt x="6739" y="1676"/>
                    <a:pt x="6739" y="1676"/>
                    <a:pt x="6739" y="1676"/>
                  </a:cubicBezTo>
                  <a:cubicBezTo>
                    <a:pt x="6706" y="1676"/>
                    <a:pt x="6613" y="1594"/>
                    <a:pt x="6613" y="1555"/>
                  </a:cubicBezTo>
                  <a:cubicBezTo>
                    <a:pt x="6613" y="928"/>
                    <a:pt x="6613" y="928"/>
                    <a:pt x="6613" y="928"/>
                  </a:cubicBezTo>
                  <a:cubicBezTo>
                    <a:pt x="6613" y="732"/>
                    <a:pt x="6473" y="601"/>
                    <a:pt x="6296" y="601"/>
                  </a:cubicBezTo>
                  <a:cubicBezTo>
                    <a:pt x="6091" y="601"/>
                    <a:pt x="5984" y="720"/>
                    <a:pt x="5846" y="860"/>
                  </a:cubicBezTo>
                  <a:cubicBezTo>
                    <a:pt x="5803" y="625"/>
                    <a:pt x="5803" y="625"/>
                    <a:pt x="5803" y="625"/>
                  </a:cubicBezTo>
                  <a:cubicBezTo>
                    <a:pt x="5441" y="625"/>
                    <a:pt x="5441" y="625"/>
                    <a:pt x="5441" y="625"/>
                  </a:cubicBezTo>
                  <a:cubicBezTo>
                    <a:pt x="5441" y="712"/>
                    <a:pt x="5441" y="712"/>
                    <a:pt x="5441" y="712"/>
                  </a:cubicBezTo>
                  <a:cubicBezTo>
                    <a:pt x="5512" y="712"/>
                    <a:pt x="5512" y="712"/>
                    <a:pt x="5512" y="712"/>
                  </a:cubicBezTo>
                  <a:cubicBezTo>
                    <a:pt x="5546" y="712"/>
                    <a:pt x="5638" y="798"/>
                    <a:pt x="5638" y="833"/>
                  </a:cubicBezTo>
                  <a:cubicBezTo>
                    <a:pt x="5638" y="1555"/>
                    <a:pt x="5638" y="1555"/>
                    <a:pt x="5638" y="1555"/>
                  </a:cubicBezTo>
                  <a:cubicBezTo>
                    <a:pt x="5638" y="1593"/>
                    <a:pt x="5546" y="1676"/>
                    <a:pt x="5512" y="1676"/>
                  </a:cubicBezTo>
                  <a:cubicBezTo>
                    <a:pt x="5371" y="1676"/>
                    <a:pt x="5371" y="1676"/>
                    <a:pt x="5371" y="1676"/>
                  </a:cubicBezTo>
                  <a:cubicBezTo>
                    <a:pt x="5340" y="1676"/>
                    <a:pt x="5245" y="1593"/>
                    <a:pt x="5245" y="1555"/>
                  </a:cubicBezTo>
                  <a:cubicBezTo>
                    <a:pt x="5245" y="625"/>
                    <a:pt x="5245" y="625"/>
                    <a:pt x="5245" y="625"/>
                  </a:cubicBezTo>
                  <a:cubicBezTo>
                    <a:pt x="4836" y="625"/>
                    <a:pt x="4836" y="625"/>
                    <a:pt x="4836" y="625"/>
                  </a:cubicBezTo>
                  <a:cubicBezTo>
                    <a:pt x="4836" y="712"/>
                    <a:pt x="4836" y="712"/>
                    <a:pt x="4836" y="712"/>
                  </a:cubicBezTo>
                  <a:cubicBezTo>
                    <a:pt x="4906" y="712"/>
                    <a:pt x="4906" y="712"/>
                    <a:pt x="4906" y="712"/>
                  </a:cubicBezTo>
                  <a:cubicBezTo>
                    <a:pt x="4940" y="712"/>
                    <a:pt x="5032" y="798"/>
                    <a:pt x="5032" y="833"/>
                  </a:cubicBezTo>
                  <a:cubicBezTo>
                    <a:pt x="5032" y="1555"/>
                    <a:pt x="5032" y="1555"/>
                    <a:pt x="5032" y="1555"/>
                  </a:cubicBezTo>
                  <a:cubicBezTo>
                    <a:pt x="5032" y="1594"/>
                    <a:pt x="4940" y="1676"/>
                    <a:pt x="4906" y="1676"/>
                  </a:cubicBezTo>
                  <a:cubicBezTo>
                    <a:pt x="4778" y="1676"/>
                    <a:pt x="4778" y="1676"/>
                    <a:pt x="4778" y="1676"/>
                  </a:cubicBezTo>
                  <a:cubicBezTo>
                    <a:pt x="4742" y="1676"/>
                    <a:pt x="4599" y="1567"/>
                    <a:pt x="4570" y="1528"/>
                  </a:cubicBezTo>
                  <a:cubicBezTo>
                    <a:pt x="3953" y="707"/>
                    <a:pt x="3953" y="707"/>
                    <a:pt x="3953" y="707"/>
                  </a:cubicBezTo>
                  <a:cubicBezTo>
                    <a:pt x="4381" y="247"/>
                    <a:pt x="4381" y="247"/>
                    <a:pt x="4381" y="247"/>
                  </a:cubicBezTo>
                  <a:cubicBezTo>
                    <a:pt x="4405" y="221"/>
                    <a:pt x="4572" y="88"/>
                    <a:pt x="4606" y="88"/>
                  </a:cubicBezTo>
                  <a:cubicBezTo>
                    <a:pt x="4692" y="88"/>
                    <a:pt x="4692" y="88"/>
                    <a:pt x="4692" y="88"/>
                  </a:cubicBezTo>
                  <a:cubicBezTo>
                    <a:pt x="4692" y="0"/>
                    <a:pt x="4692" y="0"/>
                    <a:pt x="4692" y="0"/>
                  </a:cubicBezTo>
                  <a:cubicBezTo>
                    <a:pt x="4052" y="0"/>
                    <a:pt x="4052" y="0"/>
                    <a:pt x="4052" y="0"/>
                  </a:cubicBezTo>
                  <a:cubicBezTo>
                    <a:pt x="4052" y="88"/>
                    <a:pt x="4052" y="88"/>
                    <a:pt x="4052" y="88"/>
                  </a:cubicBezTo>
                  <a:cubicBezTo>
                    <a:pt x="4137" y="88"/>
                    <a:pt x="4137" y="88"/>
                    <a:pt x="4137" y="88"/>
                  </a:cubicBezTo>
                  <a:cubicBezTo>
                    <a:pt x="4171" y="88"/>
                    <a:pt x="4270" y="209"/>
                    <a:pt x="4244" y="240"/>
                  </a:cubicBezTo>
                  <a:cubicBezTo>
                    <a:pt x="3614" y="942"/>
                    <a:pt x="3614" y="942"/>
                    <a:pt x="3614" y="942"/>
                  </a:cubicBezTo>
                  <a:cubicBezTo>
                    <a:pt x="3614" y="221"/>
                    <a:pt x="3614" y="221"/>
                    <a:pt x="3614" y="221"/>
                  </a:cubicBezTo>
                  <a:cubicBezTo>
                    <a:pt x="3614" y="184"/>
                    <a:pt x="3716" y="88"/>
                    <a:pt x="3750" y="88"/>
                  </a:cubicBezTo>
                  <a:cubicBezTo>
                    <a:pt x="3837" y="88"/>
                    <a:pt x="3837" y="88"/>
                    <a:pt x="3837" y="88"/>
                  </a:cubicBezTo>
                  <a:cubicBezTo>
                    <a:pt x="3837" y="0"/>
                    <a:pt x="3837" y="0"/>
                    <a:pt x="3837" y="0"/>
                  </a:cubicBezTo>
                  <a:cubicBezTo>
                    <a:pt x="3149" y="0"/>
                    <a:pt x="3149" y="0"/>
                    <a:pt x="3149" y="0"/>
                  </a:cubicBezTo>
                  <a:cubicBezTo>
                    <a:pt x="3149" y="88"/>
                    <a:pt x="3149" y="88"/>
                    <a:pt x="3149" y="88"/>
                  </a:cubicBezTo>
                  <a:cubicBezTo>
                    <a:pt x="3236" y="88"/>
                    <a:pt x="3236" y="88"/>
                    <a:pt x="3236" y="88"/>
                  </a:cubicBezTo>
                  <a:cubicBezTo>
                    <a:pt x="3270" y="88"/>
                    <a:pt x="3371" y="184"/>
                    <a:pt x="3371" y="221"/>
                  </a:cubicBezTo>
                  <a:cubicBezTo>
                    <a:pt x="3371" y="1543"/>
                    <a:pt x="3371" y="1543"/>
                    <a:pt x="3371" y="1543"/>
                  </a:cubicBezTo>
                  <a:cubicBezTo>
                    <a:pt x="3371" y="1579"/>
                    <a:pt x="3270" y="1676"/>
                    <a:pt x="3236" y="1676"/>
                  </a:cubicBezTo>
                  <a:cubicBezTo>
                    <a:pt x="3149" y="1676"/>
                    <a:pt x="3149" y="1676"/>
                    <a:pt x="3149" y="1676"/>
                  </a:cubicBezTo>
                  <a:cubicBezTo>
                    <a:pt x="3149" y="1763"/>
                    <a:pt x="3149" y="1763"/>
                    <a:pt x="3149" y="1763"/>
                  </a:cubicBezTo>
                  <a:cubicBezTo>
                    <a:pt x="3836" y="1763"/>
                    <a:pt x="3836" y="1763"/>
                    <a:pt x="3836" y="1763"/>
                  </a:cubicBezTo>
                  <a:lnTo>
                    <a:pt x="3836" y="1676"/>
                  </a:lnTo>
                  <a:close/>
                  <a:moveTo>
                    <a:pt x="7720" y="1446"/>
                  </a:moveTo>
                  <a:cubicBezTo>
                    <a:pt x="7720" y="1262"/>
                    <a:pt x="7579" y="1163"/>
                    <a:pt x="7456" y="1114"/>
                  </a:cubicBezTo>
                  <a:cubicBezTo>
                    <a:pt x="7361" y="1078"/>
                    <a:pt x="7296" y="1049"/>
                    <a:pt x="7209" y="1013"/>
                  </a:cubicBezTo>
                  <a:cubicBezTo>
                    <a:pt x="7090" y="962"/>
                    <a:pt x="7023" y="927"/>
                    <a:pt x="7023" y="829"/>
                  </a:cubicBezTo>
                  <a:cubicBezTo>
                    <a:pt x="7023" y="739"/>
                    <a:pt x="7085" y="683"/>
                    <a:pt x="7219" y="683"/>
                  </a:cubicBezTo>
                  <a:cubicBezTo>
                    <a:pt x="7432" y="683"/>
                    <a:pt x="7565" y="884"/>
                    <a:pt x="7565" y="979"/>
                  </a:cubicBezTo>
                  <a:cubicBezTo>
                    <a:pt x="7635" y="979"/>
                    <a:pt x="7635" y="979"/>
                    <a:pt x="7635" y="979"/>
                  </a:cubicBezTo>
                  <a:cubicBezTo>
                    <a:pt x="7635" y="625"/>
                    <a:pt x="7635" y="625"/>
                    <a:pt x="7635" y="625"/>
                  </a:cubicBezTo>
                  <a:cubicBezTo>
                    <a:pt x="7572" y="625"/>
                    <a:pt x="7572" y="625"/>
                    <a:pt x="7572" y="625"/>
                  </a:cubicBezTo>
                  <a:cubicBezTo>
                    <a:pt x="7562" y="649"/>
                    <a:pt x="7543" y="657"/>
                    <a:pt x="7509" y="657"/>
                  </a:cubicBezTo>
                  <a:cubicBezTo>
                    <a:pt x="7422" y="657"/>
                    <a:pt x="7352" y="598"/>
                    <a:pt x="7226" y="598"/>
                  </a:cubicBezTo>
                  <a:cubicBezTo>
                    <a:pt x="7015" y="598"/>
                    <a:pt x="6882" y="707"/>
                    <a:pt x="6882" y="913"/>
                  </a:cubicBezTo>
                  <a:cubicBezTo>
                    <a:pt x="6882" y="1071"/>
                    <a:pt x="6986" y="1160"/>
                    <a:pt x="7124" y="1223"/>
                  </a:cubicBezTo>
                  <a:cubicBezTo>
                    <a:pt x="7216" y="1264"/>
                    <a:pt x="7282" y="1291"/>
                    <a:pt x="7361" y="1325"/>
                  </a:cubicBezTo>
                  <a:cubicBezTo>
                    <a:pt x="7463" y="1367"/>
                    <a:pt x="7577" y="1412"/>
                    <a:pt x="7577" y="1540"/>
                  </a:cubicBezTo>
                  <a:cubicBezTo>
                    <a:pt x="7577" y="1647"/>
                    <a:pt x="7497" y="1695"/>
                    <a:pt x="7354" y="1695"/>
                  </a:cubicBezTo>
                  <a:cubicBezTo>
                    <a:pt x="7107" y="1695"/>
                    <a:pt x="6952" y="1468"/>
                    <a:pt x="6952" y="1361"/>
                  </a:cubicBezTo>
                  <a:cubicBezTo>
                    <a:pt x="6882" y="1361"/>
                    <a:pt x="6882" y="1361"/>
                    <a:pt x="6882" y="1361"/>
                  </a:cubicBezTo>
                  <a:cubicBezTo>
                    <a:pt x="6882" y="1763"/>
                    <a:pt x="6882" y="1763"/>
                    <a:pt x="6882" y="1763"/>
                  </a:cubicBezTo>
                  <a:cubicBezTo>
                    <a:pt x="6938" y="1763"/>
                    <a:pt x="6938" y="1763"/>
                    <a:pt x="6938" y="1763"/>
                  </a:cubicBezTo>
                  <a:cubicBezTo>
                    <a:pt x="6967" y="1737"/>
                    <a:pt x="6979" y="1725"/>
                    <a:pt x="7025" y="1725"/>
                  </a:cubicBezTo>
                  <a:cubicBezTo>
                    <a:pt x="7124" y="1725"/>
                    <a:pt x="7209" y="1790"/>
                    <a:pt x="7354" y="1790"/>
                  </a:cubicBezTo>
                  <a:cubicBezTo>
                    <a:pt x="7570" y="1790"/>
                    <a:pt x="7720" y="1664"/>
                    <a:pt x="7720" y="1446"/>
                  </a:cubicBezTo>
                  <a:close/>
                  <a:moveTo>
                    <a:pt x="2703" y="1584"/>
                  </a:moveTo>
                  <a:cubicBezTo>
                    <a:pt x="2442" y="1584"/>
                    <a:pt x="2282" y="1383"/>
                    <a:pt x="2282" y="1129"/>
                  </a:cubicBezTo>
                  <a:cubicBezTo>
                    <a:pt x="2282" y="860"/>
                    <a:pt x="2391" y="683"/>
                    <a:pt x="2618" y="683"/>
                  </a:cubicBezTo>
                  <a:cubicBezTo>
                    <a:pt x="2815" y="683"/>
                    <a:pt x="2844" y="840"/>
                    <a:pt x="2812" y="1017"/>
                  </a:cubicBezTo>
                  <a:cubicBezTo>
                    <a:pt x="2882" y="1013"/>
                    <a:pt x="2882" y="1013"/>
                    <a:pt x="2882" y="1013"/>
                  </a:cubicBezTo>
                  <a:cubicBezTo>
                    <a:pt x="3049" y="753"/>
                    <a:pt x="3049" y="753"/>
                    <a:pt x="3049" y="753"/>
                  </a:cubicBezTo>
                  <a:cubicBezTo>
                    <a:pt x="2945" y="649"/>
                    <a:pt x="2824" y="596"/>
                    <a:pt x="2645" y="596"/>
                  </a:cubicBezTo>
                  <a:cubicBezTo>
                    <a:pt x="2345" y="596"/>
                    <a:pt x="2100" y="833"/>
                    <a:pt x="2100" y="1201"/>
                  </a:cubicBezTo>
                  <a:cubicBezTo>
                    <a:pt x="2100" y="1526"/>
                    <a:pt x="2306" y="1792"/>
                    <a:pt x="2623" y="1792"/>
                  </a:cubicBezTo>
                  <a:cubicBezTo>
                    <a:pt x="2909" y="1792"/>
                    <a:pt x="3061" y="1635"/>
                    <a:pt x="3136" y="1386"/>
                  </a:cubicBezTo>
                  <a:cubicBezTo>
                    <a:pt x="3066" y="1386"/>
                    <a:pt x="3066" y="1386"/>
                    <a:pt x="3066" y="1386"/>
                  </a:cubicBezTo>
                  <a:cubicBezTo>
                    <a:pt x="2986" y="1519"/>
                    <a:pt x="2902" y="1584"/>
                    <a:pt x="2703" y="1584"/>
                  </a:cubicBezTo>
                  <a:close/>
                  <a:moveTo>
                    <a:pt x="1053" y="1322"/>
                  </a:moveTo>
                  <a:cubicBezTo>
                    <a:pt x="1041" y="1322"/>
                    <a:pt x="1041" y="1322"/>
                    <a:pt x="1041" y="1322"/>
                  </a:cubicBezTo>
                  <a:cubicBezTo>
                    <a:pt x="511" y="0"/>
                    <a:pt x="511" y="0"/>
                    <a:pt x="511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88"/>
                    <a:pt x="0" y="88"/>
                    <a:pt x="0" y="88"/>
                  </a:cubicBezTo>
                  <a:cubicBezTo>
                    <a:pt x="87" y="88"/>
                    <a:pt x="87" y="88"/>
                    <a:pt x="87" y="88"/>
                  </a:cubicBezTo>
                  <a:cubicBezTo>
                    <a:pt x="121" y="88"/>
                    <a:pt x="223" y="184"/>
                    <a:pt x="223" y="221"/>
                  </a:cubicBezTo>
                  <a:cubicBezTo>
                    <a:pt x="223" y="1543"/>
                    <a:pt x="223" y="1543"/>
                    <a:pt x="223" y="1543"/>
                  </a:cubicBezTo>
                  <a:cubicBezTo>
                    <a:pt x="223" y="1579"/>
                    <a:pt x="121" y="1676"/>
                    <a:pt x="87" y="1676"/>
                  </a:cubicBezTo>
                  <a:cubicBezTo>
                    <a:pt x="0" y="1676"/>
                    <a:pt x="0" y="1676"/>
                    <a:pt x="0" y="1676"/>
                  </a:cubicBezTo>
                  <a:cubicBezTo>
                    <a:pt x="0" y="1763"/>
                    <a:pt x="0" y="1763"/>
                    <a:pt x="0" y="1763"/>
                  </a:cubicBezTo>
                  <a:cubicBezTo>
                    <a:pt x="549" y="1763"/>
                    <a:pt x="549" y="1763"/>
                    <a:pt x="549" y="1763"/>
                  </a:cubicBezTo>
                  <a:cubicBezTo>
                    <a:pt x="549" y="1676"/>
                    <a:pt x="549" y="1676"/>
                    <a:pt x="549" y="1676"/>
                  </a:cubicBezTo>
                  <a:cubicBezTo>
                    <a:pt x="462" y="1676"/>
                    <a:pt x="462" y="1676"/>
                    <a:pt x="462" y="1676"/>
                  </a:cubicBezTo>
                  <a:cubicBezTo>
                    <a:pt x="428" y="1676"/>
                    <a:pt x="327" y="1579"/>
                    <a:pt x="327" y="1543"/>
                  </a:cubicBezTo>
                  <a:cubicBezTo>
                    <a:pt x="327" y="233"/>
                    <a:pt x="327" y="233"/>
                    <a:pt x="327" y="233"/>
                  </a:cubicBezTo>
                  <a:cubicBezTo>
                    <a:pt x="968" y="1794"/>
                    <a:pt x="968" y="1794"/>
                    <a:pt x="968" y="1794"/>
                  </a:cubicBezTo>
                  <a:cubicBezTo>
                    <a:pt x="1609" y="259"/>
                    <a:pt x="1609" y="259"/>
                    <a:pt x="1609" y="259"/>
                  </a:cubicBezTo>
                  <a:cubicBezTo>
                    <a:pt x="1609" y="1543"/>
                    <a:pt x="1609" y="1543"/>
                    <a:pt x="1609" y="1543"/>
                  </a:cubicBezTo>
                  <a:cubicBezTo>
                    <a:pt x="1609" y="1579"/>
                    <a:pt x="1507" y="1676"/>
                    <a:pt x="1473" y="1676"/>
                  </a:cubicBezTo>
                  <a:cubicBezTo>
                    <a:pt x="1386" y="1676"/>
                    <a:pt x="1386" y="1676"/>
                    <a:pt x="1386" y="1676"/>
                  </a:cubicBezTo>
                  <a:cubicBezTo>
                    <a:pt x="1386" y="1763"/>
                    <a:pt x="1386" y="1763"/>
                    <a:pt x="1386" y="1763"/>
                  </a:cubicBezTo>
                  <a:cubicBezTo>
                    <a:pt x="2069" y="1763"/>
                    <a:pt x="2069" y="1763"/>
                    <a:pt x="2069" y="1763"/>
                  </a:cubicBezTo>
                  <a:cubicBezTo>
                    <a:pt x="2069" y="1676"/>
                    <a:pt x="2069" y="1676"/>
                    <a:pt x="2069" y="1676"/>
                  </a:cubicBezTo>
                  <a:cubicBezTo>
                    <a:pt x="1983" y="1676"/>
                    <a:pt x="1983" y="1676"/>
                    <a:pt x="1983" y="1676"/>
                  </a:cubicBezTo>
                  <a:cubicBezTo>
                    <a:pt x="1949" y="1676"/>
                    <a:pt x="1848" y="1579"/>
                    <a:pt x="1848" y="1543"/>
                  </a:cubicBezTo>
                  <a:cubicBezTo>
                    <a:pt x="1848" y="221"/>
                    <a:pt x="1848" y="221"/>
                    <a:pt x="1848" y="221"/>
                  </a:cubicBezTo>
                  <a:cubicBezTo>
                    <a:pt x="1848" y="184"/>
                    <a:pt x="1949" y="88"/>
                    <a:pt x="1983" y="88"/>
                  </a:cubicBezTo>
                  <a:cubicBezTo>
                    <a:pt x="2070" y="88"/>
                    <a:pt x="2070" y="88"/>
                    <a:pt x="2070" y="88"/>
                  </a:cubicBezTo>
                  <a:cubicBezTo>
                    <a:pt x="2070" y="0"/>
                    <a:pt x="2070" y="0"/>
                    <a:pt x="2070" y="0"/>
                  </a:cubicBezTo>
                  <a:cubicBezTo>
                    <a:pt x="1610" y="0"/>
                    <a:pt x="1610" y="0"/>
                    <a:pt x="1610" y="0"/>
                  </a:cubicBezTo>
                  <a:lnTo>
                    <a:pt x="1053" y="1322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>
                <a:latin typeface="Arial" panose="020B0604020202020204" pitchFamily="34" charset="0"/>
              </a:endParaRPr>
            </a:p>
          </p:txBody>
        </p:sp>
      </p:grpSp>
      <p:sp>
        <p:nvSpPr>
          <p:cNvPr id="8" name="5. Source" hidden="1">
            <a:extLst>
              <a:ext uri="{FF2B5EF4-FFF2-40B4-BE49-F238E27FC236}">
                <a16:creationId xmlns:a16="http://schemas.microsoft.com/office/drawing/2014/main" id="{330AE89A-7771-4A6E-A02D-893DCB66C876}"/>
              </a:ext>
            </a:extLst>
          </p:cNvPr>
          <p:cNvSpPr txBox="1"/>
          <p:nvPr userDrawn="1">
            <p:custDataLst>
              <p:tags r:id="rId4"/>
            </p:custDataLst>
          </p:nvPr>
        </p:nvSpPr>
        <p:spPr>
          <a:xfrm>
            <a:off x="554735" y="6501669"/>
            <a:ext cx="7277861" cy="12311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en-US" sz="800" dirty="0"/>
              <a:t>Source: …</a:t>
            </a:r>
          </a:p>
        </p:txBody>
      </p:sp>
    </p:spTree>
    <p:extLst>
      <p:ext uri="{BB962C8B-B14F-4D97-AF65-F5344CB8AC3E}">
        <p14:creationId xmlns:p14="http://schemas.microsoft.com/office/powerpoint/2010/main" val="466470504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ontrast Title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Background">
            <a:extLst>
              <a:ext uri="{FF2B5EF4-FFF2-40B4-BE49-F238E27FC236}">
                <a16:creationId xmlns:a16="http://schemas.microsoft.com/office/drawing/2014/main" id="{0E1AA1CA-B589-A148-3F5A-385105B9B6B6}"/>
              </a:ext>
            </a:extLst>
          </p:cNvPr>
          <p:cNvPicPr>
            <a:picLocks noChangeAspect="1"/>
          </p:cNvPicPr>
          <p:nvPr userDrawn="1">
            <p:custDataLst>
              <p:tags r:id="rId1"/>
            </p:custDataLst>
          </p:nvPr>
        </p:nvPicPr>
        <p:blipFill>
          <a:blip r:embed="rId1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6" name="Partnership">
            <a:extLst>
              <a:ext uri="{FF2B5EF4-FFF2-40B4-BE49-F238E27FC236}">
                <a16:creationId xmlns:a16="http://schemas.microsoft.com/office/drawing/2014/main" id="{A820C1EA-1C46-FBE2-06AE-01690E3DC46B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graphicFrame>
        <p:nvGraphicFramePr>
          <p:cNvPr id="3" name="Object 2" hidden="1">
            <a:extLst>
              <a:ext uri="{FF2B5EF4-FFF2-40B4-BE49-F238E27FC236}">
                <a16:creationId xmlns:a16="http://schemas.microsoft.com/office/drawing/2014/main" id="{7BEFF58C-83CF-420F-BF45-F188AE9E7308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2"/>
            </p:custDataLst>
            <p:extLst>
              <p:ext uri="{D42A27DB-BD31-4B8C-83A1-F6EECF244321}">
                <p14:modId xmlns:p14="http://schemas.microsoft.com/office/powerpoint/2010/main" val="1340021337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13" imgW="344" imgH="344" progId="TCLayout.ActiveDocument.1">
                  <p:embed/>
                </p:oleObj>
              </mc:Choice>
              <mc:Fallback>
                <p:oleObj name="think-cell Slide" r:id="rId13" imgW="344" imgH="344" progId="TCLayout.ActiveDocument.1">
                  <p:embed/>
                  <p:pic>
                    <p:nvPicPr>
                      <p:cNvPr id="3" name="Object 2" hidden="1">
                        <a:extLst>
                          <a:ext uri="{FF2B5EF4-FFF2-40B4-BE49-F238E27FC236}">
                            <a16:creationId xmlns:a16="http://schemas.microsoft.com/office/drawing/2014/main" id="{7BEFF58C-83CF-420F-BF45-F188AE9E7308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Rectangle 1" hidden="1">
            <a:extLst>
              <a:ext uri="{FF2B5EF4-FFF2-40B4-BE49-F238E27FC236}">
                <a16:creationId xmlns:a16="http://schemas.microsoft.com/office/drawing/2014/main" id="{0BEC3B16-0840-4135-8BED-D45704C35593}"/>
              </a:ext>
            </a:extLst>
          </p:cNvPr>
          <p:cNvSpPr/>
          <p:nvPr userDrawn="1">
            <p:custDataLst>
              <p:tags r:id="rId3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  <a:solidFill>
            <a:schemeClr val="tx1"/>
          </a:solidFill>
          <a:ln w="6350" cap="sq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lvl="0" indent="0" algn="ctr">
              <a:spcBef>
                <a:spcPts val="300"/>
              </a:spcBef>
              <a:spcAft>
                <a:spcPts val="300"/>
              </a:spcAft>
            </a:pPr>
            <a:endParaRPr lang="en-US" sz="4400" b="1" i="0" baseline="0" dirty="0" err="1">
              <a:solidFill>
                <a:schemeClr val="bg1"/>
              </a:solidFill>
              <a:latin typeface="Georgia" panose="02040502050405020303" pitchFamily="18" charset="0"/>
              <a:ea typeface="+mj-ea"/>
              <a:cs typeface="+mj-cs"/>
              <a:sym typeface="Georgia" panose="02040502050405020303" pitchFamily="18" charset="0"/>
            </a:endParaRPr>
          </a:p>
        </p:txBody>
      </p:sp>
      <p:sp>
        <p:nvSpPr>
          <p:cNvPr id="12" name="ClientLogo">
            <a:extLst>
              <a:ext uri="{FF2B5EF4-FFF2-40B4-BE49-F238E27FC236}">
                <a16:creationId xmlns:a16="http://schemas.microsoft.com/office/drawing/2014/main" id="{5A541723-8353-4CC2-AFDA-19C8B3B786BF}"/>
              </a:ext>
            </a:extLst>
          </p:cNvPr>
          <p:cNvSpPr>
            <a:spLocks noGrp="1"/>
          </p:cNvSpPr>
          <p:nvPr>
            <p:ph type="pic" sz="quarter" idx="14" hasCustomPrompt="1"/>
            <p:custDataLst>
              <p:tags r:id="rId4"/>
            </p:custDataLst>
          </p:nvPr>
        </p:nvSpPr>
        <p:spPr>
          <a:xfrm>
            <a:off x="551942" y="4984025"/>
            <a:ext cx="1901952" cy="969264"/>
          </a:xfrm>
          <a:prstGeom prst="rect">
            <a:avLst/>
          </a:prstGeom>
        </p:spPr>
        <p:txBody>
          <a:bodyPr>
            <a:noAutofit/>
          </a:bodyPr>
          <a:lstStyle>
            <a:lvl1pPr algn="ctr">
              <a:defRPr sz="12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Client logo goes here.</a:t>
            </a:r>
          </a:p>
        </p:txBody>
      </p:sp>
      <p:sp>
        <p:nvSpPr>
          <p:cNvPr id="13" name="Documenttype">
            <a:extLst>
              <a:ext uri="{FF2B5EF4-FFF2-40B4-BE49-F238E27FC236}">
                <a16:creationId xmlns:a16="http://schemas.microsoft.com/office/drawing/2014/main" id="{A8F38EAB-8863-4F94-ACD0-B6D27373BCC1}"/>
              </a:ext>
            </a:extLst>
          </p:cNvPr>
          <p:cNvSpPr>
            <a:spLocks noGrp="1"/>
          </p:cNvSpPr>
          <p:nvPr>
            <p:ph type="body" sz="quarter" idx="13" hasCustomPrompt="1"/>
            <p:custDataLst>
              <p:tags r:id="rId5"/>
            </p:custDataLst>
          </p:nvPr>
        </p:nvSpPr>
        <p:spPr>
          <a:xfrm>
            <a:off x="551942" y="4510168"/>
            <a:ext cx="6016752" cy="215444"/>
          </a:xfrm>
          <a:prstGeom prst="rect">
            <a:avLst/>
          </a:prstGeom>
        </p:spPr>
        <p:txBody>
          <a:bodyPr wrap="square">
            <a:noAutofit/>
          </a:bodyPr>
          <a:lstStyle>
            <a:lvl1pPr>
              <a:buNone/>
              <a:defRPr sz="1400">
                <a:solidFill>
                  <a:schemeClr val="tx1"/>
                </a:solidFill>
              </a:defRPr>
            </a:lvl1pPr>
            <a:lvl2pPr marL="115888" indent="0">
              <a:buNone/>
              <a:defRPr>
                <a:solidFill>
                  <a:schemeClr val="bg1"/>
                </a:solidFill>
              </a:defRPr>
            </a:lvl2pPr>
            <a:lvl3pPr marL="466344" indent="0">
              <a:buNone/>
              <a:defRPr>
                <a:solidFill>
                  <a:schemeClr val="bg1"/>
                </a:solidFill>
              </a:defRPr>
            </a:lvl3pPr>
            <a:lvl4pPr marL="813816" indent="0">
              <a:buNone/>
              <a:defRPr>
                <a:solidFill>
                  <a:schemeClr val="bg1"/>
                </a:solidFill>
              </a:defRPr>
            </a:lvl4pPr>
            <a:lvl5pPr marL="1161288" indent="0"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Edit date or title/role</a:t>
            </a:r>
          </a:p>
        </p:txBody>
      </p:sp>
      <p:sp>
        <p:nvSpPr>
          <p:cNvPr id="14" name="Subtitle">
            <a:extLst>
              <a:ext uri="{FF2B5EF4-FFF2-40B4-BE49-F238E27FC236}">
                <a16:creationId xmlns:a16="http://schemas.microsoft.com/office/drawing/2014/main" id="{6C219131-971A-4BF6-8DFB-186691126F2C}"/>
              </a:ext>
            </a:extLst>
          </p:cNvPr>
          <p:cNvSpPr>
            <a:spLocks noGrp="1"/>
          </p:cNvSpPr>
          <p:nvPr>
            <p:ph type="subTitle" idx="1"/>
            <p:custDataLst>
              <p:tags r:id="rId6"/>
            </p:custDataLst>
          </p:nvPr>
        </p:nvSpPr>
        <p:spPr>
          <a:xfrm>
            <a:off x="551942" y="4092559"/>
            <a:ext cx="6016752" cy="307777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0" algn="l">
              <a:buNone/>
              <a:defRPr sz="2000">
                <a:solidFill>
                  <a:schemeClr val="tx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edit Master subtitle style</a:t>
            </a:r>
          </a:p>
        </p:txBody>
      </p:sp>
      <p:sp>
        <p:nvSpPr>
          <p:cNvPr id="21" name="Title">
            <a:extLst>
              <a:ext uri="{FF2B5EF4-FFF2-40B4-BE49-F238E27FC236}">
                <a16:creationId xmlns:a16="http://schemas.microsoft.com/office/drawing/2014/main" id="{B280F3D7-8B5E-4751-907E-C1D9BEBFDCB8}"/>
              </a:ext>
            </a:extLst>
          </p:cNvPr>
          <p:cNvSpPr>
            <a:spLocks noGrp="1"/>
          </p:cNvSpPr>
          <p:nvPr>
            <p:ph type="title"/>
            <p:custDataLst>
              <p:tags r:id="rId7"/>
            </p:custDataLst>
          </p:nvPr>
        </p:nvSpPr>
        <p:spPr>
          <a:xfrm>
            <a:off x="551942" y="2049805"/>
            <a:ext cx="6016752" cy="1921708"/>
          </a:xfrm>
          <a:prstGeom prst="rect">
            <a:avLst/>
          </a:prstGeom>
        </p:spPr>
        <p:txBody>
          <a:bodyPr vert="horz" anchor="b">
            <a:normAutofit/>
          </a:bodyPr>
          <a:lstStyle>
            <a:lvl1pPr>
              <a:defRPr sz="4400" baseline="0">
                <a:ln w="6350" cap="flat">
                  <a:noFill/>
                  <a:miter lim="800000"/>
                </a:ln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25" name="Disclaimer-English (United States)">
            <a:extLst>
              <a:ext uri="{FF2B5EF4-FFF2-40B4-BE49-F238E27FC236}">
                <a16:creationId xmlns:a16="http://schemas.microsoft.com/office/drawing/2014/main" id="{365FDE2E-B4AC-48A0-8D5A-94F648AEA896}"/>
              </a:ext>
            </a:extLst>
          </p:cNvPr>
          <p:cNvSpPr>
            <a:spLocks noChangeArrowheads="1"/>
          </p:cNvSpPr>
          <p:nvPr userDrawn="1">
            <p:custDataLst>
              <p:tags r:id="rId8"/>
            </p:custDataLst>
          </p:nvPr>
        </p:nvSpPr>
        <p:spPr bwMode="black">
          <a:xfrm>
            <a:off x="551942" y="6190488"/>
            <a:ext cx="3995928" cy="35661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lIns="0" tIns="0" rIns="0" bIns="0" anchor="b" anchorCtr="0">
            <a:noAutofit/>
          </a:bodyPr>
          <a:lstStyle/>
          <a:p>
            <a:pPr defTabSz="804863" eaLnBrk="0" hangingPunct="0"/>
            <a:r>
              <a:rPr lang="en-GB" sz="750">
                <a:solidFill>
                  <a:schemeClr val="tx1"/>
                </a:solidFill>
                <a:latin typeface="+mn-lt"/>
              </a:rPr>
              <a:t>CONFIDENTIAL AND PROPRIETARY | © 2025 McKinsey &amp; Company. </a:t>
            </a:r>
          </a:p>
          <a:p>
            <a:pPr defTabSz="804863" eaLnBrk="0" hangingPunct="0"/>
            <a:r>
              <a:rPr lang="en-GB" sz="750">
                <a:solidFill>
                  <a:schemeClr val="tx1"/>
                </a:solidFill>
                <a:latin typeface="+mn-lt"/>
              </a:rPr>
              <a:t>This material is intended solely for your internal use and any use of this material without specific permission of McKinsey &amp; Company is strictly prohibited. All rights reserved.</a:t>
            </a:r>
            <a:endParaRPr lang="en-US" sz="750" dirty="0">
              <a:solidFill>
                <a:schemeClr val="tx1"/>
              </a:solidFill>
              <a:latin typeface="+mn-lt"/>
            </a:endParaRPr>
          </a:p>
        </p:txBody>
      </p:sp>
      <p:grpSp>
        <p:nvGrpSpPr>
          <p:cNvPr id="11" name="logoimage">
            <a:extLst>
              <a:ext uri="{FF2B5EF4-FFF2-40B4-BE49-F238E27FC236}">
                <a16:creationId xmlns:a16="http://schemas.microsoft.com/office/drawing/2014/main" id="{1CF91F61-1A9C-80E4-FFA2-69DB20BBACC3}"/>
              </a:ext>
            </a:extLst>
          </p:cNvPr>
          <p:cNvGrpSpPr/>
          <p:nvPr userDrawn="1">
            <p:custDataLst>
              <p:tags r:id="rId9"/>
            </p:custDataLst>
          </p:nvPr>
        </p:nvGrpSpPr>
        <p:grpSpPr>
          <a:xfrm>
            <a:off x="551942" y="481160"/>
            <a:ext cx="1893201" cy="585216"/>
            <a:chOff x="551942" y="481160"/>
            <a:chExt cx="1893201" cy="585216"/>
          </a:xfrm>
        </p:grpSpPr>
        <p:sp>
          <p:nvSpPr>
            <p:cNvPr id="18" name="AutoShape 3">
              <a:extLst>
                <a:ext uri="{FF2B5EF4-FFF2-40B4-BE49-F238E27FC236}">
                  <a16:creationId xmlns:a16="http://schemas.microsoft.com/office/drawing/2014/main" id="{E8A472B5-EC20-41F1-91D8-281D2B5D8D1E}"/>
                </a:ext>
              </a:extLst>
            </p:cNvPr>
            <p:cNvSpPr>
              <a:spLocks noChangeAspect="1" noChangeArrowheads="1" noTextEdit="1"/>
            </p:cNvSpPr>
            <p:nvPr userDrawn="1"/>
          </p:nvSpPr>
          <p:spPr bwMode="black">
            <a:xfrm>
              <a:off x="551942" y="481160"/>
              <a:ext cx="1893201" cy="58521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>
                <a:latin typeface="Arial" panose="020B0604020202020204" pitchFamily="34" charset="0"/>
              </a:endParaRPr>
            </a:p>
          </p:txBody>
        </p:sp>
        <p:sp>
          <p:nvSpPr>
            <p:cNvPr id="22" name="Freeform 5">
              <a:extLst>
                <a:ext uri="{FF2B5EF4-FFF2-40B4-BE49-F238E27FC236}">
                  <a16:creationId xmlns:a16="http://schemas.microsoft.com/office/drawing/2014/main" id="{B5153A5B-4B89-4D4A-96F0-F9AFF4E7D0F5}"/>
                </a:ext>
              </a:extLst>
            </p:cNvPr>
            <p:cNvSpPr>
              <a:spLocks noEditPoints="1"/>
            </p:cNvSpPr>
            <p:nvPr userDrawn="1"/>
          </p:nvSpPr>
          <p:spPr bwMode="black">
            <a:xfrm>
              <a:off x="551942" y="481407"/>
              <a:ext cx="1893201" cy="584969"/>
            </a:xfrm>
            <a:custGeom>
              <a:avLst/>
              <a:gdLst>
                <a:gd name="T0" fmla="*/ 4209 w 15155"/>
                <a:gd name="T1" fmla="*/ 2986 h 4678"/>
                <a:gd name="T2" fmla="*/ 3707 w 15155"/>
                <a:gd name="T3" fmla="*/ 2422 h 4678"/>
                <a:gd name="T4" fmla="*/ 3712 w 15155"/>
                <a:gd name="T5" fmla="*/ 2340 h 4678"/>
                <a:gd name="T6" fmla="*/ 4724 w 15155"/>
                <a:gd name="T7" fmla="*/ 4124 h 4678"/>
                <a:gd name="T8" fmla="*/ 3330 w 15155"/>
                <a:gd name="T9" fmla="*/ 3521 h 4678"/>
                <a:gd name="T10" fmla="*/ 5673 w 15155"/>
                <a:gd name="T11" fmla="*/ 3002 h 4678"/>
                <a:gd name="T12" fmla="*/ 6627 w 15155"/>
                <a:gd name="T13" fmla="*/ 2408 h 4678"/>
                <a:gd name="T14" fmla="*/ 6279 w 15155"/>
                <a:gd name="T15" fmla="*/ 4007 h 4678"/>
                <a:gd name="T16" fmla="*/ 10270 w 15155"/>
                <a:gd name="T17" fmla="*/ 3073 h 4678"/>
                <a:gd name="T18" fmla="*/ 10801 w 15155"/>
                <a:gd name="T19" fmla="*/ 4678 h 4678"/>
                <a:gd name="T20" fmla="*/ 11466 w 15155"/>
                <a:gd name="T21" fmla="*/ 3537 h 4678"/>
                <a:gd name="T22" fmla="*/ 10602 w 15155"/>
                <a:gd name="T23" fmla="*/ 3405 h 4678"/>
                <a:gd name="T24" fmla="*/ 14762 w 15155"/>
                <a:gd name="T25" fmla="*/ 3073 h 4678"/>
                <a:gd name="T26" fmla="*/ 14505 w 15155"/>
                <a:gd name="T27" fmla="*/ 2986 h 4678"/>
                <a:gd name="T28" fmla="*/ 14145 w 15155"/>
                <a:gd name="T29" fmla="*/ 4620 h 4678"/>
                <a:gd name="T30" fmla="*/ 15155 w 15155"/>
                <a:gd name="T31" fmla="*/ 2986 h 4678"/>
                <a:gd name="T32" fmla="*/ 10231 w 15155"/>
                <a:gd name="T33" fmla="*/ 4037 h 4678"/>
                <a:gd name="T34" fmla="*/ 9005 w 15155"/>
                <a:gd name="T35" fmla="*/ 2961 h 4678"/>
                <a:gd name="T36" fmla="*/ 8378 w 15155"/>
                <a:gd name="T37" fmla="*/ 3194 h 4678"/>
                <a:gd name="T38" fmla="*/ 8775 w 15155"/>
                <a:gd name="T39" fmla="*/ 4037 h 4678"/>
                <a:gd name="T40" fmla="*/ 9107 w 15155"/>
                <a:gd name="T41" fmla="*/ 3916 h 4678"/>
                <a:gd name="T42" fmla="*/ 9439 w 15155"/>
                <a:gd name="T43" fmla="*/ 4037 h 4678"/>
                <a:gd name="T44" fmla="*/ 9712 w 15155"/>
                <a:gd name="T45" fmla="*/ 4037 h 4678"/>
                <a:gd name="T46" fmla="*/ 7962 w 15155"/>
                <a:gd name="T47" fmla="*/ 3741 h 4678"/>
                <a:gd name="T48" fmla="*/ 7962 w 15155"/>
                <a:gd name="T49" fmla="*/ 3741 h 4678"/>
                <a:gd name="T50" fmla="*/ 12654 w 15155"/>
                <a:gd name="T51" fmla="*/ 2986 h 4678"/>
                <a:gd name="T52" fmla="*/ 12586 w 15155"/>
                <a:gd name="T53" fmla="*/ 4036 h 4678"/>
                <a:gd name="T54" fmla="*/ 11780 w 15155"/>
                <a:gd name="T55" fmla="*/ 3367 h 4678"/>
                <a:gd name="T56" fmla="*/ 11871 w 15155"/>
                <a:gd name="T57" fmla="*/ 4146 h 4678"/>
                <a:gd name="T58" fmla="*/ 13060 w 15155"/>
                <a:gd name="T59" fmla="*/ 3917 h 4678"/>
                <a:gd name="T60" fmla="*/ 13423 w 15155"/>
                <a:gd name="T61" fmla="*/ 4037 h 4678"/>
                <a:gd name="T62" fmla="*/ 12250 w 15155"/>
                <a:gd name="T63" fmla="*/ 3787 h 4678"/>
                <a:gd name="T64" fmla="*/ 12250 w 15155"/>
                <a:gd name="T65" fmla="*/ 3787 h 4678"/>
                <a:gd name="T66" fmla="*/ 8758 w 15155"/>
                <a:gd name="T67" fmla="*/ 1080 h 4678"/>
                <a:gd name="T68" fmla="*/ 8559 w 15155"/>
                <a:gd name="T69" fmla="*/ 1013 h 4678"/>
                <a:gd name="T70" fmla="*/ 9105 w 15155"/>
                <a:gd name="T71" fmla="*/ 2310 h 4678"/>
                <a:gd name="T72" fmla="*/ 9553 w 15155"/>
                <a:gd name="T73" fmla="*/ 626 h 4678"/>
                <a:gd name="T74" fmla="*/ 9293 w 15155"/>
                <a:gd name="T75" fmla="*/ 713 h 4678"/>
                <a:gd name="T76" fmla="*/ 8947 w 15155"/>
                <a:gd name="T77" fmla="*/ 843 h 4678"/>
                <a:gd name="T78" fmla="*/ 5105 w 15155"/>
                <a:gd name="T79" fmla="*/ 349 h 4678"/>
                <a:gd name="T80" fmla="*/ 3793 w 15155"/>
                <a:gd name="T81" fmla="*/ 882 h 4678"/>
                <a:gd name="T82" fmla="*/ 5848 w 15155"/>
                <a:gd name="T83" fmla="*/ 981 h 4678"/>
                <a:gd name="T84" fmla="*/ 6211 w 15155"/>
                <a:gd name="T85" fmla="*/ 1763 h 4678"/>
                <a:gd name="T86" fmla="*/ 6296 w 15155"/>
                <a:gd name="T87" fmla="*/ 601 h 4678"/>
                <a:gd name="T88" fmla="*/ 5638 w 15155"/>
                <a:gd name="T89" fmla="*/ 833 h 4678"/>
                <a:gd name="T90" fmla="*/ 4836 w 15155"/>
                <a:gd name="T91" fmla="*/ 625 h 4678"/>
                <a:gd name="T92" fmla="*/ 4778 w 15155"/>
                <a:gd name="T93" fmla="*/ 1676 h 4678"/>
                <a:gd name="T94" fmla="*/ 4692 w 15155"/>
                <a:gd name="T95" fmla="*/ 0 h 4678"/>
                <a:gd name="T96" fmla="*/ 3614 w 15155"/>
                <a:gd name="T97" fmla="*/ 221 h 4678"/>
                <a:gd name="T98" fmla="*/ 3236 w 15155"/>
                <a:gd name="T99" fmla="*/ 88 h 4678"/>
                <a:gd name="T100" fmla="*/ 3836 w 15155"/>
                <a:gd name="T101" fmla="*/ 1763 h 4678"/>
                <a:gd name="T102" fmla="*/ 7219 w 15155"/>
                <a:gd name="T103" fmla="*/ 683 h 4678"/>
                <a:gd name="T104" fmla="*/ 7226 w 15155"/>
                <a:gd name="T105" fmla="*/ 598 h 4678"/>
                <a:gd name="T106" fmla="*/ 6952 w 15155"/>
                <a:gd name="T107" fmla="*/ 1361 h 4678"/>
                <a:gd name="T108" fmla="*/ 7720 w 15155"/>
                <a:gd name="T109" fmla="*/ 1446 h 4678"/>
                <a:gd name="T110" fmla="*/ 3049 w 15155"/>
                <a:gd name="T111" fmla="*/ 753 h 4678"/>
                <a:gd name="T112" fmla="*/ 2703 w 15155"/>
                <a:gd name="T113" fmla="*/ 1584 h 4678"/>
                <a:gd name="T114" fmla="*/ 87 w 15155"/>
                <a:gd name="T115" fmla="*/ 88 h 4678"/>
                <a:gd name="T116" fmla="*/ 549 w 15155"/>
                <a:gd name="T117" fmla="*/ 1763 h 4678"/>
                <a:gd name="T118" fmla="*/ 1609 w 15155"/>
                <a:gd name="T119" fmla="*/ 259 h 4678"/>
                <a:gd name="T120" fmla="*/ 2069 w 15155"/>
                <a:gd name="T121" fmla="*/ 1676 h 4678"/>
                <a:gd name="T122" fmla="*/ 2070 w 15155"/>
                <a:gd name="T123" fmla="*/ 0 h 467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</a:cxnLst>
              <a:rect l="0" t="0" r="r" b="b"/>
              <a:pathLst>
                <a:path w="15155" h="4678">
                  <a:moveTo>
                    <a:pt x="4451" y="3751"/>
                  </a:moveTo>
                  <a:cubicBezTo>
                    <a:pt x="4549" y="3607"/>
                    <a:pt x="4604" y="3438"/>
                    <a:pt x="4609" y="3264"/>
                  </a:cubicBezTo>
                  <a:cubicBezTo>
                    <a:pt x="4611" y="3211"/>
                    <a:pt x="4732" y="3072"/>
                    <a:pt x="4766" y="3072"/>
                  </a:cubicBezTo>
                  <a:cubicBezTo>
                    <a:pt x="4834" y="3072"/>
                    <a:pt x="4834" y="3072"/>
                    <a:pt x="4834" y="3072"/>
                  </a:cubicBezTo>
                  <a:cubicBezTo>
                    <a:pt x="4834" y="2986"/>
                    <a:pt x="4834" y="2986"/>
                    <a:pt x="4834" y="2986"/>
                  </a:cubicBezTo>
                  <a:cubicBezTo>
                    <a:pt x="4209" y="2986"/>
                    <a:pt x="4209" y="2986"/>
                    <a:pt x="4209" y="2986"/>
                  </a:cubicBezTo>
                  <a:cubicBezTo>
                    <a:pt x="4209" y="3073"/>
                    <a:pt x="4209" y="3073"/>
                    <a:pt x="4209" y="3073"/>
                  </a:cubicBezTo>
                  <a:cubicBezTo>
                    <a:pt x="4380" y="3078"/>
                    <a:pt x="4487" y="3175"/>
                    <a:pt x="4487" y="3337"/>
                  </a:cubicBezTo>
                  <a:cubicBezTo>
                    <a:pt x="4487" y="3482"/>
                    <a:pt x="4463" y="3591"/>
                    <a:pt x="4395" y="3702"/>
                  </a:cubicBezTo>
                  <a:cubicBezTo>
                    <a:pt x="4155" y="3489"/>
                    <a:pt x="3882" y="3230"/>
                    <a:pt x="3654" y="2986"/>
                  </a:cubicBezTo>
                  <a:cubicBezTo>
                    <a:pt x="3501" y="2928"/>
                    <a:pt x="3404" y="2814"/>
                    <a:pt x="3404" y="2673"/>
                  </a:cubicBezTo>
                  <a:cubicBezTo>
                    <a:pt x="3404" y="2514"/>
                    <a:pt x="3518" y="2422"/>
                    <a:pt x="3707" y="2422"/>
                  </a:cubicBezTo>
                  <a:cubicBezTo>
                    <a:pt x="3942" y="2422"/>
                    <a:pt x="4116" y="2659"/>
                    <a:pt x="4116" y="2777"/>
                  </a:cubicBezTo>
                  <a:cubicBezTo>
                    <a:pt x="4191" y="2777"/>
                    <a:pt x="4191" y="2777"/>
                    <a:pt x="4191" y="2777"/>
                  </a:cubicBezTo>
                  <a:cubicBezTo>
                    <a:pt x="4191" y="2362"/>
                    <a:pt x="4191" y="2362"/>
                    <a:pt x="4191" y="2362"/>
                  </a:cubicBezTo>
                  <a:cubicBezTo>
                    <a:pt x="4116" y="2362"/>
                    <a:pt x="4116" y="2362"/>
                    <a:pt x="4116" y="2362"/>
                  </a:cubicBezTo>
                  <a:cubicBezTo>
                    <a:pt x="4097" y="2391"/>
                    <a:pt x="4074" y="2393"/>
                    <a:pt x="4034" y="2393"/>
                  </a:cubicBezTo>
                  <a:cubicBezTo>
                    <a:pt x="3959" y="2393"/>
                    <a:pt x="3874" y="2340"/>
                    <a:pt x="3712" y="2340"/>
                  </a:cubicBezTo>
                  <a:cubicBezTo>
                    <a:pt x="3453" y="2340"/>
                    <a:pt x="3288" y="2480"/>
                    <a:pt x="3288" y="2732"/>
                  </a:cubicBezTo>
                  <a:cubicBezTo>
                    <a:pt x="3288" y="2887"/>
                    <a:pt x="3346" y="2991"/>
                    <a:pt x="3431" y="3100"/>
                  </a:cubicBezTo>
                  <a:cubicBezTo>
                    <a:pt x="3253" y="3219"/>
                    <a:pt x="3146" y="3420"/>
                    <a:pt x="3148" y="3634"/>
                  </a:cubicBezTo>
                  <a:cubicBezTo>
                    <a:pt x="3148" y="3944"/>
                    <a:pt x="3421" y="4155"/>
                    <a:pt x="3707" y="4155"/>
                  </a:cubicBezTo>
                  <a:cubicBezTo>
                    <a:pt x="3966" y="4155"/>
                    <a:pt x="4145" y="4080"/>
                    <a:pt x="4286" y="3944"/>
                  </a:cubicBezTo>
                  <a:cubicBezTo>
                    <a:pt x="4431" y="4078"/>
                    <a:pt x="4552" y="4124"/>
                    <a:pt x="4724" y="4124"/>
                  </a:cubicBezTo>
                  <a:cubicBezTo>
                    <a:pt x="4913" y="4124"/>
                    <a:pt x="4913" y="4124"/>
                    <a:pt x="4913" y="4124"/>
                  </a:cubicBezTo>
                  <a:cubicBezTo>
                    <a:pt x="4913" y="4036"/>
                    <a:pt x="4913" y="4036"/>
                    <a:pt x="4913" y="4036"/>
                  </a:cubicBezTo>
                  <a:cubicBezTo>
                    <a:pt x="4809" y="4036"/>
                    <a:pt x="4809" y="4036"/>
                    <a:pt x="4809" y="4036"/>
                  </a:cubicBezTo>
                  <a:cubicBezTo>
                    <a:pt x="4685" y="3947"/>
                    <a:pt x="4565" y="3852"/>
                    <a:pt x="4451" y="3751"/>
                  </a:cubicBezTo>
                  <a:close/>
                  <a:moveTo>
                    <a:pt x="3851" y="4015"/>
                  </a:moveTo>
                  <a:cubicBezTo>
                    <a:pt x="3599" y="4015"/>
                    <a:pt x="3330" y="3772"/>
                    <a:pt x="3330" y="3521"/>
                  </a:cubicBezTo>
                  <a:cubicBezTo>
                    <a:pt x="3330" y="3339"/>
                    <a:pt x="3378" y="3243"/>
                    <a:pt x="3470" y="3148"/>
                  </a:cubicBezTo>
                  <a:cubicBezTo>
                    <a:pt x="3707" y="3414"/>
                    <a:pt x="3962" y="3664"/>
                    <a:pt x="4233" y="3896"/>
                  </a:cubicBezTo>
                  <a:cubicBezTo>
                    <a:pt x="4134" y="3971"/>
                    <a:pt x="4008" y="4015"/>
                    <a:pt x="3851" y="4015"/>
                  </a:cubicBezTo>
                  <a:close/>
                  <a:moveTo>
                    <a:pt x="6279" y="4007"/>
                  </a:moveTo>
                  <a:cubicBezTo>
                    <a:pt x="5920" y="4007"/>
                    <a:pt x="5707" y="3758"/>
                    <a:pt x="5678" y="3450"/>
                  </a:cubicBezTo>
                  <a:cubicBezTo>
                    <a:pt x="5664" y="3301"/>
                    <a:pt x="5663" y="3151"/>
                    <a:pt x="5673" y="3002"/>
                  </a:cubicBezTo>
                  <a:cubicBezTo>
                    <a:pt x="5705" y="2605"/>
                    <a:pt x="5887" y="2435"/>
                    <a:pt x="6192" y="2435"/>
                  </a:cubicBezTo>
                  <a:cubicBezTo>
                    <a:pt x="6523" y="2435"/>
                    <a:pt x="6726" y="2803"/>
                    <a:pt x="6726" y="2985"/>
                  </a:cubicBezTo>
                  <a:cubicBezTo>
                    <a:pt x="6801" y="2985"/>
                    <a:pt x="6801" y="2985"/>
                    <a:pt x="6801" y="2985"/>
                  </a:cubicBezTo>
                  <a:cubicBezTo>
                    <a:pt x="6801" y="2362"/>
                    <a:pt x="6801" y="2362"/>
                    <a:pt x="6801" y="2362"/>
                  </a:cubicBezTo>
                  <a:cubicBezTo>
                    <a:pt x="6736" y="2362"/>
                    <a:pt x="6736" y="2362"/>
                    <a:pt x="6736" y="2362"/>
                  </a:cubicBezTo>
                  <a:cubicBezTo>
                    <a:pt x="6709" y="2393"/>
                    <a:pt x="6683" y="2408"/>
                    <a:pt x="6627" y="2408"/>
                  </a:cubicBezTo>
                  <a:cubicBezTo>
                    <a:pt x="6489" y="2408"/>
                    <a:pt x="6370" y="2330"/>
                    <a:pt x="6181" y="2330"/>
                  </a:cubicBezTo>
                  <a:cubicBezTo>
                    <a:pt x="5687" y="2330"/>
                    <a:pt x="5392" y="2732"/>
                    <a:pt x="5392" y="3236"/>
                  </a:cubicBezTo>
                  <a:cubicBezTo>
                    <a:pt x="5392" y="3740"/>
                    <a:pt x="5719" y="4156"/>
                    <a:pt x="6225" y="4156"/>
                  </a:cubicBezTo>
                  <a:cubicBezTo>
                    <a:pt x="6577" y="4156"/>
                    <a:pt x="6824" y="3967"/>
                    <a:pt x="6937" y="3652"/>
                  </a:cubicBezTo>
                  <a:cubicBezTo>
                    <a:pt x="6845" y="3652"/>
                    <a:pt x="6845" y="3652"/>
                    <a:pt x="6845" y="3652"/>
                  </a:cubicBezTo>
                  <a:cubicBezTo>
                    <a:pt x="6731" y="3884"/>
                    <a:pt x="6583" y="4007"/>
                    <a:pt x="6279" y="4007"/>
                  </a:cubicBezTo>
                  <a:close/>
                  <a:moveTo>
                    <a:pt x="11018" y="2957"/>
                  </a:moveTo>
                  <a:cubicBezTo>
                    <a:pt x="10830" y="2957"/>
                    <a:pt x="10704" y="3037"/>
                    <a:pt x="10605" y="3221"/>
                  </a:cubicBezTo>
                  <a:cubicBezTo>
                    <a:pt x="10566" y="2986"/>
                    <a:pt x="10566" y="2986"/>
                    <a:pt x="10566" y="2986"/>
                  </a:cubicBezTo>
                  <a:cubicBezTo>
                    <a:pt x="10195" y="2986"/>
                    <a:pt x="10195" y="2986"/>
                    <a:pt x="10195" y="2986"/>
                  </a:cubicBezTo>
                  <a:cubicBezTo>
                    <a:pt x="10195" y="3073"/>
                    <a:pt x="10195" y="3073"/>
                    <a:pt x="10195" y="3073"/>
                  </a:cubicBezTo>
                  <a:cubicBezTo>
                    <a:pt x="10270" y="3073"/>
                    <a:pt x="10270" y="3073"/>
                    <a:pt x="10270" y="3073"/>
                  </a:cubicBezTo>
                  <a:cubicBezTo>
                    <a:pt x="10304" y="3073"/>
                    <a:pt x="10391" y="3158"/>
                    <a:pt x="10391" y="3194"/>
                  </a:cubicBezTo>
                  <a:cubicBezTo>
                    <a:pt x="10391" y="4470"/>
                    <a:pt x="10391" y="4470"/>
                    <a:pt x="10391" y="4470"/>
                  </a:cubicBezTo>
                  <a:cubicBezTo>
                    <a:pt x="10391" y="4508"/>
                    <a:pt x="10304" y="4591"/>
                    <a:pt x="10270" y="4591"/>
                  </a:cubicBezTo>
                  <a:cubicBezTo>
                    <a:pt x="10195" y="4591"/>
                    <a:pt x="10195" y="4591"/>
                    <a:pt x="10195" y="4591"/>
                  </a:cubicBezTo>
                  <a:cubicBezTo>
                    <a:pt x="10195" y="4678"/>
                    <a:pt x="10195" y="4678"/>
                    <a:pt x="10195" y="4678"/>
                  </a:cubicBezTo>
                  <a:cubicBezTo>
                    <a:pt x="10801" y="4678"/>
                    <a:pt x="10801" y="4678"/>
                    <a:pt x="10801" y="4678"/>
                  </a:cubicBezTo>
                  <a:cubicBezTo>
                    <a:pt x="10801" y="4591"/>
                    <a:pt x="10801" y="4591"/>
                    <a:pt x="10801" y="4591"/>
                  </a:cubicBezTo>
                  <a:cubicBezTo>
                    <a:pt x="10726" y="4591"/>
                    <a:pt x="10726" y="4591"/>
                    <a:pt x="10726" y="4591"/>
                  </a:cubicBezTo>
                  <a:cubicBezTo>
                    <a:pt x="10694" y="4591"/>
                    <a:pt x="10605" y="4508"/>
                    <a:pt x="10605" y="4470"/>
                  </a:cubicBezTo>
                  <a:cubicBezTo>
                    <a:pt x="10605" y="3922"/>
                    <a:pt x="10605" y="3922"/>
                    <a:pt x="10605" y="3922"/>
                  </a:cubicBezTo>
                  <a:cubicBezTo>
                    <a:pt x="10687" y="4070"/>
                    <a:pt x="10793" y="4147"/>
                    <a:pt x="10994" y="4147"/>
                  </a:cubicBezTo>
                  <a:cubicBezTo>
                    <a:pt x="11272" y="4147"/>
                    <a:pt x="11466" y="3888"/>
                    <a:pt x="11466" y="3537"/>
                  </a:cubicBezTo>
                  <a:cubicBezTo>
                    <a:pt x="11466" y="3186"/>
                    <a:pt x="11297" y="2957"/>
                    <a:pt x="11018" y="2957"/>
                  </a:cubicBezTo>
                  <a:close/>
                  <a:moveTo>
                    <a:pt x="11246" y="3722"/>
                  </a:moveTo>
                  <a:cubicBezTo>
                    <a:pt x="11222" y="3903"/>
                    <a:pt x="11130" y="4027"/>
                    <a:pt x="10934" y="4027"/>
                  </a:cubicBezTo>
                  <a:cubicBezTo>
                    <a:pt x="10753" y="4029"/>
                    <a:pt x="10604" y="3884"/>
                    <a:pt x="10602" y="3703"/>
                  </a:cubicBezTo>
                  <a:cubicBezTo>
                    <a:pt x="10602" y="3701"/>
                    <a:pt x="10602" y="3698"/>
                    <a:pt x="10602" y="3695"/>
                  </a:cubicBezTo>
                  <a:cubicBezTo>
                    <a:pt x="10602" y="3405"/>
                    <a:pt x="10602" y="3405"/>
                    <a:pt x="10602" y="3405"/>
                  </a:cubicBezTo>
                  <a:cubicBezTo>
                    <a:pt x="10658" y="3225"/>
                    <a:pt x="10767" y="3092"/>
                    <a:pt x="10961" y="3092"/>
                  </a:cubicBezTo>
                  <a:cubicBezTo>
                    <a:pt x="11125" y="3092"/>
                    <a:pt x="11224" y="3208"/>
                    <a:pt x="11249" y="3390"/>
                  </a:cubicBezTo>
                  <a:cubicBezTo>
                    <a:pt x="11262" y="3500"/>
                    <a:pt x="11261" y="3612"/>
                    <a:pt x="11246" y="3722"/>
                  </a:cubicBezTo>
                  <a:close/>
                  <a:moveTo>
                    <a:pt x="14693" y="2986"/>
                  </a:moveTo>
                  <a:cubicBezTo>
                    <a:pt x="14693" y="3073"/>
                    <a:pt x="14693" y="3073"/>
                    <a:pt x="14693" y="3073"/>
                  </a:cubicBezTo>
                  <a:cubicBezTo>
                    <a:pt x="14762" y="3073"/>
                    <a:pt x="14762" y="3073"/>
                    <a:pt x="14762" y="3073"/>
                  </a:cubicBezTo>
                  <a:cubicBezTo>
                    <a:pt x="14794" y="3073"/>
                    <a:pt x="14864" y="3153"/>
                    <a:pt x="14862" y="3199"/>
                  </a:cubicBezTo>
                  <a:cubicBezTo>
                    <a:pt x="14610" y="3758"/>
                    <a:pt x="14610" y="3758"/>
                    <a:pt x="14610" y="3758"/>
                  </a:cubicBezTo>
                  <a:cubicBezTo>
                    <a:pt x="14335" y="3196"/>
                    <a:pt x="14335" y="3196"/>
                    <a:pt x="14335" y="3196"/>
                  </a:cubicBezTo>
                  <a:cubicBezTo>
                    <a:pt x="14335" y="3154"/>
                    <a:pt x="14403" y="3073"/>
                    <a:pt x="14434" y="3073"/>
                  </a:cubicBezTo>
                  <a:cubicBezTo>
                    <a:pt x="14505" y="3073"/>
                    <a:pt x="14505" y="3073"/>
                    <a:pt x="14505" y="3073"/>
                  </a:cubicBezTo>
                  <a:cubicBezTo>
                    <a:pt x="14505" y="2986"/>
                    <a:pt x="14505" y="2986"/>
                    <a:pt x="14505" y="2986"/>
                  </a:cubicBezTo>
                  <a:cubicBezTo>
                    <a:pt x="13889" y="2986"/>
                    <a:pt x="13889" y="2986"/>
                    <a:pt x="13889" y="2986"/>
                  </a:cubicBezTo>
                  <a:cubicBezTo>
                    <a:pt x="13889" y="3073"/>
                    <a:pt x="13889" y="3073"/>
                    <a:pt x="13889" y="3073"/>
                  </a:cubicBezTo>
                  <a:cubicBezTo>
                    <a:pt x="13940" y="3073"/>
                    <a:pt x="13940" y="3073"/>
                    <a:pt x="13940" y="3073"/>
                  </a:cubicBezTo>
                  <a:cubicBezTo>
                    <a:pt x="13969" y="3073"/>
                    <a:pt x="14068" y="3167"/>
                    <a:pt x="14087" y="3204"/>
                  </a:cubicBezTo>
                  <a:cubicBezTo>
                    <a:pt x="14489" y="3995"/>
                    <a:pt x="14489" y="3995"/>
                    <a:pt x="14489" y="3995"/>
                  </a:cubicBezTo>
                  <a:cubicBezTo>
                    <a:pt x="14145" y="4620"/>
                    <a:pt x="14145" y="4620"/>
                    <a:pt x="14145" y="4620"/>
                  </a:cubicBezTo>
                  <a:cubicBezTo>
                    <a:pt x="14245" y="4671"/>
                    <a:pt x="14245" y="4671"/>
                    <a:pt x="14245" y="4671"/>
                  </a:cubicBezTo>
                  <a:cubicBezTo>
                    <a:pt x="14584" y="4030"/>
                    <a:pt x="14584" y="4030"/>
                    <a:pt x="14584" y="4030"/>
                  </a:cubicBezTo>
                  <a:cubicBezTo>
                    <a:pt x="14968" y="3199"/>
                    <a:pt x="14968" y="3199"/>
                    <a:pt x="14968" y="3199"/>
                  </a:cubicBezTo>
                  <a:cubicBezTo>
                    <a:pt x="14993" y="3161"/>
                    <a:pt x="15075" y="3073"/>
                    <a:pt x="15102" y="3073"/>
                  </a:cubicBezTo>
                  <a:cubicBezTo>
                    <a:pt x="15155" y="3073"/>
                    <a:pt x="15155" y="3073"/>
                    <a:pt x="15155" y="3073"/>
                  </a:cubicBezTo>
                  <a:cubicBezTo>
                    <a:pt x="15155" y="2986"/>
                    <a:pt x="15155" y="2986"/>
                    <a:pt x="15155" y="2986"/>
                  </a:cubicBezTo>
                  <a:lnTo>
                    <a:pt x="14693" y="2986"/>
                  </a:lnTo>
                  <a:close/>
                  <a:moveTo>
                    <a:pt x="9712" y="4037"/>
                  </a:moveTo>
                  <a:cubicBezTo>
                    <a:pt x="9647" y="4037"/>
                    <a:pt x="9647" y="4037"/>
                    <a:pt x="9647" y="4037"/>
                  </a:cubicBezTo>
                  <a:cubicBezTo>
                    <a:pt x="9647" y="4124"/>
                    <a:pt x="9647" y="4124"/>
                    <a:pt x="9647" y="4124"/>
                  </a:cubicBezTo>
                  <a:cubicBezTo>
                    <a:pt x="10231" y="4124"/>
                    <a:pt x="10231" y="4124"/>
                    <a:pt x="10231" y="4124"/>
                  </a:cubicBezTo>
                  <a:cubicBezTo>
                    <a:pt x="10231" y="4037"/>
                    <a:pt x="10231" y="4037"/>
                    <a:pt x="10231" y="4037"/>
                  </a:cubicBezTo>
                  <a:cubicBezTo>
                    <a:pt x="10165" y="4037"/>
                    <a:pt x="10165" y="4037"/>
                    <a:pt x="10165" y="4037"/>
                  </a:cubicBezTo>
                  <a:cubicBezTo>
                    <a:pt x="10131" y="4037"/>
                    <a:pt x="10044" y="3954"/>
                    <a:pt x="10044" y="3916"/>
                  </a:cubicBezTo>
                  <a:cubicBezTo>
                    <a:pt x="10044" y="3288"/>
                    <a:pt x="10044" y="3288"/>
                    <a:pt x="10044" y="3288"/>
                  </a:cubicBezTo>
                  <a:cubicBezTo>
                    <a:pt x="10044" y="3080"/>
                    <a:pt x="9904" y="2964"/>
                    <a:pt x="9732" y="2964"/>
                  </a:cubicBezTo>
                  <a:cubicBezTo>
                    <a:pt x="9538" y="2964"/>
                    <a:pt x="9448" y="3066"/>
                    <a:pt x="9308" y="3204"/>
                  </a:cubicBezTo>
                  <a:cubicBezTo>
                    <a:pt x="9287" y="3044"/>
                    <a:pt x="9158" y="2961"/>
                    <a:pt x="9005" y="2961"/>
                  </a:cubicBezTo>
                  <a:cubicBezTo>
                    <a:pt x="8804" y="2961"/>
                    <a:pt x="8720" y="3068"/>
                    <a:pt x="8589" y="3206"/>
                  </a:cubicBezTo>
                  <a:cubicBezTo>
                    <a:pt x="8544" y="2986"/>
                    <a:pt x="8544" y="2986"/>
                    <a:pt x="8544" y="2986"/>
                  </a:cubicBezTo>
                  <a:cubicBezTo>
                    <a:pt x="8192" y="2986"/>
                    <a:pt x="8192" y="2986"/>
                    <a:pt x="8192" y="2986"/>
                  </a:cubicBezTo>
                  <a:cubicBezTo>
                    <a:pt x="8192" y="3073"/>
                    <a:pt x="8192" y="3073"/>
                    <a:pt x="8192" y="3073"/>
                  </a:cubicBezTo>
                  <a:cubicBezTo>
                    <a:pt x="8257" y="3073"/>
                    <a:pt x="8257" y="3073"/>
                    <a:pt x="8257" y="3073"/>
                  </a:cubicBezTo>
                  <a:cubicBezTo>
                    <a:pt x="8291" y="3073"/>
                    <a:pt x="8378" y="3158"/>
                    <a:pt x="8378" y="3194"/>
                  </a:cubicBezTo>
                  <a:cubicBezTo>
                    <a:pt x="8378" y="3916"/>
                    <a:pt x="8378" y="3916"/>
                    <a:pt x="8378" y="3916"/>
                  </a:cubicBezTo>
                  <a:cubicBezTo>
                    <a:pt x="8378" y="3954"/>
                    <a:pt x="8291" y="4037"/>
                    <a:pt x="8257" y="4037"/>
                  </a:cubicBezTo>
                  <a:cubicBezTo>
                    <a:pt x="8192" y="4037"/>
                    <a:pt x="8192" y="4037"/>
                    <a:pt x="8192" y="4037"/>
                  </a:cubicBezTo>
                  <a:cubicBezTo>
                    <a:pt x="8192" y="4124"/>
                    <a:pt x="8192" y="4124"/>
                    <a:pt x="8192" y="4124"/>
                  </a:cubicBezTo>
                  <a:cubicBezTo>
                    <a:pt x="8775" y="4124"/>
                    <a:pt x="8775" y="4124"/>
                    <a:pt x="8775" y="4124"/>
                  </a:cubicBezTo>
                  <a:cubicBezTo>
                    <a:pt x="8775" y="4037"/>
                    <a:pt x="8775" y="4037"/>
                    <a:pt x="8775" y="4037"/>
                  </a:cubicBezTo>
                  <a:cubicBezTo>
                    <a:pt x="8710" y="4037"/>
                    <a:pt x="8710" y="4037"/>
                    <a:pt x="8710" y="4037"/>
                  </a:cubicBezTo>
                  <a:cubicBezTo>
                    <a:pt x="8676" y="4037"/>
                    <a:pt x="8589" y="3954"/>
                    <a:pt x="8589" y="3916"/>
                  </a:cubicBezTo>
                  <a:cubicBezTo>
                    <a:pt x="8589" y="3330"/>
                    <a:pt x="8589" y="3330"/>
                    <a:pt x="8589" y="3330"/>
                  </a:cubicBezTo>
                  <a:cubicBezTo>
                    <a:pt x="8589" y="3252"/>
                    <a:pt x="8775" y="3099"/>
                    <a:pt x="8925" y="3099"/>
                  </a:cubicBezTo>
                  <a:cubicBezTo>
                    <a:pt x="9049" y="3099"/>
                    <a:pt x="9107" y="3177"/>
                    <a:pt x="9107" y="3288"/>
                  </a:cubicBezTo>
                  <a:cubicBezTo>
                    <a:pt x="9107" y="3916"/>
                    <a:pt x="9107" y="3916"/>
                    <a:pt x="9107" y="3916"/>
                  </a:cubicBezTo>
                  <a:cubicBezTo>
                    <a:pt x="9107" y="3954"/>
                    <a:pt x="9020" y="4037"/>
                    <a:pt x="8986" y="4037"/>
                  </a:cubicBezTo>
                  <a:cubicBezTo>
                    <a:pt x="8921" y="4037"/>
                    <a:pt x="8921" y="4037"/>
                    <a:pt x="8921" y="4037"/>
                  </a:cubicBezTo>
                  <a:cubicBezTo>
                    <a:pt x="8921" y="4124"/>
                    <a:pt x="8921" y="4124"/>
                    <a:pt x="8921" y="4124"/>
                  </a:cubicBezTo>
                  <a:cubicBezTo>
                    <a:pt x="9504" y="4124"/>
                    <a:pt x="9504" y="4124"/>
                    <a:pt x="9504" y="4124"/>
                  </a:cubicBezTo>
                  <a:cubicBezTo>
                    <a:pt x="9504" y="4037"/>
                    <a:pt x="9504" y="4037"/>
                    <a:pt x="9504" y="4037"/>
                  </a:cubicBezTo>
                  <a:cubicBezTo>
                    <a:pt x="9439" y="4037"/>
                    <a:pt x="9439" y="4037"/>
                    <a:pt x="9439" y="4037"/>
                  </a:cubicBezTo>
                  <a:cubicBezTo>
                    <a:pt x="9405" y="4037"/>
                    <a:pt x="9318" y="3954"/>
                    <a:pt x="9318" y="3916"/>
                  </a:cubicBezTo>
                  <a:cubicBezTo>
                    <a:pt x="9318" y="3323"/>
                    <a:pt x="9318" y="3323"/>
                    <a:pt x="9318" y="3323"/>
                  </a:cubicBezTo>
                  <a:cubicBezTo>
                    <a:pt x="9318" y="3246"/>
                    <a:pt x="9504" y="3101"/>
                    <a:pt x="9654" y="3101"/>
                  </a:cubicBezTo>
                  <a:cubicBezTo>
                    <a:pt x="9778" y="3101"/>
                    <a:pt x="9833" y="3178"/>
                    <a:pt x="9833" y="3289"/>
                  </a:cubicBezTo>
                  <a:cubicBezTo>
                    <a:pt x="9833" y="3917"/>
                    <a:pt x="9833" y="3917"/>
                    <a:pt x="9833" y="3917"/>
                  </a:cubicBezTo>
                  <a:cubicBezTo>
                    <a:pt x="9833" y="3954"/>
                    <a:pt x="9746" y="4037"/>
                    <a:pt x="9712" y="4037"/>
                  </a:cubicBezTo>
                  <a:close/>
                  <a:moveTo>
                    <a:pt x="7623" y="2957"/>
                  </a:moveTo>
                  <a:cubicBezTo>
                    <a:pt x="7320" y="2957"/>
                    <a:pt x="7051" y="3184"/>
                    <a:pt x="7051" y="3555"/>
                  </a:cubicBezTo>
                  <a:cubicBezTo>
                    <a:pt x="7051" y="3926"/>
                    <a:pt x="7320" y="4156"/>
                    <a:pt x="7623" y="4156"/>
                  </a:cubicBezTo>
                  <a:cubicBezTo>
                    <a:pt x="7925" y="4156"/>
                    <a:pt x="8192" y="3926"/>
                    <a:pt x="8192" y="3555"/>
                  </a:cubicBezTo>
                  <a:cubicBezTo>
                    <a:pt x="8192" y="3185"/>
                    <a:pt x="7925" y="2957"/>
                    <a:pt x="7623" y="2957"/>
                  </a:cubicBezTo>
                  <a:close/>
                  <a:moveTo>
                    <a:pt x="7962" y="3741"/>
                  </a:moveTo>
                  <a:cubicBezTo>
                    <a:pt x="7940" y="3920"/>
                    <a:pt x="7841" y="4044"/>
                    <a:pt x="7625" y="4044"/>
                  </a:cubicBezTo>
                  <a:cubicBezTo>
                    <a:pt x="7415" y="4044"/>
                    <a:pt x="7315" y="3916"/>
                    <a:pt x="7289" y="3739"/>
                  </a:cubicBezTo>
                  <a:cubicBezTo>
                    <a:pt x="7272" y="3613"/>
                    <a:pt x="7272" y="3485"/>
                    <a:pt x="7289" y="3359"/>
                  </a:cubicBezTo>
                  <a:cubicBezTo>
                    <a:pt x="7315" y="3177"/>
                    <a:pt x="7420" y="3056"/>
                    <a:pt x="7625" y="3056"/>
                  </a:cubicBezTo>
                  <a:cubicBezTo>
                    <a:pt x="7839" y="3056"/>
                    <a:pt x="7940" y="3177"/>
                    <a:pt x="7962" y="3361"/>
                  </a:cubicBezTo>
                  <a:cubicBezTo>
                    <a:pt x="7976" y="3487"/>
                    <a:pt x="7976" y="3615"/>
                    <a:pt x="7962" y="3741"/>
                  </a:cubicBezTo>
                  <a:close/>
                  <a:moveTo>
                    <a:pt x="13826" y="3916"/>
                  </a:moveTo>
                  <a:cubicBezTo>
                    <a:pt x="13826" y="3288"/>
                    <a:pt x="13826" y="3288"/>
                    <a:pt x="13826" y="3288"/>
                  </a:cubicBezTo>
                  <a:cubicBezTo>
                    <a:pt x="13826" y="3092"/>
                    <a:pt x="13685" y="2961"/>
                    <a:pt x="13509" y="2961"/>
                  </a:cubicBezTo>
                  <a:cubicBezTo>
                    <a:pt x="13303" y="2961"/>
                    <a:pt x="13196" y="3080"/>
                    <a:pt x="13058" y="3221"/>
                  </a:cubicBezTo>
                  <a:cubicBezTo>
                    <a:pt x="13016" y="2986"/>
                    <a:pt x="13016" y="2986"/>
                    <a:pt x="13016" y="2986"/>
                  </a:cubicBezTo>
                  <a:cubicBezTo>
                    <a:pt x="12654" y="2986"/>
                    <a:pt x="12654" y="2986"/>
                    <a:pt x="12654" y="2986"/>
                  </a:cubicBezTo>
                  <a:cubicBezTo>
                    <a:pt x="12654" y="3073"/>
                    <a:pt x="12654" y="3073"/>
                    <a:pt x="12654" y="3073"/>
                  </a:cubicBezTo>
                  <a:cubicBezTo>
                    <a:pt x="12724" y="3073"/>
                    <a:pt x="12724" y="3073"/>
                    <a:pt x="12724" y="3073"/>
                  </a:cubicBezTo>
                  <a:cubicBezTo>
                    <a:pt x="12758" y="3073"/>
                    <a:pt x="12850" y="3158"/>
                    <a:pt x="12850" y="3194"/>
                  </a:cubicBezTo>
                  <a:cubicBezTo>
                    <a:pt x="12850" y="3915"/>
                    <a:pt x="12850" y="3915"/>
                    <a:pt x="12850" y="3915"/>
                  </a:cubicBezTo>
                  <a:cubicBezTo>
                    <a:pt x="12850" y="3954"/>
                    <a:pt x="12758" y="4036"/>
                    <a:pt x="12724" y="4036"/>
                  </a:cubicBezTo>
                  <a:cubicBezTo>
                    <a:pt x="12586" y="4036"/>
                    <a:pt x="12586" y="4036"/>
                    <a:pt x="12586" y="4036"/>
                  </a:cubicBezTo>
                  <a:cubicBezTo>
                    <a:pt x="12555" y="4036"/>
                    <a:pt x="12460" y="3954"/>
                    <a:pt x="12460" y="3915"/>
                  </a:cubicBezTo>
                  <a:cubicBezTo>
                    <a:pt x="12460" y="3302"/>
                    <a:pt x="12460" y="3302"/>
                    <a:pt x="12460" y="3302"/>
                  </a:cubicBezTo>
                  <a:cubicBezTo>
                    <a:pt x="12460" y="3077"/>
                    <a:pt x="12267" y="2956"/>
                    <a:pt x="12020" y="2956"/>
                  </a:cubicBezTo>
                  <a:cubicBezTo>
                    <a:pt x="11787" y="2956"/>
                    <a:pt x="11639" y="3041"/>
                    <a:pt x="11545" y="3138"/>
                  </a:cubicBezTo>
                  <a:cubicBezTo>
                    <a:pt x="11698" y="3367"/>
                    <a:pt x="11698" y="3367"/>
                    <a:pt x="11698" y="3367"/>
                  </a:cubicBezTo>
                  <a:cubicBezTo>
                    <a:pt x="11780" y="3367"/>
                    <a:pt x="11780" y="3367"/>
                    <a:pt x="11780" y="3367"/>
                  </a:cubicBezTo>
                  <a:cubicBezTo>
                    <a:pt x="11695" y="3171"/>
                    <a:pt x="11773" y="3041"/>
                    <a:pt x="11969" y="3041"/>
                  </a:cubicBezTo>
                  <a:cubicBezTo>
                    <a:pt x="12175" y="3041"/>
                    <a:pt x="12252" y="3138"/>
                    <a:pt x="12250" y="3300"/>
                  </a:cubicBezTo>
                  <a:cubicBezTo>
                    <a:pt x="12247" y="3435"/>
                    <a:pt x="12247" y="3435"/>
                    <a:pt x="12247" y="3435"/>
                  </a:cubicBezTo>
                  <a:cubicBezTo>
                    <a:pt x="11952" y="3496"/>
                    <a:pt x="11952" y="3496"/>
                    <a:pt x="11952" y="3496"/>
                  </a:cubicBezTo>
                  <a:cubicBezTo>
                    <a:pt x="11790" y="3531"/>
                    <a:pt x="11578" y="3608"/>
                    <a:pt x="11578" y="3836"/>
                  </a:cubicBezTo>
                  <a:cubicBezTo>
                    <a:pt x="11578" y="4023"/>
                    <a:pt x="11714" y="4146"/>
                    <a:pt x="11871" y="4146"/>
                  </a:cubicBezTo>
                  <a:cubicBezTo>
                    <a:pt x="12041" y="4146"/>
                    <a:pt x="12162" y="4008"/>
                    <a:pt x="12254" y="3890"/>
                  </a:cubicBezTo>
                  <a:cubicBezTo>
                    <a:pt x="12283" y="4125"/>
                    <a:pt x="12283" y="4125"/>
                    <a:pt x="12283" y="4125"/>
                  </a:cubicBezTo>
                  <a:cubicBezTo>
                    <a:pt x="13251" y="4125"/>
                    <a:pt x="13251" y="4125"/>
                    <a:pt x="13251" y="4125"/>
                  </a:cubicBezTo>
                  <a:cubicBezTo>
                    <a:pt x="13251" y="4038"/>
                    <a:pt x="13251" y="4038"/>
                    <a:pt x="13251" y="4038"/>
                  </a:cubicBezTo>
                  <a:cubicBezTo>
                    <a:pt x="13186" y="4038"/>
                    <a:pt x="13186" y="4038"/>
                    <a:pt x="13186" y="4038"/>
                  </a:cubicBezTo>
                  <a:cubicBezTo>
                    <a:pt x="13152" y="4038"/>
                    <a:pt x="13060" y="3955"/>
                    <a:pt x="13060" y="3917"/>
                  </a:cubicBezTo>
                  <a:cubicBezTo>
                    <a:pt x="13060" y="3342"/>
                    <a:pt x="13060" y="3342"/>
                    <a:pt x="13060" y="3342"/>
                  </a:cubicBezTo>
                  <a:cubicBezTo>
                    <a:pt x="13060" y="3264"/>
                    <a:pt x="13271" y="3104"/>
                    <a:pt x="13433" y="3104"/>
                  </a:cubicBezTo>
                  <a:cubicBezTo>
                    <a:pt x="13557" y="3104"/>
                    <a:pt x="13615" y="3190"/>
                    <a:pt x="13615" y="3301"/>
                  </a:cubicBezTo>
                  <a:cubicBezTo>
                    <a:pt x="13615" y="3916"/>
                    <a:pt x="13615" y="3916"/>
                    <a:pt x="13615" y="3916"/>
                  </a:cubicBezTo>
                  <a:cubicBezTo>
                    <a:pt x="13615" y="3954"/>
                    <a:pt x="13523" y="4037"/>
                    <a:pt x="13489" y="4037"/>
                  </a:cubicBezTo>
                  <a:cubicBezTo>
                    <a:pt x="13423" y="4037"/>
                    <a:pt x="13423" y="4037"/>
                    <a:pt x="13423" y="4037"/>
                  </a:cubicBezTo>
                  <a:cubicBezTo>
                    <a:pt x="13423" y="4124"/>
                    <a:pt x="13423" y="4124"/>
                    <a:pt x="13423" y="4124"/>
                  </a:cubicBezTo>
                  <a:cubicBezTo>
                    <a:pt x="14022" y="4124"/>
                    <a:pt x="14022" y="4124"/>
                    <a:pt x="14022" y="4124"/>
                  </a:cubicBezTo>
                  <a:cubicBezTo>
                    <a:pt x="14022" y="4037"/>
                    <a:pt x="14022" y="4037"/>
                    <a:pt x="14022" y="4037"/>
                  </a:cubicBezTo>
                  <a:cubicBezTo>
                    <a:pt x="13952" y="4037"/>
                    <a:pt x="13952" y="4037"/>
                    <a:pt x="13952" y="4037"/>
                  </a:cubicBezTo>
                  <a:cubicBezTo>
                    <a:pt x="13918" y="4037"/>
                    <a:pt x="13826" y="3954"/>
                    <a:pt x="13826" y="3916"/>
                  </a:cubicBezTo>
                  <a:close/>
                  <a:moveTo>
                    <a:pt x="12250" y="3787"/>
                  </a:moveTo>
                  <a:cubicBezTo>
                    <a:pt x="12201" y="3873"/>
                    <a:pt x="12080" y="3988"/>
                    <a:pt x="11969" y="3988"/>
                  </a:cubicBezTo>
                  <a:cubicBezTo>
                    <a:pt x="11872" y="3993"/>
                    <a:pt x="11789" y="3918"/>
                    <a:pt x="11785" y="3820"/>
                  </a:cubicBezTo>
                  <a:cubicBezTo>
                    <a:pt x="11785" y="3816"/>
                    <a:pt x="11785" y="3811"/>
                    <a:pt x="11785" y="3807"/>
                  </a:cubicBezTo>
                  <a:cubicBezTo>
                    <a:pt x="11785" y="3693"/>
                    <a:pt x="11833" y="3618"/>
                    <a:pt x="11977" y="3582"/>
                  </a:cubicBezTo>
                  <a:cubicBezTo>
                    <a:pt x="12251" y="3511"/>
                    <a:pt x="12251" y="3511"/>
                    <a:pt x="12251" y="3511"/>
                  </a:cubicBezTo>
                  <a:lnTo>
                    <a:pt x="12250" y="3787"/>
                  </a:lnTo>
                  <a:close/>
                  <a:moveTo>
                    <a:pt x="8336" y="1790"/>
                  </a:moveTo>
                  <a:cubicBezTo>
                    <a:pt x="8617" y="1790"/>
                    <a:pt x="8765" y="1637"/>
                    <a:pt x="8840" y="1388"/>
                  </a:cubicBezTo>
                  <a:cubicBezTo>
                    <a:pt x="8769" y="1388"/>
                    <a:pt x="8769" y="1388"/>
                    <a:pt x="8769" y="1388"/>
                  </a:cubicBezTo>
                  <a:cubicBezTo>
                    <a:pt x="8697" y="1519"/>
                    <a:pt x="8605" y="1584"/>
                    <a:pt x="8411" y="1584"/>
                  </a:cubicBezTo>
                  <a:cubicBezTo>
                    <a:pt x="8152" y="1584"/>
                    <a:pt x="8002" y="1349"/>
                    <a:pt x="7997" y="1141"/>
                  </a:cubicBezTo>
                  <a:cubicBezTo>
                    <a:pt x="8758" y="1080"/>
                    <a:pt x="8758" y="1080"/>
                    <a:pt x="8758" y="1080"/>
                  </a:cubicBezTo>
                  <a:cubicBezTo>
                    <a:pt x="8753" y="997"/>
                    <a:pt x="8753" y="997"/>
                    <a:pt x="8753" y="997"/>
                  </a:cubicBezTo>
                  <a:cubicBezTo>
                    <a:pt x="8740" y="774"/>
                    <a:pt x="8595" y="600"/>
                    <a:pt x="8336" y="598"/>
                  </a:cubicBezTo>
                  <a:cubicBezTo>
                    <a:pt x="8041" y="595"/>
                    <a:pt x="7811" y="857"/>
                    <a:pt x="7811" y="1196"/>
                  </a:cubicBezTo>
                  <a:cubicBezTo>
                    <a:pt x="7811" y="1519"/>
                    <a:pt x="8033" y="1790"/>
                    <a:pt x="8336" y="1790"/>
                  </a:cubicBezTo>
                  <a:close/>
                  <a:moveTo>
                    <a:pt x="8331" y="686"/>
                  </a:moveTo>
                  <a:cubicBezTo>
                    <a:pt x="8554" y="686"/>
                    <a:pt x="8578" y="850"/>
                    <a:pt x="8559" y="1013"/>
                  </a:cubicBezTo>
                  <a:cubicBezTo>
                    <a:pt x="7990" y="1061"/>
                    <a:pt x="7990" y="1061"/>
                    <a:pt x="7990" y="1061"/>
                  </a:cubicBezTo>
                  <a:cubicBezTo>
                    <a:pt x="7997" y="882"/>
                    <a:pt x="8094" y="686"/>
                    <a:pt x="8331" y="686"/>
                  </a:cubicBezTo>
                  <a:close/>
                  <a:moveTo>
                    <a:pt x="8947" y="843"/>
                  </a:moveTo>
                  <a:cubicBezTo>
                    <a:pt x="9349" y="1635"/>
                    <a:pt x="9349" y="1635"/>
                    <a:pt x="9349" y="1635"/>
                  </a:cubicBezTo>
                  <a:cubicBezTo>
                    <a:pt x="9005" y="2259"/>
                    <a:pt x="9005" y="2259"/>
                    <a:pt x="9005" y="2259"/>
                  </a:cubicBezTo>
                  <a:cubicBezTo>
                    <a:pt x="9105" y="2310"/>
                    <a:pt x="9105" y="2310"/>
                    <a:pt x="9105" y="2310"/>
                  </a:cubicBezTo>
                  <a:cubicBezTo>
                    <a:pt x="9444" y="1669"/>
                    <a:pt x="9444" y="1669"/>
                    <a:pt x="9444" y="1669"/>
                  </a:cubicBezTo>
                  <a:cubicBezTo>
                    <a:pt x="9828" y="839"/>
                    <a:pt x="9828" y="839"/>
                    <a:pt x="9828" y="839"/>
                  </a:cubicBezTo>
                  <a:cubicBezTo>
                    <a:pt x="9853" y="800"/>
                    <a:pt x="9935" y="713"/>
                    <a:pt x="9962" y="713"/>
                  </a:cubicBezTo>
                  <a:cubicBezTo>
                    <a:pt x="10015" y="713"/>
                    <a:pt x="10015" y="713"/>
                    <a:pt x="10015" y="713"/>
                  </a:cubicBezTo>
                  <a:cubicBezTo>
                    <a:pt x="10015" y="626"/>
                    <a:pt x="10015" y="626"/>
                    <a:pt x="10015" y="626"/>
                  </a:cubicBezTo>
                  <a:cubicBezTo>
                    <a:pt x="9553" y="626"/>
                    <a:pt x="9553" y="626"/>
                    <a:pt x="9553" y="626"/>
                  </a:cubicBezTo>
                  <a:cubicBezTo>
                    <a:pt x="9553" y="713"/>
                    <a:pt x="9553" y="713"/>
                    <a:pt x="9553" y="713"/>
                  </a:cubicBezTo>
                  <a:cubicBezTo>
                    <a:pt x="9623" y="713"/>
                    <a:pt x="9623" y="713"/>
                    <a:pt x="9623" y="713"/>
                  </a:cubicBezTo>
                  <a:cubicBezTo>
                    <a:pt x="9654" y="713"/>
                    <a:pt x="9725" y="793"/>
                    <a:pt x="9722" y="839"/>
                  </a:cubicBezTo>
                  <a:cubicBezTo>
                    <a:pt x="9470" y="1398"/>
                    <a:pt x="9470" y="1398"/>
                    <a:pt x="9470" y="1398"/>
                  </a:cubicBezTo>
                  <a:cubicBezTo>
                    <a:pt x="9194" y="836"/>
                    <a:pt x="9194" y="836"/>
                    <a:pt x="9194" y="836"/>
                  </a:cubicBezTo>
                  <a:cubicBezTo>
                    <a:pt x="9194" y="794"/>
                    <a:pt x="9262" y="713"/>
                    <a:pt x="9293" y="713"/>
                  </a:cubicBezTo>
                  <a:cubicBezTo>
                    <a:pt x="9364" y="713"/>
                    <a:pt x="9364" y="713"/>
                    <a:pt x="9364" y="713"/>
                  </a:cubicBezTo>
                  <a:cubicBezTo>
                    <a:pt x="9364" y="626"/>
                    <a:pt x="9364" y="626"/>
                    <a:pt x="9364" y="626"/>
                  </a:cubicBezTo>
                  <a:cubicBezTo>
                    <a:pt x="8749" y="626"/>
                    <a:pt x="8749" y="626"/>
                    <a:pt x="8749" y="626"/>
                  </a:cubicBezTo>
                  <a:cubicBezTo>
                    <a:pt x="8749" y="713"/>
                    <a:pt x="8749" y="713"/>
                    <a:pt x="8749" y="713"/>
                  </a:cubicBezTo>
                  <a:cubicBezTo>
                    <a:pt x="8800" y="713"/>
                    <a:pt x="8800" y="713"/>
                    <a:pt x="8800" y="713"/>
                  </a:cubicBezTo>
                  <a:cubicBezTo>
                    <a:pt x="8829" y="712"/>
                    <a:pt x="8928" y="807"/>
                    <a:pt x="8947" y="843"/>
                  </a:cubicBezTo>
                  <a:close/>
                  <a:moveTo>
                    <a:pt x="5117" y="349"/>
                  </a:moveTo>
                  <a:cubicBezTo>
                    <a:pt x="5195" y="353"/>
                    <a:pt x="5261" y="293"/>
                    <a:pt x="5265" y="215"/>
                  </a:cubicBezTo>
                  <a:cubicBezTo>
                    <a:pt x="5265" y="210"/>
                    <a:pt x="5265" y="206"/>
                    <a:pt x="5265" y="201"/>
                  </a:cubicBezTo>
                  <a:cubicBezTo>
                    <a:pt x="5265" y="112"/>
                    <a:pt x="5202" y="56"/>
                    <a:pt x="5117" y="56"/>
                  </a:cubicBezTo>
                  <a:cubicBezTo>
                    <a:pt x="5032" y="56"/>
                    <a:pt x="4967" y="112"/>
                    <a:pt x="4967" y="201"/>
                  </a:cubicBezTo>
                  <a:cubicBezTo>
                    <a:pt x="4965" y="280"/>
                    <a:pt x="5026" y="346"/>
                    <a:pt x="5105" y="349"/>
                  </a:cubicBezTo>
                  <a:cubicBezTo>
                    <a:pt x="5109" y="349"/>
                    <a:pt x="5113" y="349"/>
                    <a:pt x="5117" y="349"/>
                  </a:cubicBezTo>
                  <a:close/>
                  <a:moveTo>
                    <a:pt x="3836" y="1676"/>
                  </a:moveTo>
                  <a:cubicBezTo>
                    <a:pt x="3749" y="1676"/>
                    <a:pt x="3749" y="1676"/>
                    <a:pt x="3749" y="1676"/>
                  </a:cubicBezTo>
                  <a:cubicBezTo>
                    <a:pt x="3715" y="1676"/>
                    <a:pt x="3613" y="1579"/>
                    <a:pt x="3613" y="1543"/>
                  </a:cubicBezTo>
                  <a:cubicBezTo>
                    <a:pt x="3613" y="1075"/>
                    <a:pt x="3613" y="1075"/>
                    <a:pt x="3613" y="1075"/>
                  </a:cubicBezTo>
                  <a:cubicBezTo>
                    <a:pt x="3793" y="882"/>
                    <a:pt x="3793" y="882"/>
                    <a:pt x="3793" y="882"/>
                  </a:cubicBezTo>
                  <a:cubicBezTo>
                    <a:pt x="4403" y="1763"/>
                    <a:pt x="4403" y="1763"/>
                    <a:pt x="4403" y="1763"/>
                  </a:cubicBezTo>
                  <a:cubicBezTo>
                    <a:pt x="6040" y="1763"/>
                    <a:pt x="6040" y="1763"/>
                    <a:pt x="6040" y="1763"/>
                  </a:cubicBezTo>
                  <a:cubicBezTo>
                    <a:pt x="6040" y="1676"/>
                    <a:pt x="6040" y="1676"/>
                    <a:pt x="6040" y="1676"/>
                  </a:cubicBezTo>
                  <a:cubicBezTo>
                    <a:pt x="5974" y="1676"/>
                    <a:pt x="5974" y="1676"/>
                    <a:pt x="5974" y="1676"/>
                  </a:cubicBezTo>
                  <a:cubicBezTo>
                    <a:pt x="5940" y="1676"/>
                    <a:pt x="5848" y="1594"/>
                    <a:pt x="5848" y="1555"/>
                  </a:cubicBezTo>
                  <a:cubicBezTo>
                    <a:pt x="5848" y="981"/>
                    <a:pt x="5848" y="981"/>
                    <a:pt x="5848" y="981"/>
                  </a:cubicBezTo>
                  <a:cubicBezTo>
                    <a:pt x="5848" y="904"/>
                    <a:pt x="6059" y="744"/>
                    <a:pt x="6221" y="744"/>
                  </a:cubicBezTo>
                  <a:cubicBezTo>
                    <a:pt x="6345" y="744"/>
                    <a:pt x="6403" y="829"/>
                    <a:pt x="6403" y="940"/>
                  </a:cubicBezTo>
                  <a:cubicBezTo>
                    <a:pt x="6403" y="1555"/>
                    <a:pt x="6403" y="1555"/>
                    <a:pt x="6403" y="1555"/>
                  </a:cubicBezTo>
                  <a:cubicBezTo>
                    <a:pt x="6403" y="1594"/>
                    <a:pt x="6311" y="1676"/>
                    <a:pt x="6277" y="1676"/>
                  </a:cubicBezTo>
                  <a:cubicBezTo>
                    <a:pt x="6211" y="1676"/>
                    <a:pt x="6211" y="1676"/>
                    <a:pt x="6211" y="1676"/>
                  </a:cubicBezTo>
                  <a:cubicBezTo>
                    <a:pt x="6211" y="1763"/>
                    <a:pt x="6211" y="1763"/>
                    <a:pt x="6211" y="1763"/>
                  </a:cubicBezTo>
                  <a:cubicBezTo>
                    <a:pt x="6810" y="1763"/>
                    <a:pt x="6810" y="1763"/>
                    <a:pt x="6810" y="1763"/>
                  </a:cubicBezTo>
                  <a:cubicBezTo>
                    <a:pt x="6810" y="1676"/>
                    <a:pt x="6810" y="1676"/>
                    <a:pt x="6810" y="1676"/>
                  </a:cubicBezTo>
                  <a:cubicBezTo>
                    <a:pt x="6739" y="1676"/>
                    <a:pt x="6739" y="1676"/>
                    <a:pt x="6739" y="1676"/>
                  </a:cubicBezTo>
                  <a:cubicBezTo>
                    <a:pt x="6706" y="1676"/>
                    <a:pt x="6613" y="1594"/>
                    <a:pt x="6613" y="1555"/>
                  </a:cubicBezTo>
                  <a:cubicBezTo>
                    <a:pt x="6613" y="928"/>
                    <a:pt x="6613" y="928"/>
                    <a:pt x="6613" y="928"/>
                  </a:cubicBezTo>
                  <a:cubicBezTo>
                    <a:pt x="6613" y="732"/>
                    <a:pt x="6473" y="601"/>
                    <a:pt x="6296" y="601"/>
                  </a:cubicBezTo>
                  <a:cubicBezTo>
                    <a:pt x="6091" y="601"/>
                    <a:pt x="5984" y="720"/>
                    <a:pt x="5846" y="860"/>
                  </a:cubicBezTo>
                  <a:cubicBezTo>
                    <a:pt x="5803" y="625"/>
                    <a:pt x="5803" y="625"/>
                    <a:pt x="5803" y="625"/>
                  </a:cubicBezTo>
                  <a:cubicBezTo>
                    <a:pt x="5441" y="625"/>
                    <a:pt x="5441" y="625"/>
                    <a:pt x="5441" y="625"/>
                  </a:cubicBezTo>
                  <a:cubicBezTo>
                    <a:pt x="5441" y="712"/>
                    <a:pt x="5441" y="712"/>
                    <a:pt x="5441" y="712"/>
                  </a:cubicBezTo>
                  <a:cubicBezTo>
                    <a:pt x="5512" y="712"/>
                    <a:pt x="5512" y="712"/>
                    <a:pt x="5512" y="712"/>
                  </a:cubicBezTo>
                  <a:cubicBezTo>
                    <a:pt x="5546" y="712"/>
                    <a:pt x="5638" y="798"/>
                    <a:pt x="5638" y="833"/>
                  </a:cubicBezTo>
                  <a:cubicBezTo>
                    <a:pt x="5638" y="1555"/>
                    <a:pt x="5638" y="1555"/>
                    <a:pt x="5638" y="1555"/>
                  </a:cubicBezTo>
                  <a:cubicBezTo>
                    <a:pt x="5638" y="1593"/>
                    <a:pt x="5546" y="1676"/>
                    <a:pt x="5512" y="1676"/>
                  </a:cubicBezTo>
                  <a:cubicBezTo>
                    <a:pt x="5371" y="1676"/>
                    <a:pt x="5371" y="1676"/>
                    <a:pt x="5371" y="1676"/>
                  </a:cubicBezTo>
                  <a:cubicBezTo>
                    <a:pt x="5340" y="1676"/>
                    <a:pt x="5245" y="1593"/>
                    <a:pt x="5245" y="1555"/>
                  </a:cubicBezTo>
                  <a:cubicBezTo>
                    <a:pt x="5245" y="625"/>
                    <a:pt x="5245" y="625"/>
                    <a:pt x="5245" y="625"/>
                  </a:cubicBezTo>
                  <a:cubicBezTo>
                    <a:pt x="4836" y="625"/>
                    <a:pt x="4836" y="625"/>
                    <a:pt x="4836" y="625"/>
                  </a:cubicBezTo>
                  <a:cubicBezTo>
                    <a:pt x="4836" y="712"/>
                    <a:pt x="4836" y="712"/>
                    <a:pt x="4836" y="712"/>
                  </a:cubicBezTo>
                  <a:cubicBezTo>
                    <a:pt x="4906" y="712"/>
                    <a:pt x="4906" y="712"/>
                    <a:pt x="4906" y="712"/>
                  </a:cubicBezTo>
                  <a:cubicBezTo>
                    <a:pt x="4940" y="712"/>
                    <a:pt x="5032" y="798"/>
                    <a:pt x="5032" y="833"/>
                  </a:cubicBezTo>
                  <a:cubicBezTo>
                    <a:pt x="5032" y="1555"/>
                    <a:pt x="5032" y="1555"/>
                    <a:pt x="5032" y="1555"/>
                  </a:cubicBezTo>
                  <a:cubicBezTo>
                    <a:pt x="5032" y="1594"/>
                    <a:pt x="4940" y="1676"/>
                    <a:pt x="4906" y="1676"/>
                  </a:cubicBezTo>
                  <a:cubicBezTo>
                    <a:pt x="4778" y="1676"/>
                    <a:pt x="4778" y="1676"/>
                    <a:pt x="4778" y="1676"/>
                  </a:cubicBezTo>
                  <a:cubicBezTo>
                    <a:pt x="4742" y="1676"/>
                    <a:pt x="4599" y="1567"/>
                    <a:pt x="4570" y="1528"/>
                  </a:cubicBezTo>
                  <a:cubicBezTo>
                    <a:pt x="3953" y="707"/>
                    <a:pt x="3953" y="707"/>
                    <a:pt x="3953" y="707"/>
                  </a:cubicBezTo>
                  <a:cubicBezTo>
                    <a:pt x="4381" y="247"/>
                    <a:pt x="4381" y="247"/>
                    <a:pt x="4381" y="247"/>
                  </a:cubicBezTo>
                  <a:cubicBezTo>
                    <a:pt x="4405" y="221"/>
                    <a:pt x="4572" y="88"/>
                    <a:pt x="4606" y="88"/>
                  </a:cubicBezTo>
                  <a:cubicBezTo>
                    <a:pt x="4692" y="88"/>
                    <a:pt x="4692" y="88"/>
                    <a:pt x="4692" y="88"/>
                  </a:cubicBezTo>
                  <a:cubicBezTo>
                    <a:pt x="4692" y="0"/>
                    <a:pt x="4692" y="0"/>
                    <a:pt x="4692" y="0"/>
                  </a:cubicBezTo>
                  <a:cubicBezTo>
                    <a:pt x="4052" y="0"/>
                    <a:pt x="4052" y="0"/>
                    <a:pt x="4052" y="0"/>
                  </a:cubicBezTo>
                  <a:cubicBezTo>
                    <a:pt x="4052" y="88"/>
                    <a:pt x="4052" y="88"/>
                    <a:pt x="4052" y="88"/>
                  </a:cubicBezTo>
                  <a:cubicBezTo>
                    <a:pt x="4137" y="88"/>
                    <a:pt x="4137" y="88"/>
                    <a:pt x="4137" y="88"/>
                  </a:cubicBezTo>
                  <a:cubicBezTo>
                    <a:pt x="4171" y="88"/>
                    <a:pt x="4270" y="209"/>
                    <a:pt x="4244" y="240"/>
                  </a:cubicBezTo>
                  <a:cubicBezTo>
                    <a:pt x="3614" y="942"/>
                    <a:pt x="3614" y="942"/>
                    <a:pt x="3614" y="942"/>
                  </a:cubicBezTo>
                  <a:cubicBezTo>
                    <a:pt x="3614" y="221"/>
                    <a:pt x="3614" y="221"/>
                    <a:pt x="3614" y="221"/>
                  </a:cubicBezTo>
                  <a:cubicBezTo>
                    <a:pt x="3614" y="184"/>
                    <a:pt x="3716" y="88"/>
                    <a:pt x="3750" y="88"/>
                  </a:cubicBezTo>
                  <a:cubicBezTo>
                    <a:pt x="3837" y="88"/>
                    <a:pt x="3837" y="88"/>
                    <a:pt x="3837" y="88"/>
                  </a:cubicBezTo>
                  <a:cubicBezTo>
                    <a:pt x="3837" y="0"/>
                    <a:pt x="3837" y="0"/>
                    <a:pt x="3837" y="0"/>
                  </a:cubicBezTo>
                  <a:cubicBezTo>
                    <a:pt x="3149" y="0"/>
                    <a:pt x="3149" y="0"/>
                    <a:pt x="3149" y="0"/>
                  </a:cubicBezTo>
                  <a:cubicBezTo>
                    <a:pt x="3149" y="88"/>
                    <a:pt x="3149" y="88"/>
                    <a:pt x="3149" y="88"/>
                  </a:cubicBezTo>
                  <a:cubicBezTo>
                    <a:pt x="3236" y="88"/>
                    <a:pt x="3236" y="88"/>
                    <a:pt x="3236" y="88"/>
                  </a:cubicBezTo>
                  <a:cubicBezTo>
                    <a:pt x="3270" y="88"/>
                    <a:pt x="3371" y="184"/>
                    <a:pt x="3371" y="221"/>
                  </a:cubicBezTo>
                  <a:cubicBezTo>
                    <a:pt x="3371" y="1543"/>
                    <a:pt x="3371" y="1543"/>
                    <a:pt x="3371" y="1543"/>
                  </a:cubicBezTo>
                  <a:cubicBezTo>
                    <a:pt x="3371" y="1579"/>
                    <a:pt x="3270" y="1676"/>
                    <a:pt x="3236" y="1676"/>
                  </a:cubicBezTo>
                  <a:cubicBezTo>
                    <a:pt x="3149" y="1676"/>
                    <a:pt x="3149" y="1676"/>
                    <a:pt x="3149" y="1676"/>
                  </a:cubicBezTo>
                  <a:cubicBezTo>
                    <a:pt x="3149" y="1763"/>
                    <a:pt x="3149" y="1763"/>
                    <a:pt x="3149" y="1763"/>
                  </a:cubicBezTo>
                  <a:cubicBezTo>
                    <a:pt x="3836" y="1763"/>
                    <a:pt x="3836" y="1763"/>
                    <a:pt x="3836" y="1763"/>
                  </a:cubicBezTo>
                  <a:lnTo>
                    <a:pt x="3836" y="1676"/>
                  </a:lnTo>
                  <a:close/>
                  <a:moveTo>
                    <a:pt x="7720" y="1446"/>
                  </a:moveTo>
                  <a:cubicBezTo>
                    <a:pt x="7720" y="1262"/>
                    <a:pt x="7579" y="1163"/>
                    <a:pt x="7456" y="1114"/>
                  </a:cubicBezTo>
                  <a:cubicBezTo>
                    <a:pt x="7361" y="1078"/>
                    <a:pt x="7296" y="1049"/>
                    <a:pt x="7209" y="1013"/>
                  </a:cubicBezTo>
                  <a:cubicBezTo>
                    <a:pt x="7090" y="962"/>
                    <a:pt x="7023" y="927"/>
                    <a:pt x="7023" y="829"/>
                  </a:cubicBezTo>
                  <a:cubicBezTo>
                    <a:pt x="7023" y="739"/>
                    <a:pt x="7085" y="683"/>
                    <a:pt x="7219" y="683"/>
                  </a:cubicBezTo>
                  <a:cubicBezTo>
                    <a:pt x="7432" y="683"/>
                    <a:pt x="7565" y="884"/>
                    <a:pt x="7565" y="979"/>
                  </a:cubicBezTo>
                  <a:cubicBezTo>
                    <a:pt x="7635" y="979"/>
                    <a:pt x="7635" y="979"/>
                    <a:pt x="7635" y="979"/>
                  </a:cubicBezTo>
                  <a:cubicBezTo>
                    <a:pt x="7635" y="625"/>
                    <a:pt x="7635" y="625"/>
                    <a:pt x="7635" y="625"/>
                  </a:cubicBezTo>
                  <a:cubicBezTo>
                    <a:pt x="7572" y="625"/>
                    <a:pt x="7572" y="625"/>
                    <a:pt x="7572" y="625"/>
                  </a:cubicBezTo>
                  <a:cubicBezTo>
                    <a:pt x="7562" y="649"/>
                    <a:pt x="7543" y="657"/>
                    <a:pt x="7509" y="657"/>
                  </a:cubicBezTo>
                  <a:cubicBezTo>
                    <a:pt x="7422" y="657"/>
                    <a:pt x="7352" y="598"/>
                    <a:pt x="7226" y="598"/>
                  </a:cubicBezTo>
                  <a:cubicBezTo>
                    <a:pt x="7015" y="598"/>
                    <a:pt x="6882" y="707"/>
                    <a:pt x="6882" y="913"/>
                  </a:cubicBezTo>
                  <a:cubicBezTo>
                    <a:pt x="6882" y="1071"/>
                    <a:pt x="6986" y="1160"/>
                    <a:pt x="7124" y="1223"/>
                  </a:cubicBezTo>
                  <a:cubicBezTo>
                    <a:pt x="7216" y="1264"/>
                    <a:pt x="7282" y="1291"/>
                    <a:pt x="7361" y="1325"/>
                  </a:cubicBezTo>
                  <a:cubicBezTo>
                    <a:pt x="7463" y="1367"/>
                    <a:pt x="7577" y="1412"/>
                    <a:pt x="7577" y="1540"/>
                  </a:cubicBezTo>
                  <a:cubicBezTo>
                    <a:pt x="7577" y="1647"/>
                    <a:pt x="7497" y="1695"/>
                    <a:pt x="7354" y="1695"/>
                  </a:cubicBezTo>
                  <a:cubicBezTo>
                    <a:pt x="7107" y="1695"/>
                    <a:pt x="6952" y="1468"/>
                    <a:pt x="6952" y="1361"/>
                  </a:cubicBezTo>
                  <a:cubicBezTo>
                    <a:pt x="6882" y="1361"/>
                    <a:pt x="6882" y="1361"/>
                    <a:pt x="6882" y="1361"/>
                  </a:cubicBezTo>
                  <a:cubicBezTo>
                    <a:pt x="6882" y="1763"/>
                    <a:pt x="6882" y="1763"/>
                    <a:pt x="6882" y="1763"/>
                  </a:cubicBezTo>
                  <a:cubicBezTo>
                    <a:pt x="6938" y="1763"/>
                    <a:pt x="6938" y="1763"/>
                    <a:pt x="6938" y="1763"/>
                  </a:cubicBezTo>
                  <a:cubicBezTo>
                    <a:pt x="6967" y="1737"/>
                    <a:pt x="6979" y="1725"/>
                    <a:pt x="7025" y="1725"/>
                  </a:cubicBezTo>
                  <a:cubicBezTo>
                    <a:pt x="7124" y="1725"/>
                    <a:pt x="7209" y="1790"/>
                    <a:pt x="7354" y="1790"/>
                  </a:cubicBezTo>
                  <a:cubicBezTo>
                    <a:pt x="7570" y="1790"/>
                    <a:pt x="7720" y="1664"/>
                    <a:pt x="7720" y="1446"/>
                  </a:cubicBezTo>
                  <a:close/>
                  <a:moveTo>
                    <a:pt x="2703" y="1584"/>
                  </a:moveTo>
                  <a:cubicBezTo>
                    <a:pt x="2442" y="1584"/>
                    <a:pt x="2282" y="1383"/>
                    <a:pt x="2282" y="1129"/>
                  </a:cubicBezTo>
                  <a:cubicBezTo>
                    <a:pt x="2282" y="860"/>
                    <a:pt x="2391" y="683"/>
                    <a:pt x="2618" y="683"/>
                  </a:cubicBezTo>
                  <a:cubicBezTo>
                    <a:pt x="2815" y="683"/>
                    <a:pt x="2844" y="840"/>
                    <a:pt x="2812" y="1017"/>
                  </a:cubicBezTo>
                  <a:cubicBezTo>
                    <a:pt x="2882" y="1013"/>
                    <a:pt x="2882" y="1013"/>
                    <a:pt x="2882" y="1013"/>
                  </a:cubicBezTo>
                  <a:cubicBezTo>
                    <a:pt x="3049" y="753"/>
                    <a:pt x="3049" y="753"/>
                    <a:pt x="3049" y="753"/>
                  </a:cubicBezTo>
                  <a:cubicBezTo>
                    <a:pt x="2945" y="649"/>
                    <a:pt x="2824" y="596"/>
                    <a:pt x="2645" y="596"/>
                  </a:cubicBezTo>
                  <a:cubicBezTo>
                    <a:pt x="2345" y="596"/>
                    <a:pt x="2100" y="833"/>
                    <a:pt x="2100" y="1201"/>
                  </a:cubicBezTo>
                  <a:cubicBezTo>
                    <a:pt x="2100" y="1526"/>
                    <a:pt x="2306" y="1792"/>
                    <a:pt x="2623" y="1792"/>
                  </a:cubicBezTo>
                  <a:cubicBezTo>
                    <a:pt x="2909" y="1792"/>
                    <a:pt x="3061" y="1635"/>
                    <a:pt x="3136" y="1386"/>
                  </a:cubicBezTo>
                  <a:cubicBezTo>
                    <a:pt x="3066" y="1386"/>
                    <a:pt x="3066" y="1386"/>
                    <a:pt x="3066" y="1386"/>
                  </a:cubicBezTo>
                  <a:cubicBezTo>
                    <a:pt x="2986" y="1519"/>
                    <a:pt x="2902" y="1584"/>
                    <a:pt x="2703" y="1584"/>
                  </a:cubicBezTo>
                  <a:close/>
                  <a:moveTo>
                    <a:pt x="1053" y="1322"/>
                  </a:moveTo>
                  <a:cubicBezTo>
                    <a:pt x="1041" y="1322"/>
                    <a:pt x="1041" y="1322"/>
                    <a:pt x="1041" y="1322"/>
                  </a:cubicBezTo>
                  <a:cubicBezTo>
                    <a:pt x="511" y="0"/>
                    <a:pt x="511" y="0"/>
                    <a:pt x="511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88"/>
                    <a:pt x="0" y="88"/>
                    <a:pt x="0" y="88"/>
                  </a:cubicBezTo>
                  <a:cubicBezTo>
                    <a:pt x="87" y="88"/>
                    <a:pt x="87" y="88"/>
                    <a:pt x="87" y="88"/>
                  </a:cubicBezTo>
                  <a:cubicBezTo>
                    <a:pt x="121" y="88"/>
                    <a:pt x="223" y="184"/>
                    <a:pt x="223" y="221"/>
                  </a:cubicBezTo>
                  <a:cubicBezTo>
                    <a:pt x="223" y="1543"/>
                    <a:pt x="223" y="1543"/>
                    <a:pt x="223" y="1543"/>
                  </a:cubicBezTo>
                  <a:cubicBezTo>
                    <a:pt x="223" y="1579"/>
                    <a:pt x="121" y="1676"/>
                    <a:pt x="87" y="1676"/>
                  </a:cubicBezTo>
                  <a:cubicBezTo>
                    <a:pt x="0" y="1676"/>
                    <a:pt x="0" y="1676"/>
                    <a:pt x="0" y="1676"/>
                  </a:cubicBezTo>
                  <a:cubicBezTo>
                    <a:pt x="0" y="1763"/>
                    <a:pt x="0" y="1763"/>
                    <a:pt x="0" y="1763"/>
                  </a:cubicBezTo>
                  <a:cubicBezTo>
                    <a:pt x="549" y="1763"/>
                    <a:pt x="549" y="1763"/>
                    <a:pt x="549" y="1763"/>
                  </a:cubicBezTo>
                  <a:cubicBezTo>
                    <a:pt x="549" y="1676"/>
                    <a:pt x="549" y="1676"/>
                    <a:pt x="549" y="1676"/>
                  </a:cubicBezTo>
                  <a:cubicBezTo>
                    <a:pt x="462" y="1676"/>
                    <a:pt x="462" y="1676"/>
                    <a:pt x="462" y="1676"/>
                  </a:cubicBezTo>
                  <a:cubicBezTo>
                    <a:pt x="428" y="1676"/>
                    <a:pt x="327" y="1579"/>
                    <a:pt x="327" y="1543"/>
                  </a:cubicBezTo>
                  <a:cubicBezTo>
                    <a:pt x="327" y="233"/>
                    <a:pt x="327" y="233"/>
                    <a:pt x="327" y="233"/>
                  </a:cubicBezTo>
                  <a:cubicBezTo>
                    <a:pt x="968" y="1794"/>
                    <a:pt x="968" y="1794"/>
                    <a:pt x="968" y="1794"/>
                  </a:cubicBezTo>
                  <a:cubicBezTo>
                    <a:pt x="1609" y="259"/>
                    <a:pt x="1609" y="259"/>
                    <a:pt x="1609" y="259"/>
                  </a:cubicBezTo>
                  <a:cubicBezTo>
                    <a:pt x="1609" y="1543"/>
                    <a:pt x="1609" y="1543"/>
                    <a:pt x="1609" y="1543"/>
                  </a:cubicBezTo>
                  <a:cubicBezTo>
                    <a:pt x="1609" y="1579"/>
                    <a:pt x="1507" y="1676"/>
                    <a:pt x="1473" y="1676"/>
                  </a:cubicBezTo>
                  <a:cubicBezTo>
                    <a:pt x="1386" y="1676"/>
                    <a:pt x="1386" y="1676"/>
                    <a:pt x="1386" y="1676"/>
                  </a:cubicBezTo>
                  <a:cubicBezTo>
                    <a:pt x="1386" y="1763"/>
                    <a:pt x="1386" y="1763"/>
                    <a:pt x="1386" y="1763"/>
                  </a:cubicBezTo>
                  <a:cubicBezTo>
                    <a:pt x="2069" y="1763"/>
                    <a:pt x="2069" y="1763"/>
                    <a:pt x="2069" y="1763"/>
                  </a:cubicBezTo>
                  <a:cubicBezTo>
                    <a:pt x="2069" y="1676"/>
                    <a:pt x="2069" y="1676"/>
                    <a:pt x="2069" y="1676"/>
                  </a:cubicBezTo>
                  <a:cubicBezTo>
                    <a:pt x="1983" y="1676"/>
                    <a:pt x="1983" y="1676"/>
                    <a:pt x="1983" y="1676"/>
                  </a:cubicBezTo>
                  <a:cubicBezTo>
                    <a:pt x="1949" y="1676"/>
                    <a:pt x="1848" y="1579"/>
                    <a:pt x="1848" y="1543"/>
                  </a:cubicBezTo>
                  <a:cubicBezTo>
                    <a:pt x="1848" y="221"/>
                    <a:pt x="1848" y="221"/>
                    <a:pt x="1848" y="221"/>
                  </a:cubicBezTo>
                  <a:cubicBezTo>
                    <a:pt x="1848" y="184"/>
                    <a:pt x="1949" y="88"/>
                    <a:pt x="1983" y="88"/>
                  </a:cubicBezTo>
                  <a:cubicBezTo>
                    <a:pt x="2070" y="88"/>
                    <a:pt x="2070" y="88"/>
                    <a:pt x="2070" y="88"/>
                  </a:cubicBezTo>
                  <a:cubicBezTo>
                    <a:pt x="2070" y="0"/>
                    <a:pt x="2070" y="0"/>
                    <a:pt x="2070" y="0"/>
                  </a:cubicBezTo>
                  <a:cubicBezTo>
                    <a:pt x="1610" y="0"/>
                    <a:pt x="1610" y="0"/>
                    <a:pt x="1610" y="0"/>
                  </a:cubicBezTo>
                  <a:lnTo>
                    <a:pt x="1053" y="1322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>
                <a:latin typeface="Arial" panose="020B0604020202020204" pitchFamily="34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688593317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rast 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Object 2" hidden="1">
            <a:extLst>
              <a:ext uri="{FF2B5EF4-FFF2-40B4-BE49-F238E27FC236}">
                <a16:creationId xmlns:a16="http://schemas.microsoft.com/office/drawing/2014/main" id="{6D01440F-CB45-4B1E-BF2B-97953CB35508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3530856845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9" imgW="413" imgH="416" progId="TCLayout.ActiveDocument.1">
                  <p:embed/>
                </p:oleObj>
              </mc:Choice>
              <mc:Fallback>
                <p:oleObj name="think-cell Slide" r:id="rId9" imgW="413" imgH="416" progId="TCLayout.ActiveDocument.1">
                  <p:embed/>
                  <p:pic>
                    <p:nvPicPr>
                      <p:cNvPr id="3" name="Object 2" hidden="1">
                        <a:extLst>
                          <a:ext uri="{FF2B5EF4-FFF2-40B4-BE49-F238E27FC236}">
                            <a16:creationId xmlns:a16="http://schemas.microsoft.com/office/drawing/2014/main" id="{6D01440F-CB45-4B1E-BF2B-97953CB35508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0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Rectangle 1" hidden="1">
            <a:extLst>
              <a:ext uri="{FF2B5EF4-FFF2-40B4-BE49-F238E27FC236}">
                <a16:creationId xmlns:a16="http://schemas.microsoft.com/office/drawing/2014/main" id="{F95EE31F-4647-48C1-8F33-15A7FC3D359F}"/>
              </a:ext>
            </a:extLst>
          </p:cNvPr>
          <p:cNvSpPr/>
          <p:nvPr userDrawn="1">
            <p:custDataLst>
              <p:tags r:id="rId2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  <a:solidFill>
            <a:schemeClr val="tx1"/>
          </a:solidFill>
          <a:ln w="6350" cap="sq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lvl="0" indent="0" algn="ctr" eaLnBrk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endParaRPr lang="en-US" sz="2500" b="1" i="0" baseline="0" dirty="0" err="1">
              <a:solidFill>
                <a:schemeClr val="bg1"/>
              </a:solidFill>
              <a:latin typeface="Georgia" panose="02040502050405020303" pitchFamily="18" charset="0"/>
              <a:ea typeface="+mj-ea"/>
              <a:cs typeface="+mj-cs"/>
              <a:sym typeface="Georgia" panose="02040502050405020303" pitchFamily="18" charset="0"/>
            </a:endParaRPr>
          </a:p>
        </p:txBody>
      </p:sp>
      <p:sp>
        <p:nvSpPr>
          <p:cNvPr id="15" name="Slide Number">
            <a:extLst>
              <a:ext uri="{FF2B5EF4-FFF2-40B4-BE49-F238E27FC236}">
                <a16:creationId xmlns:a16="http://schemas.microsoft.com/office/drawing/2014/main" id="{E4920261-0593-4AC5-992E-73B8CB0A1C71}"/>
              </a:ext>
            </a:extLst>
          </p:cNvPr>
          <p:cNvSpPr>
            <a:spLocks noChangeArrowheads="1"/>
          </p:cNvSpPr>
          <p:nvPr userDrawn="1">
            <p:custDataLst>
              <p:tags r:id="rId3"/>
            </p:custDataLst>
          </p:nvPr>
        </p:nvSpPr>
        <p:spPr bwMode="black">
          <a:xfrm>
            <a:off x="11312525" y="6498754"/>
            <a:ext cx="325501" cy="138499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square" lIns="0" tIns="0" rIns="0" bIns="0" anchor="b">
            <a:spAutoFit/>
          </a:bodyPr>
          <a:lstStyle/>
          <a:p>
            <a:pPr algn="r" defTabSz="610744" fontAlgn="auto">
              <a:spcBef>
                <a:spcPts val="0"/>
              </a:spcBef>
              <a:spcAft>
                <a:spcPts val="0"/>
              </a:spcAft>
              <a:defRPr/>
            </a:pPr>
            <a:fld id="{4ABDCABE-3F10-B64C-92F1-862014417034}" type="slidenum">
              <a:rPr lang="en-US" sz="900" smtClean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rPr>
              <a:pPr algn="r" defTabSz="610744" fontAlgn="auto">
                <a:spcBef>
                  <a:spcPts val="0"/>
                </a:spcBef>
                <a:spcAft>
                  <a:spcPts val="0"/>
                </a:spcAft>
                <a:defRPr/>
              </a:pPr>
              <a:t>‹#›</a:t>
            </a:fld>
            <a:endParaRPr lang="en-US" sz="900" dirty="0">
              <a:solidFill>
                <a:schemeClr val="tx1"/>
              </a:solidFill>
              <a:latin typeface="+mn-lt"/>
              <a:ea typeface="+mn-ea"/>
              <a:cs typeface="Arial" panose="020B0604020202020204" pitchFamily="34" charset="0"/>
            </a:endParaRPr>
          </a:p>
        </p:txBody>
      </p:sp>
      <p:sp>
        <p:nvSpPr>
          <p:cNvPr id="9" name="5. Source" hidden="1">
            <a:extLst>
              <a:ext uri="{FF2B5EF4-FFF2-40B4-BE49-F238E27FC236}">
                <a16:creationId xmlns:a16="http://schemas.microsoft.com/office/drawing/2014/main" id="{0CC39C66-1ED1-4BBF-87FB-6C74C9A461BE}"/>
              </a:ext>
            </a:extLst>
          </p:cNvPr>
          <p:cNvSpPr txBox="1"/>
          <p:nvPr userDrawn="1">
            <p:custDataLst>
              <p:tags r:id="rId4"/>
            </p:custDataLst>
          </p:nvPr>
        </p:nvSpPr>
        <p:spPr>
          <a:xfrm>
            <a:off x="554735" y="6501669"/>
            <a:ext cx="7277861" cy="12311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en-US" sz="800" dirty="0"/>
              <a:t>Source: …</a:t>
            </a:r>
          </a:p>
        </p:txBody>
      </p:sp>
      <p:sp>
        <p:nvSpPr>
          <p:cNvPr id="12" name="2. Slide Title">
            <a:extLst>
              <a:ext uri="{FF2B5EF4-FFF2-40B4-BE49-F238E27FC236}">
                <a16:creationId xmlns:a16="http://schemas.microsoft.com/office/drawing/2014/main" id="{0BDEB94E-58BF-43E2-8FF2-DCDA24AD4E9D}"/>
              </a:ext>
            </a:extLst>
          </p:cNvPr>
          <p:cNvSpPr>
            <a:spLocks noGrp="1"/>
          </p:cNvSpPr>
          <p:nvPr>
            <p:ph type="title"/>
            <p:custDataLst>
              <p:tags r:id="rId5"/>
            </p:custDataLst>
          </p:nvPr>
        </p:nvSpPr>
        <p:spPr>
          <a:xfrm>
            <a:off x="554736" y="182372"/>
            <a:ext cx="11082528" cy="73152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4" name="3. Subtitle">
            <a:extLst>
              <a:ext uri="{FF2B5EF4-FFF2-40B4-BE49-F238E27FC236}">
                <a16:creationId xmlns:a16="http://schemas.microsoft.com/office/drawing/2014/main" id="{A865C2CC-D12C-4517-9906-7CCD161322EB}"/>
              </a:ext>
            </a:extLst>
          </p:cNvPr>
          <p:cNvSpPr>
            <a:spLocks noGrp="1"/>
          </p:cNvSpPr>
          <p:nvPr>
            <p:ph type="subTitle" idx="1"/>
            <p:custDataLst>
              <p:tags r:id="rId6"/>
            </p:custDataLst>
          </p:nvPr>
        </p:nvSpPr>
        <p:spPr>
          <a:xfrm>
            <a:off x="554736" y="903861"/>
            <a:ext cx="11082528" cy="246221"/>
          </a:xfrm>
        </p:spPr>
        <p:txBody>
          <a:bodyPr anchor="t" anchorCtr="0">
            <a:spAutoFit/>
          </a:bodyPr>
          <a:lstStyle/>
          <a:p>
            <a:r>
              <a:rPr lang="en-US" sz="1600" dirty="0"/>
              <a:t>Click to edit Master subtitle style</a:t>
            </a:r>
          </a:p>
        </p:txBody>
      </p:sp>
      <p:sp>
        <p:nvSpPr>
          <p:cNvPr id="17" name="1. On-page tracker">
            <a:extLst>
              <a:ext uri="{FF2B5EF4-FFF2-40B4-BE49-F238E27FC236}">
                <a16:creationId xmlns:a16="http://schemas.microsoft.com/office/drawing/2014/main" id="{FE52895E-A8CE-4207-AC48-2296C3D01401}"/>
              </a:ext>
            </a:extLst>
          </p:cNvPr>
          <p:cNvSpPr>
            <a:spLocks noGrp="1"/>
          </p:cNvSpPr>
          <p:nvPr>
            <p:ph type="body" sz="quarter" idx="17" hasCustomPrompt="1"/>
            <p:custDataLst>
              <p:tags r:id="rId7"/>
            </p:custDataLst>
          </p:nvPr>
        </p:nvSpPr>
        <p:spPr>
          <a:xfrm>
            <a:off x="7156704" y="78768"/>
            <a:ext cx="4480560" cy="123111"/>
          </a:xfrm>
        </p:spPr>
        <p:txBody>
          <a:bodyPr anchor="ctr" anchorCtr="0">
            <a:spAutoFit/>
          </a:bodyPr>
          <a:lstStyle>
            <a:lvl1pPr algn="r">
              <a:defRPr sz="800">
                <a:latin typeface="+mn-lt"/>
              </a:defRPr>
            </a:lvl1pPr>
          </a:lstStyle>
          <a:p>
            <a:pPr lvl="0"/>
            <a:r>
              <a:rPr lang="en-US" dirty="0"/>
              <a:t>Chapter › Topic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8623FF12-B731-11AA-F7E8-EA0F212DA781}"/>
              </a:ext>
            </a:extLst>
          </p:cNvPr>
          <p:cNvSpPr/>
          <p:nvPr userDrawn="1"/>
        </p:nvSpPr>
        <p:spPr>
          <a:xfrm>
            <a:off x="9922996" y="6432393"/>
            <a:ext cx="1526583" cy="271220"/>
          </a:xfrm>
          <a:prstGeom prst="rect">
            <a:avLst/>
          </a:prstGeom>
          <a:solidFill>
            <a:srgbClr val="051C2C"/>
          </a:solidFill>
          <a:ln w="6350" cap="sq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endParaRPr lang="en-GB" sz="1600" dirty="0" err="1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854515088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rast Top Le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2. Slide Title">
            <a:extLst>
              <a:ext uri="{FF2B5EF4-FFF2-40B4-BE49-F238E27FC236}">
                <a16:creationId xmlns:a16="http://schemas.microsoft.com/office/drawing/2014/main" id="{064E079D-5BD2-4787-A7F2-0859A1CB5E94}"/>
              </a:ext>
            </a:extLst>
          </p:cNvPr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>
          <a:xfrm>
            <a:off x="554736" y="1706563"/>
            <a:ext cx="3813048" cy="861774"/>
          </a:xfrm>
          <a:prstGeom prst="rect">
            <a:avLst/>
          </a:prstGeom>
        </p:spPr>
        <p:txBody>
          <a:bodyPr anchor="t">
            <a:noAutofit/>
          </a:bodyPr>
          <a:lstStyle>
            <a:lvl1pPr>
              <a:defRPr>
                <a:ln w="6350" cap="flat">
                  <a:noFill/>
                  <a:miter lim="800000"/>
                </a:ln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4" name="Slide Number">
            <a:extLst>
              <a:ext uri="{FF2B5EF4-FFF2-40B4-BE49-F238E27FC236}">
                <a16:creationId xmlns:a16="http://schemas.microsoft.com/office/drawing/2014/main" id="{E74A6D15-9D93-480F-A207-CA245151AE26}"/>
              </a:ext>
            </a:extLst>
          </p:cNvPr>
          <p:cNvSpPr>
            <a:spLocks noChangeArrowheads="1"/>
          </p:cNvSpPr>
          <p:nvPr userDrawn="1">
            <p:custDataLst>
              <p:tags r:id="rId2"/>
            </p:custDataLst>
          </p:nvPr>
        </p:nvSpPr>
        <p:spPr bwMode="black">
          <a:xfrm>
            <a:off x="11312525" y="6498754"/>
            <a:ext cx="325501" cy="138499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square" lIns="0" tIns="0" rIns="0" bIns="0" anchor="b">
            <a:spAutoFit/>
          </a:bodyPr>
          <a:lstStyle/>
          <a:p>
            <a:pPr algn="r" defTabSz="610744" fontAlgn="auto">
              <a:spcBef>
                <a:spcPts val="0"/>
              </a:spcBef>
              <a:spcAft>
                <a:spcPts val="0"/>
              </a:spcAft>
              <a:defRPr/>
            </a:pPr>
            <a:fld id="{4ABDCABE-3F10-B64C-92F1-862014417034}" type="slidenum">
              <a:rPr lang="en-US" sz="900" smtClean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rPr>
              <a:pPr algn="r" defTabSz="610744" fontAlgn="auto">
                <a:spcBef>
                  <a:spcPts val="0"/>
                </a:spcBef>
                <a:spcAft>
                  <a:spcPts val="0"/>
                </a:spcAft>
                <a:defRPr/>
              </a:pPr>
              <a:t>‹#›</a:t>
            </a:fld>
            <a:endParaRPr lang="en-US" sz="900" dirty="0">
              <a:solidFill>
                <a:schemeClr val="tx1"/>
              </a:solidFill>
              <a:latin typeface="+mn-lt"/>
              <a:ea typeface="+mn-ea"/>
              <a:cs typeface="Arial" panose="020B0604020202020204" pitchFamily="34" charset="0"/>
            </a:endParaRPr>
          </a:p>
        </p:txBody>
      </p:sp>
      <p:sp>
        <p:nvSpPr>
          <p:cNvPr id="6" name="5. Source" hidden="1">
            <a:extLst>
              <a:ext uri="{FF2B5EF4-FFF2-40B4-BE49-F238E27FC236}">
                <a16:creationId xmlns:a16="http://schemas.microsoft.com/office/drawing/2014/main" id="{33F722E2-991C-4728-97C9-8D281DB3C594}"/>
              </a:ext>
            </a:extLst>
          </p:cNvPr>
          <p:cNvSpPr txBox="1"/>
          <p:nvPr userDrawn="1">
            <p:custDataLst>
              <p:tags r:id="rId3"/>
            </p:custDataLst>
          </p:nvPr>
        </p:nvSpPr>
        <p:spPr>
          <a:xfrm>
            <a:off x="554735" y="6501669"/>
            <a:ext cx="7277861" cy="12311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en-US" sz="800" dirty="0"/>
              <a:t>Source: …</a:t>
            </a:r>
          </a:p>
        </p:txBody>
      </p:sp>
      <p:sp>
        <p:nvSpPr>
          <p:cNvPr id="8" name="1. On-page tracker">
            <a:extLst>
              <a:ext uri="{FF2B5EF4-FFF2-40B4-BE49-F238E27FC236}">
                <a16:creationId xmlns:a16="http://schemas.microsoft.com/office/drawing/2014/main" id="{86FA29AF-027A-4D55-B276-E2DD256DB988}"/>
              </a:ext>
            </a:extLst>
          </p:cNvPr>
          <p:cNvSpPr>
            <a:spLocks noGrp="1"/>
          </p:cNvSpPr>
          <p:nvPr>
            <p:ph type="body" sz="quarter" idx="17" hasCustomPrompt="1"/>
            <p:custDataLst>
              <p:tags r:id="rId4"/>
            </p:custDataLst>
          </p:nvPr>
        </p:nvSpPr>
        <p:spPr>
          <a:xfrm>
            <a:off x="7156704" y="78768"/>
            <a:ext cx="4480560" cy="123111"/>
          </a:xfrm>
        </p:spPr>
        <p:txBody>
          <a:bodyPr anchor="ctr" anchorCtr="0">
            <a:spAutoFit/>
          </a:bodyPr>
          <a:lstStyle>
            <a:lvl1pPr algn="r">
              <a:defRPr sz="800">
                <a:latin typeface="+mn-lt"/>
              </a:defRPr>
            </a:lvl1pPr>
          </a:lstStyle>
          <a:p>
            <a:pPr lvl="0"/>
            <a:r>
              <a:rPr lang="en-US" dirty="0"/>
              <a:t>Chapter › Topic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EE8AE477-50F1-E3BF-635C-403733473CF2}"/>
              </a:ext>
            </a:extLst>
          </p:cNvPr>
          <p:cNvSpPr/>
          <p:nvPr userDrawn="1"/>
        </p:nvSpPr>
        <p:spPr>
          <a:xfrm>
            <a:off x="9922996" y="6432393"/>
            <a:ext cx="1526583" cy="271220"/>
          </a:xfrm>
          <a:prstGeom prst="rect">
            <a:avLst/>
          </a:prstGeom>
          <a:solidFill>
            <a:srgbClr val="051C2C"/>
          </a:solidFill>
          <a:ln w="6350" cap="sq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endParaRPr lang="en-GB" sz="1600" dirty="0" err="1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921966453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rast Mid Le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2. Slide Title">
            <a:extLst>
              <a:ext uri="{FF2B5EF4-FFF2-40B4-BE49-F238E27FC236}">
                <a16:creationId xmlns:a16="http://schemas.microsoft.com/office/drawing/2014/main" id="{064E079D-5BD2-4787-A7F2-0859A1CB5E94}"/>
              </a:ext>
            </a:extLst>
          </p:cNvPr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>
          <a:xfrm>
            <a:off x="554736" y="3044280"/>
            <a:ext cx="5065776" cy="769441"/>
          </a:xfrm>
          <a:prstGeom prst="rect">
            <a:avLst/>
          </a:prstGeom>
        </p:spPr>
        <p:txBody>
          <a:bodyPr rIns="365760" anchor="ctr">
            <a:noAutofit/>
          </a:bodyPr>
          <a:lstStyle>
            <a:lvl1pPr>
              <a:defRPr>
                <a:ln w="6350" cap="flat">
                  <a:noFill/>
                  <a:miter lim="800000"/>
                </a:ln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9" name="Slide Number">
            <a:extLst>
              <a:ext uri="{FF2B5EF4-FFF2-40B4-BE49-F238E27FC236}">
                <a16:creationId xmlns:a16="http://schemas.microsoft.com/office/drawing/2014/main" id="{8CFBA6B2-A084-4532-80C0-2629A5553A76}"/>
              </a:ext>
            </a:extLst>
          </p:cNvPr>
          <p:cNvSpPr>
            <a:spLocks noChangeArrowheads="1"/>
          </p:cNvSpPr>
          <p:nvPr userDrawn="1">
            <p:custDataLst>
              <p:tags r:id="rId2"/>
            </p:custDataLst>
          </p:nvPr>
        </p:nvSpPr>
        <p:spPr bwMode="black">
          <a:xfrm>
            <a:off x="11312525" y="6498754"/>
            <a:ext cx="325501" cy="138499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square" lIns="0" tIns="0" rIns="0" bIns="0" anchor="b">
            <a:spAutoFit/>
          </a:bodyPr>
          <a:lstStyle/>
          <a:p>
            <a:pPr algn="r" defTabSz="610744" fontAlgn="auto">
              <a:spcBef>
                <a:spcPts val="0"/>
              </a:spcBef>
              <a:spcAft>
                <a:spcPts val="0"/>
              </a:spcAft>
              <a:defRPr/>
            </a:pPr>
            <a:fld id="{4ABDCABE-3F10-B64C-92F1-862014417034}" type="slidenum">
              <a:rPr lang="en-US" sz="900" smtClean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rPr>
              <a:pPr algn="r" defTabSz="610744" fontAlgn="auto">
                <a:spcBef>
                  <a:spcPts val="0"/>
                </a:spcBef>
                <a:spcAft>
                  <a:spcPts val="0"/>
                </a:spcAft>
                <a:defRPr/>
              </a:pPr>
              <a:t>‹#›</a:t>
            </a:fld>
            <a:endParaRPr lang="en-US" sz="900" dirty="0">
              <a:solidFill>
                <a:schemeClr val="tx1"/>
              </a:solidFill>
              <a:latin typeface="+mn-lt"/>
              <a:ea typeface="+mn-ea"/>
              <a:cs typeface="Arial" panose="020B0604020202020204" pitchFamily="34" charset="0"/>
            </a:endParaRPr>
          </a:p>
        </p:txBody>
      </p:sp>
      <p:sp>
        <p:nvSpPr>
          <p:cNvPr id="7" name="5. Source" hidden="1">
            <a:extLst>
              <a:ext uri="{FF2B5EF4-FFF2-40B4-BE49-F238E27FC236}">
                <a16:creationId xmlns:a16="http://schemas.microsoft.com/office/drawing/2014/main" id="{677DA9EB-F148-4622-AB71-9F38D348578D}"/>
              </a:ext>
            </a:extLst>
          </p:cNvPr>
          <p:cNvSpPr txBox="1"/>
          <p:nvPr userDrawn="1">
            <p:custDataLst>
              <p:tags r:id="rId3"/>
            </p:custDataLst>
          </p:nvPr>
        </p:nvSpPr>
        <p:spPr>
          <a:xfrm>
            <a:off x="554735" y="6501669"/>
            <a:ext cx="7277861" cy="12311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en-US" sz="800" dirty="0"/>
              <a:t>Source: …</a:t>
            </a:r>
          </a:p>
        </p:txBody>
      </p:sp>
      <p:sp>
        <p:nvSpPr>
          <p:cNvPr id="8" name="1. On-page tracker">
            <a:extLst>
              <a:ext uri="{FF2B5EF4-FFF2-40B4-BE49-F238E27FC236}">
                <a16:creationId xmlns:a16="http://schemas.microsoft.com/office/drawing/2014/main" id="{93728AF3-A71A-4C7A-97DE-605BB9E1802D}"/>
              </a:ext>
            </a:extLst>
          </p:cNvPr>
          <p:cNvSpPr>
            <a:spLocks noGrp="1"/>
          </p:cNvSpPr>
          <p:nvPr>
            <p:ph type="body" sz="quarter" idx="17" hasCustomPrompt="1"/>
            <p:custDataLst>
              <p:tags r:id="rId4"/>
            </p:custDataLst>
          </p:nvPr>
        </p:nvSpPr>
        <p:spPr>
          <a:xfrm>
            <a:off x="7156704" y="78768"/>
            <a:ext cx="4480560" cy="123111"/>
          </a:xfrm>
        </p:spPr>
        <p:txBody>
          <a:bodyPr anchor="ctr" anchorCtr="0">
            <a:spAutoFit/>
          </a:bodyPr>
          <a:lstStyle>
            <a:lvl1pPr algn="r">
              <a:defRPr sz="800">
                <a:latin typeface="+mn-lt"/>
              </a:defRPr>
            </a:lvl1pPr>
          </a:lstStyle>
          <a:p>
            <a:pPr lvl="0"/>
            <a:r>
              <a:rPr lang="en-US" dirty="0"/>
              <a:t>Chapter › Topic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093F519B-2232-FA29-7FDE-7D27322C5B9D}"/>
              </a:ext>
            </a:extLst>
          </p:cNvPr>
          <p:cNvSpPr/>
          <p:nvPr userDrawn="1"/>
        </p:nvSpPr>
        <p:spPr>
          <a:xfrm>
            <a:off x="9922996" y="6432393"/>
            <a:ext cx="1526583" cy="271220"/>
          </a:xfrm>
          <a:prstGeom prst="rect">
            <a:avLst/>
          </a:prstGeom>
          <a:solidFill>
            <a:srgbClr val="051C2C"/>
          </a:solidFill>
          <a:ln w="6350" cap="sq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endParaRPr lang="en-GB" sz="1600" dirty="0" err="1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528294560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rast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Object 2" hidden="1">
            <a:extLst>
              <a:ext uri="{FF2B5EF4-FFF2-40B4-BE49-F238E27FC236}">
                <a16:creationId xmlns:a16="http://schemas.microsoft.com/office/drawing/2014/main" id="{70A466E0-AD73-4F3A-9B78-5C1BB1238B16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1814298643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8" imgW="473" imgH="476" progId="TCLayout.ActiveDocument.1">
                  <p:embed/>
                </p:oleObj>
              </mc:Choice>
              <mc:Fallback>
                <p:oleObj name="think-cell Slide" r:id="rId8" imgW="473" imgH="476" progId="TCLayout.ActiveDocument.1">
                  <p:embed/>
                  <p:pic>
                    <p:nvPicPr>
                      <p:cNvPr id="3" name="Object 2" hidden="1">
                        <a:extLst>
                          <a:ext uri="{FF2B5EF4-FFF2-40B4-BE49-F238E27FC236}">
                            <a16:creationId xmlns:a16="http://schemas.microsoft.com/office/drawing/2014/main" id="{70A466E0-AD73-4F3A-9B78-5C1BB1238B16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9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Rectangle 1" hidden="1">
            <a:extLst>
              <a:ext uri="{FF2B5EF4-FFF2-40B4-BE49-F238E27FC236}">
                <a16:creationId xmlns:a16="http://schemas.microsoft.com/office/drawing/2014/main" id="{D52DFA4F-F49F-468D-B19A-F0D9ACACF902}"/>
              </a:ext>
            </a:extLst>
          </p:cNvPr>
          <p:cNvSpPr/>
          <p:nvPr userDrawn="1">
            <p:custDataLst>
              <p:tags r:id="rId2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  <a:solidFill>
            <a:schemeClr val="tx1"/>
          </a:solidFill>
          <a:ln w="6350" cap="sq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lvl="0" indent="0" algn="ctr">
              <a:spcBef>
                <a:spcPts val="300"/>
              </a:spcBef>
              <a:spcAft>
                <a:spcPts val="300"/>
              </a:spcAft>
            </a:pPr>
            <a:endParaRPr lang="en-US" sz="4400" b="1" i="0" baseline="0" dirty="0" err="1">
              <a:solidFill>
                <a:schemeClr val="bg1"/>
              </a:solidFill>
              <a:latin typeface="Georgia" panose="02040502050405020303" pitchFamily="18" charset="0"/>
              <a:ea typeface="+mj-ea"/>
              <a:cs typeface="+mj-cs"/>
              <a:sym typeface="Georgia" panose="02040502050405020303" pitchFamily="18" charset="0"/>
            </a:endParaRPr>
          </a:p>
        </p:txBody>
      </p:sp>
      <p:sp>
        <p:nvSpPr>
          <p:cNvPr id="7" name="2. Slide Title">
            <a:extLst>
              <a:ext uri="{FF2B5EF4-FFF2-40B4-BE49-F238E27FC236}">
                <a16:creationId xmlns:a16="http://schemas.microsoft.com/office/drawing/2014/main" id="{E222DC4C-FD9F-4495-B0EA-3E6F1E35596A}"/>
              </a:ext>
            </a:extLst>
          </p:cNvPr>
          <p:cNvSpPr>
            <a:spLocks noGrp="1"/>
          </p:cNvSpPr>
          <p:nvPr>
            <p:ph type="title"/>
            <p:custDataLst>
              <p:tags r:id="rId3"/>
            </p:custDataLst>
          </p:nvPr>
        </p:nvSpPr>
        <p:spPr>
          <a:xfrm>
            <a:off x="554736" y="4580468"/>
            <a:ext cx="11082528" cy="677108"/>
          </a:xfrm>
        </p:spPr>
        <p:txBody>
          <a:bodyPr anchor="b">
            <a:noAutofit/>
          </a:bodyPr>
          <a:lstStyle>
            <a:lvl1pPr>
              <a:lnSpc>
                <a:spcPct val="93000"/>
              </a:lnSpc>
              <a:defRPr sz="44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8" name="Slide Number">
            <a:extLst>
              <a:ext uri="{FF2B5EF4-FFF2-40B4-BE49-F238E27FC236}">
                <a16:creationId xmlns:a16="http://schemas.microsoft.com/office/drawing/2014/main" id="{9AC4B822-CA6B-4F05-8715-F74C6D5D34B1}"/>
              </a:ext>
            </a:extLst>
          </p:cNvPr>
          <p:cNvSpPr>
            <a:spLocks noChangeArrowheads="1"/>
          </p:cNvSpPr>
          <p:nvPr userDrawn="1">
            <p:custDataLst>
              <p:tags r:id="rId4"/>
            </p:custDataLst>
          </p:nvPr>
        </p:nvSpPr>
        <p:spPr bwMode="black">
          <a:xfrm>
            <a:off x="11312525" y="6498754"/>
            <a:ext cx="325501" cy="138499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square" lIns="0" tIns="0" rIns="0" bIns="0" anchor="b">
            <a:spAutoFit/>
          </a:bodyPr>
          <a:lstStyle/>
          <a:p>
            <a:pPr algn="r" defTabSz="610744" fontAlgn="auto">
              <a:spcBef>
                <a:spcPts val="0"/>
              </a:spcBef>
              <a:spcAft>
                <a:spcPts val="0"/>
              </a:spcAft>
              <a:defRPr/>
            </a:pPr>
            <a:fld id="{4ABDCABE-3F10-B64C-92F1-862014417034}" type="slidenum">
              <a:rPr lang="en-US" sz="900" smtClean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rPr>
              <a:pPr algn="r" defTabSz="610744" fontAlgn="auto">
                <a:spcBef>
                  <a:spcPts val="0"/>
                </a:spcBef>
                <a:spcAft>
                  <a:spcPts val="0"/>
                </a:spcAft>
                <a:defRPr/>
              </a:pPr>
              <a:t>‹#›</a:t>
            </a:fld>
            <a:endParaRPr lang="en-US" sz="900" dirty="0">
              <a:solidFill>
                <a:schemeClr val="tx1"/>
              </a:solidFill>
              <a:latin typeface="+mn-lt"/>
              <a:ea typeface="+mn-ea"/>
              <a:cs typeface="Arial" panose="020B0604020202020204" pitchFamily="34" charset="0"/>
            </a:endParaRPr>
          </a:p>
        </p:txBody>
      </p:sp>
      <p:sp>
        <p:nvSpPr>
          <p:cNvPr id="6" name="5. Source" hidden="1">
            <a:extLst>
              <a:ext uri="{FF2B5EF4-FFF2-40B4-BE49-F238E27FC236}">
                <a16:creationId xmlns:a16="http://schemas.microsoft.com/office/drawing/2014/main" id="{4376B40D-309A-4442-81B2-638CDEBB2F76}"/>
              </a:ext>
            </a:extLst>
          </p:cNvPr>
          <p:cNvSpPr txBox="1"/>
          <p:nvPr userDrawn="1">
            <p:custDataLst>
              <p:tags r:id="rId5"/>
            </p:custDataLst>
          </p:nvPr>
        </p:nvSpPr>
        <p:spPr>
          <a:xfrm>
            <a:off x="554735" y="6501669"/>
            <a:ext cx="7277861" cy="12311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en-US" sz="800" dirty="0"/>
              <a:t>Source: …</a:t>
            </a:r>
          </a:p>
        </p:txBody>
      </p:sp>
      <p:sp>
        <p:nvSpPr>
          <p:cNvPr id="9" name="1. On-page tracker">
            <a:extLst>
              <a:ext uri="{FF2B5EF4-FFF2-40B4-BE49-F238E27FC236}">
                <a16:creationId xmlns:a16="http://schemas.microsoft.com/office/drawing/2014/main" id="{54D7CBA4-82F6-465D-A903-99498223AB1A}"/>
              </a:ext>
            </a:extLst>
          </p:cNvPr>
          <p:cNvSpPr>
            <a:spLocks noGrp="1"/>
          </p:cNvSpPr>
          <p:nvPr>
            <p:ph type="body" sz="quarter" idx="17" hasCustomPrompt="1"/>
            <p:custDataLst>
              <p:tags r:id="rId6"/>
            </p:custDataLst>
          </p:nvPr>
        </p:nvSpPr>
        <p:spPr>
          <a:xfrm>
            <a:off x="7156704" y="78768"/>
            <a:ext cx="4480560" cy="123111"/>
          </a:xfrm>
        </p:spPr>
        <p:txBody>
          <a:bodyPr anchor="ctr" anchorCtr="0">
            <a:spAutoFit/>
          </a:bodyPr>
          <a:lstStyle>
            <a:lvl1pPr algn="r">
              <a:defRPr sz="800">
                <a:latin typeface="+mn-lt"/>
              </a:defRPr>
            </a:lvl1pPr>
          </a:lstStyle>
          <a:p>
            <a:pPr lvl="0"/>
            <a:r>
              <a:rPr lang="en-US" dirty="0"/>
              <a:t>Chapter › Topic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315E29FA-B24B-C706-E259-B267ADA60DFC}"/>
              </a:ext>
            </a:extLst>
          </p:cNvPr>
          <p:cNvSpPr/>
          <p:nvPr userDrawn="1"/>
        </p:nvSpPr>
        <p:spPr>
          <a:xfrm>
            <a:off x="9922996" y="6432393"/>
            <a:ext cx="1526583" cy="271220"/>
          </a:xfrm>
          <a:prstGeom prst="rect">
            <a:avLst/>
          </a:prstGeom>
          <a:solidFill>
            <a:srgbClr val="051C2C"/>
          </a:solidFill>
          <a:ln w="6350" cap="sq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endParaRPr lang="en-GB" sz="1600" dirty="0" err="1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775015373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rast Quo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Object 2" hidden="1">
            <a:extLst>
              <a:ext uri="{FF2B5EF4-FFF2-40B4-BE49-F238E27FC236}">
                <a16:creationId xmlns:a16="http://schemas.microsoft.com/office/drawing/2014/main" id="{965A42E5-8A95-48CC-91A7-EC09BEF8D283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4181396624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9" imgW="473" imgH="476" progId="TCLayout.ActiveDocument.1">
                  <p:embed/>
                </p:oleObj>
              </mc:Choice>
              <mc:Fallback>
                <p:oleObj name="think-cell Slide" r:id="rId9" imgW="473" imgH="476" progId="TCLayout.ActiveDocument.1">
                  <p:embed/>
                  <p:pic>
                    <p:nvPicPr>
                      <p:cNvPr id="3" name="Object 2" hidden="1">
                        <a:extLst>
                          <a:ext uri="{FF2B5EF4-FFF2-40B4-BE49-F238E27FC236}">
                            <a16:creationId xmlns:a16="http://schemas.microsoft.com/office/drawing/2014/main" id="{965A42E5-8A95-48CC-91A7-EC09BEF8D283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0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Rectangle 1" hidden="1">
            <a:extLst>
              <a:ext uri="{FF2B5EF4-FFF2-40B4-BE49-F238E27FC236}">
                <a16:creationId xmlns:a16="http://schemas.microsoft.com/office/drawing/2014/main" id="{796343A1-B4C8-41A2-9540-F666771DD092}"/>
              </a:ext>
            </a:extLst>
          </p:cNvPr>
          <p:cNvSpPr/>
          <p:nvPr userDrawn="1">
            <p:custDataLst>
              <p:tags r:id="rId2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  <a:solidFill>
            <a:schemeClr val="tx1"/>
          </a:solidFill>
          <a:ln w="6350" cap="sq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lvl="0" indent="0" algn="ctr">
              <a:spcBef>
                <a:spcPts val="300"/>
              </a:spcBef>
              <a:spcAft>
                <a:spcPts val="300"/>
              </a:spcAft>
            </a:pPr>
            <a:endParaRPr lang="en-US" sz="3400" b="1" i="0" baseline="0" dirty="0" err="1">
              <a:solidFill>
                <a:schemeClr val="bg1"/>
              </a:solidFill>
              <a:latin typeface="Georgia" panose="02040502050405020303" pitchFamily="18" charset="0"/>
              <a:ea typeface="+mj-ea"/>
              <a:cs typeface="+mj-cs"/>
              <a:sym typeface="Georgia" panose="02040502050405020303" pitchFamily="18" charset="0"/>
            </a:endParaRPr>
          </a:p>
        </p:txBody>
      </p:sp>
      <p:sp>
        <p:nvSpPr>
          <p:cNvPr id="7" name="2. Slide Title">
            <a:extLst>
              <a:ext uri="{FF2B5EF4-FFF2-40B4-BE49-F238E27FC236}">
                <a16:creationId xmlns:a16="http://schemas.microsoft.com/office/drawing/2014/main" id="{FB296734-15F7-4BDF-BF7F-AD560B3E09D7}"/>
              </a:ext>
            </a:extLst>
          </p:cNvPr>
          <p:cNvSpPr>
            <a:spLocks noGrp="1"/>
          </p:cNvSpPr>
          <p:nvPr>
            <p:ph type="title" hasCustomPrompt="1"/>
            <p:custDataLst>
              <p:tags r:id="rId3"/>
            </p:custDataLst>
          </p:nvPr>
        </p:nvSpPr>
        <p:spPr>
          <a:xfrm>
            <a:off x="1505712" y="3592841"/>
            <a:ext cx="9180576" cy="486608"/>
          </a:xfrm>
          <a:prstGeom prst="rect">
            <a:avLst/>
          </a:prstGeom>
        </p:spPr>
        <p:txBody>
          <a:bodyPr>
            <a:spAutoFit/>
          </a:bodyPr>
          <a:lstStyle>
            <a:lvl1pPr>
              <a:lnSpc>
                <a:spcPct val="93000"/>
              </a:lnSpc>
              <a:defRPr sz="3400"/>
            </a:lvl1pPr>
          </a:lstStyle>
          <a:p>
            <a:r>
              <a:rPr lang="en-US" dirty="0"/>
              <a:t>“Click to add quote</a:t>
            </a:r>
          </a:p>
        </p:txBody>
      </p:sp>
      <p:sp>
        <p:nvSpPr>
          <p:cNvPr id="9" name="3. Subtitle">
            <a:extLst>
              <a:ext uri="{FF2B5EF4-FFF2-40B4-BE49-F238E27FC236}">
                <a16:creationId xmlns:a16="http://schemas.microsoft.com/office/drawing/2014/main" id="{F91EA195-0A6B-4141-BE0A-C29B8632D98B}"/>
              </a:ext>
            </a:extLst>
          </p:cNvPr>
          <p:cNvSpPr>
            <a:spLocks noGrp="1"/>
          </p:cNvSpPr>
          <p:nvPr>
            <p:ph type="subTitle" idx="1" hasCustomPrompt="1"/>
            <p:custDataLst>
              <p:tags r:id="rId4"/>
            </p:custDataLst>
          </p:nvPr>
        </p:nvSpPr>
        <p:spPr>
          <a:xfrm>
            <a:off x="1505712" y="4284630"/>
            <a:ext cx="9180576" cy="246221"/>
          </a:xfrm>
        </p:spPr>
        <p:txBody>
          <a:bodyPr wrap="square" anchor="t">
            <a:spAutoFit/>
          </a:bodyPr>
          <a:lstStyle>
            <a:lvl1pPr marL="0" indent="0" algn="l">
              <a:buNone/>
              <a:defRPr sz="1600" b="0">
                <a:solidFill>
                  <a:schemeClr val="tx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add quote source</a:t>
            </a:r>
          </a:p>
        </p:txBody>
      </p:sp>
      <p:sp>
        <p:nvSpPr>
          <p:cNvPr id="8" name="Slide Number">
            <a:extLst>
              <a:ext uri="{FF2B5EF4-FFF2-40B4-BE49-F238E27FC236}">
                <a16:creationId xmlns:a16="http://schemas.microsoft.com/office/drawing/2014/main" id="{9A085514-D1F6-4D77-A23F-C5C66C21AB2E}"/>
              </a:ext>
            </a:extLst>
          </p:cNvPr>
          <p:cNvSpPr>
            <a:spLocks noChangeArrowheads="1"/>
          </p:cNvSpPr>
          <p:nvPr userDrawn="1">
            <p:custDataLst>
              <p:tags r:id="rId5"/>
            </p:custDataLst>
          </p:nvPr>
        </p:nvSpPr>
        <p:spPr bwMode="black">
          <a:xfrm>
            <a:off x="11312525" y="6498754"/>
            <a:ext cx="325501" cy="138499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square" lIns="0" tIns="0" rIns="0" bIns="0" anchor="b">
            <a:spAutoFit/>
          </a:bodyPr>
          <a:lstStyle/>
          <a:p>
            <a:pPr algn="r" defTabSz="610744" fontAlgn="auto">
              <a:spcBef>
                <a:spcPts val="0"/>
              </a:spcBef>
              <a:spcAft>
                <a:spcPts val="0"/>
              </a:spcAft>
              <a:defRPr/>
            </a:pPr>
            <a:fld id="{4ABDCABE-3F10-B64C-92F1-862014417034}" type="slidenum">
              <a:rPr lang="en-US" sz="900" smtClean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rPr>
              <a:pPr algn="r" defTabSz="610744" fontAlgn="auto">
                <a:spcBef>
                  <a:spcPts val="0"/>
                </a:spcBef>
                <a:spcAft>
                  <a:spcPts val="0"/>
                </a:spcAft>
                <a:defRPr/>
              </a:pPr>
              <a:t>‹#›</a:t>
            </a:fld>
            <a:endParaRPr lang="en-US" sz="900" dirty="0">
              <a:solidFill>
                <a:schemeClr val="tx1"/>
              </a:solidFill>
              <a:latin typeface="+mn-lt"/>
              <a:ea typeface="+mn-ea"/>
              <a:cs typeface="Arial" panose="020B0604020202020204" pitchFamily="34" charset="0"/>
            </a:endParaRPr>
          </a:p>
        </p:txBody>
      </p:sp>
      <p:sp>
        <p:nvSpPr>
          <p:cNvPr id="11" name="5. Source" hidden="1">
            <a:extLst>
              <a:ext uri="{FF2B5EF4-FFF2-40B4-BE49-F238E27FC236}">
                <a16:creationId xmlns:a16="http://schemas.microsoft.com/office/drawing/2014/main" id="{C5FBD0AF-1EDD-41EB-9A6E-173435ADFFE5}"/>
              </a:ext>
            </a:extLst>
          </p:cNvPr>
          <p:cNvSpPr txBox="1"/>
          <p:nvPr userDrawn="1">
            <p:custDataLst>
              <p:tags r:id="rId6"/>
            </p:custDataLst>
          </p:nvPr>
        </p:nvSpPr>
        <p:spPr>
          <a:xfrm>
            <a:off x="554735" y="6501669"/>
            <a:ext cx="7277861" cy="12311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en-US" sz="800" dirty="0"/>
              <a:t>Source: …</a:t>
            </a:r>
          </a:p>
        </p:txBody>
      </p:sp>
      <p:sp>
        <p:nvSpPr>
          <p:cNvPr id="13" name="1. On-page tracker">
            <a:extLst>
              <a:ext uri="{FF2B5EF4-FFF2-40B4-BE49-F238E27FC236}">
                <a16:creationId xmlns:a16="http://schemas.microsoft.com/office/drawing/2014/main" id="{F4C99502-105F-4A25-9FB4-3478945E9EF7}"/>
              </a:ext>
            </a:extLst>
          </p:cNvPr>
          <p:cNvSpPr>
            <a:spLocks noGrp="1"/>
          </p:cNvSpPr>
          <p:nvPr>
            <p:ph type="body" sz="quarter" idx="17" hasCustomPrompt="1"/>
            <p:custDataLst>
              <p:tags r:id="rId7"/>
            </p:custDataLst>
          </p:nvPr>
        </p:nvSpPr>
        <p:spPr>
          <a:xfrm>
            <a:off x="7156704" y="78768"/>
            <a:ext cx="4480560" cy="123111"/>
          </a:xfrm>
        </p:spPr>
        <p:txBody>
          <a:bodyPr anchor="ctr" anchorCtr="0">
            <a:spAutoFit/>
          </a:bodyPr>
          <a:lstStyle>
            <a:lvl1pPr algn="r">
              <a:defRPr sz="800">
                <a:latin typeface="+mn-lt"/>
              </a:defRPr>
            </a:lvl1pPr>
          </a:lstStyle>
          <a:p>
            <a:pPr lvl="0"/>
            <a:r>
              <a:rPr lang="en-US" dirty="0"/>
              <a:t>Chapter › Topic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B08420E5-5FF1-1E58-2864-BCCB006EB3A1}"/>
              </a:ext>
            </a:extLst>
          </p:cNvPr>
          <p:cNvSpPr/>
          <p:nvPr userDrawn="1"/>
        </p:nvSpPr>
        <p:spPr>
          <a:xfrm>
            <a:off x="9922996" y="6432393"/>
            <a:ext cx="1526583" cy="271220"/>
          </a:xfrm>
          <a:prstGeom prst="rect">
            <a:avLst/>
          </a:prstGeom>
          <a:solidFill>
            <a:srgbClr val="051C2C"/>
          </a:solidFill>
          <a:ln w="6350" cap="sq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endParaRPr lang="en-GB" sz="1600" dirty="0" err="1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312678822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ontrast 1/4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Object 2" hidden="1">
            <a:extLst>
              <a:ext uri="{FF2B5EF4-FFF2-40B4-BE49-F238E27FC236}">
                <a16:creationId xmlns:a16="http://schemas.microsoft.com/office/drawing/2014/main" id="{C3A3BA4A-22A3-4843-892F-E42C155B4288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4259948233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10" imgW="413" imgH="416" progId="TCLayout.ActiveDocument.1">
                  <p:embed/>
                </p:oleObj>
              </mc:Choice>
              <mc:Fallback>
                <p:oleObj name="think-cell Slide" r:id="rId10" imgW="413" imgH="416" progId="TCLayout.ActiveDocument.1">
                  <p:embed/>
                  <p:pic>
                    <p:nvPicPr>
                      <p:cNvPr id="3" name="Object 2" hidden="1">
                        <a:extLst>
                          <a:ext uri="{FF2B5EF4-FFF2-40B4-BE49-F238E27FC236}">
                            <a16:creationId xmlns:a16="http://schemas.microsoft.com/office/drawing/2014/main" id="{C3A3BA4A-22A3-4843-892F-E42C155B4288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1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Rectangle 1" hidden="1">
            <a:extLst>
              <a:ext uri="{FF2B5EF4-FFF2-40B4-BE49-F238E27FC236}">
                <a16:creationId xmlns:a16="http://schemas.microsoft.com/office/drawing/2014/main" id="{5BF2AED7-361B-4221-9AF6-77A108DA0C2B}"/>
              </a:ext>
            </a:extLst>
          </p:cNvPr>
          <p:cNvSpPr/>
          <p:nvPr userDrawn="1">
            <p:custDataLst>
              <p:tags r:id="rId2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  <a:solidFill>
            <a:schemeClr val="tx1"/>
          </a:solidFill>
          <a:ln w="6350" cap="sq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lvl="0" indent="0" algn="ctr" eaLnBrk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endParaRPr lang="en-US" sz="2500" b="1" i="0" baseline="0" dirty="0" err="1">
              <a:solidFill>
                <a:schemeClr val="bg1"/>
              </a:solidFill>
              <a:latin typeface="Georgia" panose="02040502050405020303" pitchFamily="18" charset="0"/>
              <a:ea typeface="+mj-ea"/>
              <a:cs typeface="+mj-cs"/>
              <a:sym typeface="Georgia" panose="02040502050405020303" pitchFamily="18" charset="0"/>
            </a:endParaRPr>
          </a:p>
        </p:txBody>
      </p:sp>
      <p:sp>
        <p:nvSpPr>
          <p:cNvPr id="6" name="RectangleDark">
            <a:extLst>
              <a:ext uri="{FF2B5EF4-FFF2-40B4-BE49-F238E27FC236}">
                <a16:creationId xmlns:a16="http://schemas.microsoft.com/office/drawing/2014/main" id="{3FA229FA-A3E6-464F-8FAE-54175450EBEB}"/>
              </a:ext>
            </a:extLst>
          </p:cNvPr>
          <p:cNvSpPr/>
          <p:nvPr userDrawn="1">
            <p:custDataLst>
              <p:tags r:id="rId3"/>
            </p:custDataLst>
          </p:nvPr>
        </p:nvSpPr>
        <p:spPr bwMode="ltGray">
          <a:xfrm>
            <a:off x="3413760" y="0"/>
            <a:ext cx="8778240" cy="6858000"/>
          </a:xfrm>
          <a:prstGeom prst="rect">
            <a:avLst/>
          </a:prstGeom>
          <a:solidFill>
            <a:schemeClr val="bg1"/>
          </a:solidFill>
          <a:ln w="6350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dirty="0">
              <a:solidFill>
                <a:schemeClr val="bg2"/>
              </a:solidFill>
              <a:latin typeface="Arial" panose="020B0604020202020204" pitchFamily="34" charset="0"/>
            </a:endParaRPr>
          </a:p>
        </p:txBody>
      </p:sp>
      <p:sp>
        <p:nvSpPr>
          <p:cNvPr id="17" name="Slide Number">
            <a:extLst>
              <a:ext uri="{FF2B5EF4-FFF2-40B4-BE49-F238E27FC236}">
                <a16:creationId xmlns:a16="http://schemas.microsoft.com/office/drawing/2014/main" id="{ACF9526A-1F1C-4E57-8A8D-21EDBC12066F}"/>
              </a:ext>
            </a:extLst>
          </p:cNvPr>
          <p:cNvSpPr>
            <a:spLocks noChangeArrowheads="1"/>
          </p:cNvSpPr>
          <p:nvPr userDrawn="1">
            <p:custDataLst>
              <p:tags r:id="rId4"/>
            </p:custDataLst>
          </p:nvPr>
        </p:nvSpPr>
        <p:spPr bwMode="black">
          <a:xfrm>
            <a:off x="11312525" y="6498754"/>
            <a:ext cx="325501" cy="138499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square" lIns="0" tIns="0" rIns="0" bIns="0" anchor="b">
            <a:spAutoFit/>
          </a:bodyPr>
          <a:lstStyle/>
          <a:p>
            <a:pPr algn="r" defTabSz="610744" fontAlgn="auto">
              <a:spcBef>
                <a:spcPts val="0"/>
              </a:spcBef>
              <a:spcAft>
                <a:spcPts val="0"/>
              </a:spcAft>
              <a:defRPr/>
            </a:pPr>
            <a:fld id="{4ABDCABE-3F10-B64C-92F1-862014417034}" type="slidenum">
              <a:rPr lang="en-US" sz="900" smtClean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rPr>
              <a:pPr algn="r" defTabSz="610744" fontAlgn="auto">
                <a:spcBef>
                  <a:spcPts val="0"/>
                </a:spcBef>
                <a:spcAft>
                  <a:spcPts val="0"/>
                </a:spcAft>
                <a:defRPr/>
              </a:pPr>
              <a:t>‹#›</a:t>
            </a:fld>
            <a:endParaRPr lang="en-US" sz="900">
              <a:solidFill>
                <a:schemeClr val="tx1"/>
              </a:solidFill>
              <a:latin typeface="+mn-lt"/>
              <a:ea typeface="+mn-ea"/>
              <a:cs typeface="Arial" panose="020B0604020202020204" pitchFamily="34" charset="0"/>
            </a:endParaRPr>
          </a:p>
        </p:txBody>
      </p:sp>
      <p:sp>
        <p:nvSpPr>
          <p:cNvPr id="19" name="2. Slide Title">
            <a:extLst>
              <a:ext uri="{FF2B5EF4-FFF2-40B4-BE49-F238E27FC236}">
                <a16:creationId xmlns:a16="http://schemas.microsoft.com/office/drawing/2014/main" id="{7C125983-42A9-42F7-AA00-F56CD87B285E}"/>
              </a:ext>
            </a:extLst>
          </p:cNvPr>
          <p:cNvSpPr>
            <a:spLocks noGrp="1"/>
          </p:cNvSpPr>
          <p:nvPr>
            <p:ph type="title"/>
            <p:custDataLst>
              <p:tags r:id="rId5"/>
            </p:custDataLst>
          </p:nvPr>
        </p:nvSpPr>
        <p:spPr>
          <a:xfrm>
            <a:off x="554736" y="2744369"/>
            <a:ext cx="2514600" cy="769441"/>
          </a:xfrm>
        </p:spPr>
        <p:txBody>
          <a:bodyPr vert="horz" anchor="b">
            <a:noAutofit/>
          </a:bodyPr>
          <a:lstStyle>
            <a:lvl1pPr>
              <a:defRPr>
                <a:solidFill>
                  <a:schemeClr val="bg2"/>
                </a:solidFill>
              </a:defRPr>
            </a:lvl1pPr>
          </a:lstStyle>
          <a:p>
            <a:r>
              <a:rPr lang="en-US" dirty="0"/>
              <a:t>Click to edit Master title</a:t>
            </a:r>
          </a:p>
        </p:txBody>
      </p:sp>
      <p:sp>
        <p:nvSpPr>
          <p:cNvPr id="20" name="3. Subtitle">
            <a:extLst>
              <a:ext uri="{FF2B5EF4-FFF2-40B4-BE49-F238E27FC236}">
                <a16:creationId xmlns:a16="http://schemas.microsoft.com/office/drawing/2014/main" id="{9D41FF9F-DFB7-4DFF-B338-08A2CA649393}"/>
              </a:ext>
            </a:extLst>
          </p:cNvPr>
          <p:cNvSpPr>
            <a:spLocks noGrp="1"/>
          </p:cNvSpPr>
          <p:nvPr>
            <p:ph type="subTitle" idx="1"/>
            <p:custDataLst>
              <p:tags r:id="rId6"/>
            </p:custDataLst>
          </p:nvPr>
        </p:nvSpPr>
        <p:spPr>
          <a:xfrm>
            <a:off x="554736" y="3659644"/>
            <a:ext cx="2514600" cy="492443"/>
          </a:xfrm>
        </p:spPr>
        <p:txBody>
          <a:bodyPr wrap="square" anchor="t">
            <a:spAutoFit/>
          </a:bodyPr>
          <a:lstStyle>
            <a:lvl1pPr marL="0" indent="0" algn="l">
              <a:buNone/>
              <a:defRPr sz="1600" b="0">
                <a:solidFill>
                  <a:schemeClr val="bg2"/>
                </a:solidFill>
              </a:defRPr>
            </a:lvl1pPr>
            <a:lvl2pPr marL="457178" indent="0" algn="ctr">
              <a:buNone/>
              <a:defRPr sz="2000"/>
            </a:lvl2pPr>
            <a:lvl3pPr marL="914354" indent="0" algn="ctr">
              <a:buNone/>
              <a:defRPr sz="1800"/>
            </a:lvl3pPr>
            <a:lvl4pPr marL="1371532" indent="0" algn="ctr">
              <a:buNone/>
              <a:defRPr sz="1600"/>
            </a:lvl4pPr>
            <a:lvl5pPr marL="1828709" indent="0" algn="ctr">
              <a:buNone/>
              <a:defRPr sz="1600"/>
            </a:lvl5pPr>
            <a:lvl6pPr marL="2285886" indent="0" algn="ctr">
              <a:buNone/>
              <a:defRPr sz="1600"/>
            </a:lvl6pPr>
            <a:lvl7pPr marL="2743062" indent="0" algn="ctr">
              <a:buNone/>
              <a:defRPr sz="1600"/>
            </a:lvl7pPr>
            <a:lvl8pPr marL="3200240" indent="0" algn="ctr">
              <a:buNone/>
              <a:defRPr sz="1600"/>
            </a:lvl8pPr>
            <a:lvl9pPr marL="3657418" indent="0" algn="ctr">
              <a:buNone/>
              <a:defRPr sz="1600"/>
            </a:lvl9pPr>
          </a:lstStyle>
          <a:p>
            <a:r>
              <a:rPr lang="en-US" dirty="0"/>
              <a:t>Click to edit Master subtitle style</a:t>
            </a:r>
          </a:p>
        </p:txBody>
      </p:sp>
      <p:sp>
        <p:nvSpPr>
          <p:cNvPr id="21" name="5. Source" hidden="1">
            <a:extLst>
              <a:ext uri="{FF2B5EF4-FFF2-40B4-BE49-F238E27FC236}">
                <a16:creationId xmlns:a16="http://schemas.microsoft.com/office/drawing/2014/main" id="{064AC035-5239-45FF-8383-33CBCD30D33E}"/>
              </a:ext>
            </a:extLst>
          </p:cNvPr>
          <p:cNvSpPr txBox="1"/>
          <p:nvPr userDrawn="1">
            <p:custDataLst>
              <p:tags r:id="rId7"/>
            </p:custDataLst>
          </p:nvPr>
        </p:nvSpPr>
        <p:spPr>
          <a:xfrm>
            <a:off x="554735" y="6501669"/>
            <a:ext cx="7277861" cy="12311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en-US" sz="800" dirty="0">
                <a:solidFill>
                  <a:schemeClr val="bg2"/>
                </a:solidFill>
              </a:rPr>
              <a:t>Source: …</a:t>
            </a:r>
          </a:p>
        </p:txBody>
      </p:sp>
      <p:sp>
        <p:nvSpPr>
          <p:cNvPr id="15" name="1. On-page tracker">
            <a:extLst>
              <a:ext uri="{FF2B5EF4-FFF2-40B4-BE49-F238E27FC236}">
                <a16:creationId xmlns:a16="http://schemas.microsoft.com/office/drawing/2014/main" id="{3DF66089-C2CC-4E6A-A7ED-0B333FCF2C47}"/>
              </a:ext>
            </a:extLst>
          </p:cNvPr>
          <p:cNvSpPr>
            <a:spLocks noGrp="1"/>
          </p:cNvSpPr>
          <p:nvPr>
            <p:ph type="body" sz="quarter" idx="17" hasCustomPrompt="1"/>
            <p:custDataLst>
              <p:tags r:id="rId8"/>
            </p:custDataLst>
          </p:nvPr>
        </p:nvSpPr>
        <p:spPr>
          <a:xfrm>
            <a:off x="7156704" y="78768"/>
            <a:ext cx="4480560" cy="123111"/>
          </a:xfrm>
        </p:spPr>
        <p:txBody>
          <a:bodyPr anchor="ctr" anchorCtr="0">
            <a:spAutoFit/>
          </a:bodyPr>
          <a:lstStyle>
            <a:lvl1pPr algn="r">
              <a:defRPr sz="800">
                <a:latin typeface="+mn-lt"/>
              </a:defRPr>
            </a:lvl1pPr>
          </a:lstStyle>
          <a:p>
            <a:pPr lvl="0"/>
            <a:r>
              <a:rPr lang="en-US" dirty="0"/>
              <a:t>Chapter › Topic</a:t>
            </a:r>
          </a:p>
        </p:txBody>
      </p:sp>
    </p:spTree>
    <p:extLst>
      <p:ext uri="{BB962C8B-B14F-4D97-AF65-F5344CB8AC3E}">
        <p14:creationId xmlns:p14="http://schemas.microsoft.com/office/powerpoint/2010/main" val="2989647057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ontrast 1/3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Object 3" hidden="1">
            <a:extLst>
              <a:ext uri="{FF2B5EF4-FFF2-40B4-BE49-F238E27FC236}">
                <a16:creationId xmlns:a16="http://schemas.microsoft.com/office/drawing/2014/main" id="{D6AD2A36-39D2-411F-97A0-A924098965AA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4210378602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10" imgW="413" imgH="416" progId="TCLayout.ActiveDocument.1">
                  <p:embed/>
                </p:oleObj>
              </mc:Choice>
              <mc:Fallback>
                <p:oleObj name="think-cell Slide" r:id="rId10" imgW="413" imgH="416" progId="TCLayout.ActiveDocument.1">
                  <p:embed/>
                  <p:pic>
                    <p:nvPicPr>
                      <p:cNvPr id="4" name="Object 3" hidden="1">
                        <a:extLst>
                          <a:ext uri="{FF2B5EF4-FFF2-40B4-BE49-F238E27FC236}">
                            <a16:creationId xmlns:a16="http://schemas.microsoft.com/office/drawing/2014/main" id="{D6AD2A36-39D2-411F-97A0-A924098965AA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1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Rectangle 2" hidden="1">
            <a:extLst>
              <a:ext uri="{FF2B5EF4-FFF2-40B4-BE49-F238E27FC236}">
                <a16:creationId xmlns:a16="http://schemas.microsoft.com/office/drawing/2014/main" id="{4E67A342-8C8E-4A76-A2F2-1541645630AD}"/>
              </a:ext>
            </a:extLst>
          </p:cNvPr>
          <p:cNvSpPr/>
          <p:nvPr userDrawn="1">
            <p:custDataLst>
              <p:tags r:id="rId2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  <a:solidFill>
            <a:schemeClr val="tx1"/>
          </a:solidFill>
          <a:ln w="6350" cap="sq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lvl="0" indent="0" algn="ctr" eaLnBrk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endParaRPr lang="en-US" sz="2500" b="1" i="0" baseline="0" dirty="0" err="1">
              <a:solidFill>
                <a:schemeClr val="bg1"/>
              </a:solidFill>
              <a:latin typeface="Georgia" panose="02040502050405020303" pitchFamily="18" charset="0"/>
              <a:ea typeface="+mj-ea"/>
              <a:cs typeface="+mj-cs"/>
              <a:sym typeface="Georgia" panose="02040502050405020303" pitchFamily="18" charset="0"/>
            </a:endParaRPr>
          </a:p>
        </p:txBody>
      </p:sp>
      <p:sp>
        <p:nvSpPr>
          <p:cNvPr id="6" name="RectangleDark">
            <a:extLst>
              <a:ext uri="{FF2B5EF4-FFF2-40B4-BE49-F238E27FC236}">
                <a16:creationId xmlns:a16="http://schemas.microsoft.com/office/drawing/2014/main" id="{3FA229FA-A3E6-464F-8FAE-54175450EBEB}"/>
              </a:ext>
            </a:extLst>
          </p:cNvPr>
          <p:cNvSpPr/>
          <p:nvPr userDrawn="1">
            <p:custDataLst>
              <p:tags r:id="rId3"/>
            </p:custDataLst>
          </p:nvPr>
        </p:nvSpPr>
        <p:spPr bwMode="ltGray">
          <a:xfrm>
            <a:off x="4364736" y="0"/>
            <a:ext cx="7827264" cy="6858000"/>
          </a:xfrm>
          <a:prstGeom prst="rect">
            <a:avLst/>
          </a:prstGeom>
          <a:solidFill>
            <a:schemeClr val="bg1"/>
          </a:solidFill>
          <a:ln w="6350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dirty="0">
              <a:solidFill>
                <a:schemeClr val="bg2"/>
              </a:solidFill>
              <a:latin typeface="Arial" panose="020B0604020202020204" pitchFamily="34" charset="0"/>
            </a:endParaRPr>
          </a:p>
        </p:txBody>
      </p:sp>
      <p:sp>
        <p:nvSpPr>
          <p:cNvPr id="17" name="Slide Number">
            <a:extLst>
              <a:ext uri="{FF2B5EF4-FFF2-40B4-BE49-F238E27FC236}">
                <a16:creationId xmlns:a16="http://schemas.microsoft.com/office/drawing/2014/main" id="{36B65DC7-979F-4AB7-9872-8CF5F2DCB753}"/>
              </a:ext>
            </a:extLst>
          </p:cNvPr>
          <p:cNvSpPr>
            <a:spLocks noChangeArrowheads="1"/>
          </p:cNvSpPr>
          <p:nvPr userDrawn="1">
            <p:custDataLst>
              <p:tags r:id="rId4"/>
            </p:custDataLst>
          </p:nvPr>
        </p:nvSpPr>
        <p:spPr bwMode="black">
          <a:xfrm>
            <a:off x="11312525" y="6498754"/>
            <a:ext cx="325501" cy="138499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square" lIns="0" tIns="0" rIns="0" bIns="0" anchor="b">
            <a:spAutoFit/>
          </a:bodyPr>
          <a:lstStyle/>
          <a:p>
            <a:pPr algn="r" defTabSz="610744" fontAlgn="auto">
              <a:spcBef>
                <a:spcPts val="0"/>
              </a:spcBef>
              <a:spcAft>
                <a:spcPts val="0"/>
              </a:spcAft>
              <a:defRPr/>
            </a:pPr>
            <a:fld id="{4ABDCABE-3F10-B64C-92F1-862014417034}" type="slidenum">
              <a:rPr lang="en-US" sz="900" smtClean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rPr>
              <a:pPr algn="r" defTabSz="610744" fontAlgn="auto">
                <a:spcBef>
                  <a:spcPts val="0"/>
                </a:spcBef>
                <a:spcAft>
                  <a:spcPts val="0"/>
                </a:spcAft>
                <a:defRPr/>
              </a:pPr>
              <a:t>‹#›</a:t>
            </a:fld>
            <a:endParaRPr lang="en-US" sz="900">
              <a:solidFill>
                <a:schemeClr val="tx1"/>
              </a:solidFill>
              <a:latin typeface="+mn-lt"/>
              <a:ea typeface="+mn-ea"/>
              <a:cs typeface="Arial" panose="020B0604020202020204" pitchFamily="34" charset="0"/>
            </a:endParaRPr>
          </a:p>
        </p:txBody>
      </p:sp>
      <p:sp>
        <p:nvSpPr>
          <p:cNvPr id="20" name="2. Slide Title">
            <a:extLst>
              <a:ext uri="{FF2B5EF4-FFF2-40B4-BE49-F238E27FC236}">
                <a16:creationId xmlns:a16="http://schemas.microsoft.com/office/drawing/2014/main" id="{F2EA5A09-84EC-4368-8C76-0BEA141A4333}"/>
              </a:ext>
            </a:extLst>
          </p:cNvPr>
          <p:cNvSpPr>
            <a:spLocks noGrp="1"/>
          </p:cNvSpPr>
          <p:nvPr>
            <p:ph type="title"/>
            <p:custDataLst>
              <p:tags r:id="rId5"/>
            </p:custDataLst>
          </p:nvPr>
        </p:nvSpPr>
        <p:spPr>
          <a:xfrm>
            <a:off x="554736" y="2744369"/>
            <a:ext cx="3465576" cy="769441"/>
          </a:xfrm>
          <a:prstGeom prst="rect">
            <a:avLst/>
          </a:prstGeom>
        </p:spPr>
        <p:txBody>
          <a:bodyPr vert="horz" wrap="square" anchor="b">
            <a:noAutofit/>
          </a:bodyPr>
          <a:lstStyle>
            <a:lvl1pPr algn="l">
              <a:defRPr>
                <a:solidFill>
                  <a:schemeClr val="bg2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21" name="3. Subtitle">
            <a:extLst>
              <a:ext uri="{FF2B5EF4-FFF2-40B4-BE49-F238E27FC236}">
                <a16:creationId xmlns:a16="http://schemas.microsoft.com/office/drawing/2014/main" id="{4BAE0A91-D3D3-4C9A-9F81-3C13D960A341}"/>
              </a:ext>
            </a:extLst>
          </p:cNvPr>
          <p:cNvSpPr>
            <a:spLocks noGrp="1"/>
          </p:cNvSpPr>
          <p:nvPr>
            <p:ph type="subTitle" idx="1"/>
            <p:custDataLst>
              <p:tags r:id="rId6"/>
            </p:custDataLst>
          </p:nvPr>
        </p:nvSpPr>
        <p:spPr>
          <a:xfrm>
            <a:off x="554735" y="3659644"/>
            <a:ext cx="3465575" cy="246221"/>
          </a:xfrm>
        </p:spPr>
        <p:txBody>
          <a:bodyPr wrap="square" anchor="t">
            <a:spAutoFit/>
          </a:bodyPr>
          <a:lstStyle>
            <a:lvl1pPr marL="0" indent="0" algn="l">
              <a:buNone/>
              <a:defRPr sz="1600" b="0">
                <a:solidFill>
                  <a:schemeClr val="bg2"/>
                </a:solidFill>
              </a:defRPr>
            </a:lvl1pPr>
            <a:lvl2pPr marL="457178" indent="0" algn="ctr">
              <a:buNone/>
              <a:defRPr sz="2000"/>
            </a:lvl2pPr>
            <a:lvl3pPr marL="914354" indent="0" algn="ctr">
              <a:buNone/>
              <a:defRPr sz="1800"/>
            </a:lvl3pPr>
            <a:lvl4pPr marL="1371532" indent="0" algn="ctr">
              <a:buNone/>
              <a:defRPr sz="1600"/>
            </a:lvl4pPr>
            <a:lvl5pPr marL="1828709" indent="0" algn="ctr">
              <a:buNone/>
              <a:defRPr sz="1600"/>
            </a:lvl5pPr>
            <a:lvl6pPr marL="2285886" indent="0" algn="ctr">
              <a:buNone/>
              <a:defRPr sz="1600"/>
            </a:lvl6pPr>
            <a:lvl7pPr marL="2743062" indent="0" algn="ctr">
              <a:buNone/>
              <a:defRPr sz="1600"/>
            </a:lvl7pPr>
            <a:lvl8pPr marL="3200240" indent="0" algn="ctr">
              <a:buNone/>
              <a:defRPr sz="1600"/>
            </a:lvl8pPr>
            <a:lvl9pPr marL="3657418" indent="0" algn="ctr">
              <a:buNone/>
              <a:defRPr sz="1600"/>
            </a:lvl9pPr>
          </a:lstStyle>
          <a:p>
            <a:r>
              <a:rPr lang="en-US" dirty="0"/>
              <a:t>Click to edit Master subtitle style</a:t>
            </a:r>
          </a:p>
        </p:txBody>
      </p:sp>
      <p:sp>
        <p:nvSpPr>
          <p:cNvPr id="15" name="5. Source" hidden="1">
            <a:extLst>
              <a:ext uri="{FF2B5EF4-FFF2-40B4-BE49-F238E27FC236}">
                <a16:creationId xmlns:a16="http://schemas.microsoft.com/office/drawing/2014/main" id="{6BA86AD8-0ECF-4EA8-B346-D8EA2716E80C}"/>
              </a:ext>
            </a:extLst>
          </p:cNvPr>
          <p:cNvSpPr txBox="1"/>
          <p:nvPr userDrawn="1">
            <p:custDataLst>
              <p:tags r:id="rId7"/>
            </p:custDataLst>
          </p:nvPr>
        </p:nvSpPr>
        <p:spPr>
          <a:xfrm>
            <a:off x="554735" y="6501669"/>
            <a:ext cx="7277861" cy="12311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en-US" sz="800" dirty="0">
                <a:solidFill>
                  <a:schemeClr val="bg2"/>
                </a:solidFill>
              </a:rPr>
              <a:t>Source: …</a:t>
            </a:r>
          </a:p>
        </p:txBody>
      </p:sp>
      <p:sp>
        <p:nvSpPr>
          <p:cNvPr id="19" name="1. On-page tracker">
            <a:extLst>
              <a:ext uri="{FF2B5EF4-FFF2-40B4-BE49-F238E27FC236}">
                <a16:creationId xmlns:a16="http://schemas.microsoft.com/office/drawing/2014/main" id="{EDC5E9D8-BFBA-409D-B6E5-65A580E73B61}"/>
              </a:ext>
            </a:extLst>
          </p:cNvPr>
          <p:cNvSpPr>
            <a:spLocks noGrp="1"/>
          </p:cNvSpPr>
          <p:nvPr>
            <p:ph type="body" sz="quarter" idx="17" hasCustomPrompt="1"/>
            <p:custDataLst>
              <p:tags r:id="rId8"/>
            </p:custDataLst>
          </p:nvPr>
        </p:nvSpPr>
        <p:spPr>
          <a:xfrm>
            <a:off x="7156704" y="78768"/>
            <a:ext cx="4480560" cy="123111"/>
          </a:xfrm>
        </p:spPr>
        <p:txBody>
          <a:bodyPr anchor="ctr" anchorCtr="0">
            <a:spAutoFit/>
          </a:bodyPr>
          <a:lstStyle>
            <a:lvl1pPr algn="r">
              <a:defRPr sz="800">
                <a:latin typeface="+mn-lt"/>
              </a:defRPr>
            </a:lvl1pPr>
          </a:lstStyle>
          <a:p>
            <a:pPr lvl="0"/>
            <a:r>
              <a:rPr lang="en-US" dirty="0"/>
              <a:t>Chapter › Topic</a:t>
            </a:r>
          </a:p>
        </p:txBody>
      </p:sp>
    </p:spTree>
    <p:extLst>
      <p:ext uri="{BB962C8B-B14F-4D97-AF65-F5344CB8AC3E}">
        <p14:creationId xmlns:p14="http://schemas.microsoft.com/office/powerpoint/2010/main" val="2017294243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ontrast 1/2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Object 2" hidden="1">
            <a:extLst>
              <a:ext uri="{FF2B5EF4-FFF2-40B4-BE49-F238E27FC236}">
                <a16:creationId xmlns:a16="http://schemas.microsoft.com/office/drawing/2014/main" id="{65793B5E-3475-4FCD-8164-7A168B5C1B4B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030535559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11" imgW="473" imgH="473" progId="TCLayout.ActiveDocument.1">
                  <p:embed/>
                </p:oleObj>
              </mc:Choice>
              <mc:Fallback>
                <p:oleObj name="think-cell Slide" r:id="rId11" imgW="473" imgH="473" progId="TCLayout.ActiveDocument.1">
                  <p:embed/>
                  <p:pic>
                    <p:nvPicPr>
                      <p:cNvPr id="3" name="Object 2" hidden="1">
                        <a:extLst>
                          <a:ext uri="{FF2B5EF4-FFF2-40B4-BE49-F238E27FC236}">
                            <a16:creationId xmlns:a16="http://schemas.microsoft.com/office/drawing/2014/main" id="{65793B5E-3475-4FCD-8164-7A168B5C1B4B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2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Rectangle 1" hidden="1">
            <a:extLst>
              <a:ext uri="{FF2B5EF4-FFF2-40B4-BE49-F238E27FC236}">
                <a16:creationId xmlns:a16="http://schemas.microsoft.com/office/drawing/2014/main" id="{1D89D8F9-1075-4B52-8375-8D4A2673D845}"/>
              </a:ext>
            </a:extLst>
          </p:cNvPr>
          <p:cNvSpPr/>
          <p:nvPr userDrawn="1">
            <p:custDataLst>
              <p:tags r:id="rId2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  <a:solidFill>
            <a:schemeClr val="tx1"/>
          </a:solidFill>
          <a:ln w="6350" cap="sq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lvl="0" indent="0" algn="ctr">
              <a:spcBef>
                <a:spcPts val="300"/>
              </a:spcBef>
              <a:spcAft>
                <a:spcPts val="300"/>
              </a:spcAft>
            </a:pPr>
            <a:endParaRPr lang="en-US" sz="2500" b="1" i="0" baseline="0" dirty="0" err="1">
              <a:solidFill>
                <a:schemeClr val="bg1"/>
              </a:solidFill>
              <a:latin typeface="Georgia" panose="02040502050405020303" pitchFamily="18" charset="0"/>
              <a:ea typeface="+mj-ea"/>
              <a:cs typeface="+mj-cs"/>
              <a:sym typeface="Georgia" panose="02040502050405020303" pitchFamily="18" charset="0"/>
            </a:endParaRPr>
          </a:p>
        </p:txBody>
      </p:sp>
      <p:sp>
        <p:nvSpPr>
          <p:cNvPr id="7" name="RectangleDark">
            <a:extLst>
              <a:ext uri="{FF2B5EF4-FFF2-40B4-BE49-F238E27FC236}">
                <a16:creationId xmlns:a16="http://schemas.microsoft.com/office/drawing/2014/main" id="{2365F90A-9CD8-40EE-93CD-2729135A9569}"/>
              </a:ext>
            </a:extLst>
          </p:cNvPr>
          <p:cNvSpPr/>
          <p:nvPr userDrawn="1">
            <p:custDataLst>
              <p:tags r:id="rId3"/>
            </p:custDataLst>
          </p:nvPr>
        </p:nvSpPr>
        <p:spPr bwMode="ltGray">
          <a:xfrm>
            <a:off x="6092952" y="0"/>
            <a:ext cx="6099048" cy="6858000"/>
          </a:xfrm>
          <a:prstGeom prst="rect">
            <a:avLst/>
          </a:prstGeom>
          <a:solidFill>
            <a:schemeClr val="bg1"/>
          </a:solidFill>
          <a:ln w="6350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dirty="0">
              <a:solidFill>
                <a:srgbClr val="F0F0F0"/>
              </a:solidFill>
              <a:latin typeface="Arial" panose="020B0604020202020204" pitchFamily="34" charset="0"/>
            </a:endParaRPr>
          </a:p>
        </p:txBody>
      </p:sp>
      <p:sp>
        <p:nvSpPr>
          <p:cNvPr id="17" name="SlideLogoText">
            <a:extLst>
              <a:ext uri="{FF2B5EF4-FFF2-40B4-BE49-F238E27FC236}">
                <a16:creationId xmlns:a16="http://schemas.microsoft.com/office/drawing/2014/main" id="{609F85FD-B74A-4A4E-BFA9-7668DD6BCB90}"/>
              </a:ext>
            </a:extLst>
          </p:cNvPr>
          <p:cNvSpPr txBox="1"/>
          <p:nvPr userDrawn="1">
            <p:custDataLst>
              <p:tags r:id="rId4"/>
            </p:custDataLst>
          </p:nvPr>
        </p:nvSpPr>
        <p:spPr bwMode="black">
          <a:xfrm>
            <a:off x="10142505" y="6499381"/>
            <a:ext cx="1134927" cy="138499"/>
          </a:xfrm>
          <a:prstGeom prst="rect">
            <a:avLst/>
          </a:prstGeom>
          <a:noFill/>
        </p:spPr>
        <p:txBody>
          <a:bodyPr wrap="none" lIns="0" tIns="0" rIns="0" bIns="0" rtlCol="0" anchor="b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9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rPr>
              <a:t>McKinsey &amp; Company</a:t>
            </a:r>
          </a:p>
        </p:txBody>
      </p:sp>
      <p:sp>
        <p:nvSpPr>
          <p:cNvPr id="18" name="Slide Number">
            <a:extLst>
              <a:ext uri="{FF2B5EF4-FFF2-40B4-BE49-F238E27FC236}">
                <a16:creationId xmlns:a16="http://schemas.microsoft.com/office/drawing/2014/main" id="{D0E8D6D4-65CF-4E97-809E-C2399703986A}"/>
              </a:ext>
            </a:extLst>
          </p:cNvPr>
          <p:cNvSpPr>
            <a:spLocks noChangeArrowheads="1"/>
          </p:cNvSpPr>
          <p:nvPr userDrawn="1">
            <p:custDataLst>
              <p:tags r:id="rId5"/>
            </p:custDataLst>
          </p:nvPr>
        </p:nvSpPr>
        <p:spPr bwMode="black">
          <a:xfrm>
            <a:off x="11312525" y="6498754"/>
            <a:ext cx="325501" cy="138499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square" lIns="0" tIns="0" rIns="0" bIns="0" anchor="b">
            <a:spAutoFit/>
          </a:bodyPr>
          <a:lstStyle/>
          <a:p>
            <a:pPr algn="r" defTabSz="610744" fontAlgn="auto">
              <a:spcBef>
                <a:spcPts val="0"/>
              </a:spcBef>
              <a:spcAft>
                <a:spcPts val="0"/>
              </a:spcAft>
              <a:defRPr/>
            </a:pPr>
            <a:fld id="{4ABDCABE-3F10-B64C-92F1-862014417034}" type="slidenum">
              <a:rPr lang="en-US" sz="900" smtClean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rPr>
              <a:pPr algn="r" defTabSz="610744" fontAlgn="auto">
                <a:spcBef>
                  <a:spcPts val="0"/>
                </a:spcBef>
                <a:spcAft>
                  <a:spcPts val="0"/>
                </a:spcAft>
                <a:defRPr/>
              </a:pPr>
              <a:t>‹#›</a:t>
            </a:fld>
            <a:endParaRPr lang="en-US" sz="900">
              <a:solidFill>
                <a:schemeClr val="tx1"/>
              </a:solidFill>
              <a:latin typeface="+mn-lt"/>
              <a:ea typeface="+mn-ea"/>
              <a:cs typeface="Arial" panose="020B0604020202020204" pitchFamily="34" charset="0"/>
            </a:endParaRPr>
          </a:p>
        </p:txBody>
      </p:sp>
      <p:sp>
        <p:nvSpPr>
          <p:cNvPr id="19" name="5. Source" hidden="1">
            <a:extLst>
              <a:ext uri="{FF2B5EF4-FFF2-40B4-BE49-F238E27FC236}">
                <a16:creationId xmlns:a16="http://schemas.microsoft.com/office/drawing/2014/main" id="{4F4B7457-0497-46CF-9E9B-69EB8E74CC15}"/>
              </a:ext>
            </a:extLst>
          </p:cNvPr>
          <p:cNvSpPr txBox="1"/>
          <p:nvPr userDrawn="1">
            <p:custDataLst>
              <p:tags r:id="rId6"/>
            </p:custDataLst>
          </p:nvPr>
        </p:nvSpPr>
        <p:spPr>
          <a:xfrm>
            <a:off x="554735" y="6501669"/>
            <a:ext cx="7277861" cy="12311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en-US" sz="800" dirty="0">
                <a:solidFill>
                  <a:schemeClr val="bg2"/>
                </a:solidFill>
              </a:rPr>
              <a:t>Source: …</a:t>
            </a:r>
          </a:p>
        </p:txBody>
      </p:sp>
      <p:sp>
        <p:nvSpPr>
          <p:cNvPr id="21" name="2. Slide Title">
            <a:extLst>
              <a:ext uri="{FF2B5EF4-FFF2-40B4-BE49-F238E27FC236}">
                <a16:creationId xmlns:a16="http://schemas.microsoft.com/office/drawing/2014/main" id="{DF67D7DC-1A5A-4301-93C0-59BCC9FE6A85}"/>
              </a:ext>
            </a:extLst>
          </p:cNvPr>
          <p:cNvSpPr>
            <a:spLocks noGrp="1"/>
          </p:cNvSpPr>
          <p:nvPr>
            <p:ph type="title"/>
            <p:custDataLst>
              <p:tags r:id="rId7"/>
            </p:custDataLst>
          </p:nvPr>
        </p:nvSpPr>
        <p:spPr>
          <a:xfrm>
            <a:off x="554736" y="182372"/>
            <a:ext cx="5065776" cy="731520"/>
          </a:xfrm>
        </p:spPr>
        <p:txBody>
          <a:bodyPr vert="horz"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23" name="3. Subtitle">
            <a:extLst>
              <a:ext uri="{FF2B5EF4-FFF2-40B4-BE49-F238E27FC236}">
                <a16:creationId xmlns:a16="http://schemas.microsoft.com/office/drawing/2014/main" id="{08590DB3-FFB4-489D-B120-ADFDC12014DE}"/>
              </a:ext>
            </a:extLst>
          </p:cNvPr>
          <p:cNvSpPr>
            <a:spLocks noGrp="1"/>
          </p:cNvSpPr>
          <p:nvPr>
            <p:ph type="subTitle" idx="1"/>
            <p:custDataLst>
              <p:tags r:id="rId8"/>
            </p:custDataLst>
          </p:nvPr>
        </p:nvSpPr>
        <p:spPr>
          <a:xfrm>
            <a:off x="554736" y="903861"/>
            <a:ext cx="5065776" cy="246221"/>
          </a:xfrm>
        </p:spPr>
        <p:txBody>
          <a:bodyPr anchor="t" anchorCtr="0">
            <a:spAutoFit/>
          </a:bodyPr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en-US" sz="1600" dirty="0"/>
              <a:t>Click to edit Master subtitle style</a:t>
            </a:r>
          </a:p>
        </p:txBody>
      </p:sp>
      <p:sp>
        <p:nvSpPr>
          <p:cNvPr id="24" name="1. On-page tracker">
            <a:extLst>
              <a:ext uri="{FF2B5EF4-FFF2-40B4-BE49-F238E27FC236}">
                <a16:creationId xmlns:a16="http://schemas.microsoft.com/office/drawing/2014/main" id="{CC3A7643-6C17-4DEC-88AD-F79B0F2E7A18}"/>
              </a:ext>
            </a:extLst>
          </p:cNvPr>
          <p:cNvSpPr>
            <a:spLocks noGrp="1"/>
          </p:cNvSpPr>
          <p:nvPr>
            <p:ph type="body" sz="quarter" idx="17" hasCustomPrompt="1"/>
            <p:custDataLst>
              <p:tags r:id="rId9"/>
            </p:custDataLst>
          </p:nvPr>
        </p:nvSpPr>
        <p:spPr>
          <a:xfrm>
            <a:off x="7156704" y="78768"/>
            <a:ext cx="4480560" cy="123111"/>
          </a:xfrm>
        </p:spPr>
        <p:txBody>
          <a:bodyPr anchor="ctr" anchorCtr="0">
            <a:spAutoFit/>
          </a:bodyPr>
          <a:lstStyle>
            <a:lvl1pPr algn="r">
              <a:defRPr sz="800">
                <a:latin typeface="+mn-lt"/>
              </a:defRPr>
            </a:lvl1pPr>
          </a:lstStyle>
          <a:p>
            <a:pPr lvl="0"/>
            <a:r>
              <a:rPr lang="en-US" dirty="0"/>
              <a:t>Chapter › Topic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C861CE26-96BF-43BA-ADB0-AA9245EBD3BA}"/>
              </a:ext>
            </a:extLst>
          </p:cNvPr>
          <p:cNvSpPr/>
          <p:nvPr userDrawn="1"/>
        </p:nvSpPr>
        <p:spPr>
          <a:xfrm>
            <a:off x="9922996" y="6432393"/>
            <a:ext cx="1526583" cy="271220"/>
          </a:xfrm>
          <a:prstGeom prst="rect">
            <a:avLst/>
          </a:prstGeom>
          <a:solidFill>
            <a:srgbClr val="051C2C"/>
          </a:solidFill>
          <a:ln w="6350" cap="sq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endParaRPr lang="en-GB" sz="1600" dirty="0" err="1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518561520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ontrast 2/3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Object 2" hidden="1">
            <a:extLst>
              <a:ext uri="{FF2B5EF4-FFF2-40B4-BE49-F238E27FC236}">
                <a16:creationId xmlns:a16="http://schemas.microsoft.com/office/drawing/2014/main" id="{FCB55F70-6D9A-415C-82BE-CBDB3A3541E6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652140048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10" imgW="413" imgH="416" progId="TCLayout.ActiveDocument.1">
                  <p:embed/>
                </p:oleObj>
              </mc:Choice>
              <mc:Fallback>
                <p:oleObj name="think-cell Slide" r:id="rId10" imgW="413" imgH="416" progId="TCLayout.ActiveDocument.1">
                  <p:embed/>
                  <p:pic>
                    <p:nvPicPr>
                      <p:cNvPr id="3" name="Object 2" hidden="1">
                        <a:extLst>
                          <a:ext uri="{FF2B5EF4-FFF2-40B4-BE49-F238E27FC236}">
                            <a16:creationId xmlns:a16="http://schemas.microsoft.com/office/drawing/2014/main" id="{FCB55F70-6D9A-415C-82BE-CBDB3A3541E6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1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Rectangle 1" hidden="1">
            <a:extLst>
              <a:ext uri="{FF2B5EF4-FFF2-40B4-BE49-F238E27FC236}">
                <a16:creationId xmlns:a16="http://schemas.microsoft.com/office/drawing/2014/main" id="{07F893DE-55B2-4BF3-87B6-545011BEFD97}"/>
              </a:ext>
            </a:extLst>
          </p:cNvPr>
          <p:cNvSpPr/>
          <p:nvPr userDrawn="1">
            <p:custDataLst>
              <p:tags r:id="rId2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  <a:solidFill>
            <a:schemeClr val="tx1"/>
          </a:solidFill>
          <a:ln w="6350" cap="sq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lvl="0" indent="0" algn="ctr" eaLnBrk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endParaRPr lang="en-US" sz="2500" b="1" i="0" baseline="0" dirty="0" err="1">
              <a:solidFill>
                <a:schemeClr val="bg1"/>
              </a:solidFill>
              <a:latin typeface="Georgia" panose="02040502050405020303" pitchFamily="18" charset="0"/>
              <a:ea typeface="+mj-ea"/>
              <a:cs typeface="+mj-cs"/>
              <a:sym typeface="Georgia" panose="02040502050405020303" pitchFamily="18" charset="0"/>
            </a:endParaRPr>
          </a:p>
        </p:txBody>
      </p:sp>
      <p:sp>
        <p:nvSpPr>
          <p:cNvPr id="7" name="RectangleDark">
            <a:extLst>
              <a:ext uri="{FF2B5EF4-FFF2-40B4-BE49-F238E27FC236}">
                <a16:creationId xmlns:a16="http://schemas.microsoft.com/office/drawing/2014/main" id="{2365F90A-9CD8-40EE-93CD-2729135A9569}"/>
              </a:ext>
            </a:extLst>
          </p:cNvPr>
          <p:cNvSpPr/>
          <p:nvPr userDrawn="1">
            <p:custDataLst>
              <p:tags r:id="rId3"/>
            </p:custDataLst>
          </p:nvPr>
        </p:nvSpPr>
        <p:spPr bwMode="ltGray">
          <a:xfrm>
            <a:off x="7830312" y="0"/>
            <a:ext cx="4361688" cy="6858000"/>
          </a:xfrm>
          <a:prstGeom prst="rect">
            <a:avLst/>
          </a:prstGeom>
          <a:solidFill>
            <a:schemeClr val="bg1"/>
          </a:solidFill>
          <a:ln w="6350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dirty="0">
              <a:solidFill>
                <a:srgbClr val="F0F0F0"/>
              </a:solidFill>
              <a:latin typeface="Arial" panose="020B0604020202020204" pitchFamily="34" charset="0"/>
            </a:endParaRPr>
          </a:p>
        </p:txBody>
      </p:sp>
      <p:sp>
        <p:nvSpPr>
          <p:cNvPr id="17" name="Slide Number">
            <a:extLst>
              <a:ext uri="{FF2B5EF4-FFF2-40B4-BE49-F238E27FC236}">
                <a16:creationId xmlns:a16="http://schemas.microsoft.com/office/drawing/2014/main" id="{3B7A7C0C-AC02-4989-860B-73442D510162}"/>
              </a:ext>
            </a:extLst>
          </p:cNvPr>
          <p:cNvSpPr>
            <a:spLocks noChangeArrowheads="1"/>
          </p:cNvSpPr>
          <p:nvPr userDrawn="1">
            <p:custDataLst>
              <p:tags r:id="rId4"/>
            </p:custDataLst>
          </p:nvPr>
        </p:nvSpPr>
        <p:spPr bwMode="black">
          <a:xfrm>
            <a:off x="11312525" y="6498754"/>
            <a:ext cx="325501" cy="138499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square" lIns="0" tIns="0" rIns="0" bIns="0" anchor="b">
            <a:spAutoFit/>
          </a:bodyPr>
          <a:lstStyle/>
          <a:p>
            <a:pPr algn="r" defTabSz="610744" fontAlgn="auto">
              <a:spcBef>
                <a:spcPts val="0"/>
              </a:spcBef>
              <a:spcAft>
                <a:spcPts val="0"/>
              </a:spcAft>
              <a:defRPr/>
            </a:pPr>
            <a:fld id="{4ABDCABE-3F10-B64C-92F1-862014417034}" type="slidenum">
              <a:rPr lang="en-US" sz="900" smtClean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rPr>
              <a:pPr algn="r" defTabSz="610744" fontAlgn="auto">
                <a:spcBef>
                  <a:spcPts val="0"/>
                </a:spcBef>
                <a:spcAft>
                  <a:spcPts val="0"/>
                </a:spcAft>
                <a:defRPr/>
              </a:pPr>
              <a:t>‹#›</a:t>
            </a:fld>
            <a:endParaRPr lang="en-US" sz="900">
              <a:solidFill>
                <a:schemeClr val="tx1"/>
              </a:solidFill>
              <a:latin typeface="+mn-lt"/>
              <a:ea typeface="+mn-ea"/>
              <a:cs typeface="Arial" panose="020B0604020202020204" pitchFamily="34" charset="0"/>
            </a:endParaRPr>
          </a:p>
        </p:txBody>
      </p:sp>
      <p:sp>
        <p:nvSpPr>
          <p:cNvPr id="18" name="5. Source" hidden="1">
            <a:extLst>
              <a:ext uri="{FF2B5EF4-FFF2-40B4-BE49-F238E27FC236}">
                <a16:creationId xmlns:a16="http://schemas.microsoft.com/office/drawing/2014/main" id="{143701BF-655B-4E75-9AF7-14445CDB19BD}"/>
              </a:ext>
            </a:extLst>
          </p:cNvPr>
          <p:cNvSpPr txBox="1"/>
          <p:nvPr userDrawn="1">
            <p:custDataLst>
              <p:tags r:id="rId5"/>
            </p:custDataLst>
          </p:nvPr>
        </p:nvSpPr>
        <p:spPr>
          <a:xfrm>
            <a:off x="554735" y="6501669"/>
            <a:ext cx="6967729" cy="12311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en-US" sz="800" dirty="0">
                <a:solidFill>
                  <a:schemeClr val="bg2"/>
                </a:solidFill>
              </a:rPr>
              <a:t>Source: …</a:t>
            </a:r>
          </a:p>
        </p:txBody>
      </p:sp>
      <p:sp>
        <p:nvSpPr>
          <p:cNvPr id="21" name="2. Slide Title">
            <a:extLst>
              <a:ext uri="{FF2B5EF4-FFF2-40B4-BE49-F238E27FC236}">
                <a16:creationId xmlns:a16="http://schemas.microsoft.com/office/drawing/2014/main" id="{4A5E485D-7560-4AEC-8D55-C1425B9D1F47}"/>
              </a:ext>
            </a:extLst>
          </p:cNvPr>
          <p:cNvSpPr>
            <a:spLocks noGrp="1"/>
          </p:cNvSpPr>
          <p:nvPr>
            <p:ph type="title"/>
            <p:custDataLst>
              <p:tags r:id="rId6"/>
            </p:custDataLst>
          </p:nvPr>
        </p:nvSpPr>
        <p:spPr>
          <a:xfrm>
            <a:off x="554736" y="182372"/>
            <a:ext cx="6967728" cy="731520"/>
          </a:xfrm>
        </p:spPr>
        <p:txBody>
          <a:bodyPr vert="horz"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2" name="3. Subtitle">
            <a:extLst>
              <a:ext uri="{FF2B5EF4-FFF2-40B4-BE49-F238E27FC236}">
                <a16:creationId xmlns:a16="http://schemas.microsoft.com/office/drawing/2014/main" id="{F1301516-07B7-4BE0-9669-E93BD5C22D18}"/>
              </a:ext>
            </a:extLst>
          </p:cNvPr>
          <p:cNvSpPr>
            <a:spLocks noGrp="1"/>
          </p:cNvSpPr>
          <p:nvPr>
            <p:ph type="subTitle" idx="1"/>
            <p:custDataLst>
              <p:tags r:id="rId7"/>
            </p:custDataLst>
          </p:nvPr>
        </p:nvSpPr>
        <p:spPr>
          <a:xfrm>
            <a:off x="554736" y="903861"/>
            <a:ext cx="6967728" cy="246221"/>
          </a:xfrm>
        </p:spPr>
        <p:txBody>
          <a:bodyPr anchor="t" anchorCtr="0">
            <a:spAutoFit/>
          </a:bodyPr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en-US" sz="1600" dirty="0"/>
              <a:t>Click to edit Master subtitle style</a:t>
            </a:r>
          </a:p>
        </p:txBody>
      </p:sp>
      <p:sp>
        <p:nvSpPr>
          <p:cNvPr id="15" name="1. On-page tracker">
            <a:extLst>
              <a:ext uri="{FF2B5EF4-FFF2-40B4-BE49-F238E27FC236}">
                <a16:creationId xmlns:a16="http://schemas.microsoft.com/office/drawing/2014/main" id="{D374A786-7E98-4488-A29B-98B4E357E7B8}"/>
              </a:ext>
            </a:extLst>
          </p:cNvPr>
          <p:cNvSpPr>
            <a:spLocks noGrp="1"/>
          </p:cNvSpPr>
          <p:nvPr>
            <p:ph type="body" sz="quarter" idx="18" hasCustomPrompt="1"/>
            <p:custDataLst>
              <p:tags r:id="rId8"/>
            </p:custDataLst>
          </p:nvPr>
        </p:nvSpPr>
        <p:spPr>
          <a:xfrm>
            <a:off x="8170322" y="78768"/>
            <a:ext cx="3466942" cy="123111"/>
          </a:xfrm>
        </p:spPr>
        <p:txBody>
          <a:bodyPr wrap="square" anchor="ctr" anchorCtr="0">
            <a:spAutoFit/>
          </a:bodyPr>
          <a:lstStyle>
            <a:lvl1pPr algn="r">
              <a:defRPr sz="800">
                <a:latin typeface="+mn-lt"/>
              </a:defRPr>
            </a:lvl1pPr>
          </a:lstStyle>
          <a:p>
            <a:pPr lvl="0"/>
            <a:r>
              <a:rPr lang="en-US" dirty="0"/>
              <a:t>Chapter › Topic</a:t>
            </a:r>
          </a:p>
        </p:txBody>
      </p:sp>
    </p:spTree>
    <p:extLst>
      <p:ext uri="{BB962C8B-B14F-4D97-AF65-F5344CB8AC3E}">
        <p14:creationId xmlns:p14="http://schemas.microsoft.com/office/powerpoint/2010/main" val="1438553259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ontrast 3/4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Object 2" hidden="1">
            <a:extLst>
              <a:ext uri="{FF2B5EF4-FFF2-40B4-BE49-F238E27FC236}">
                <a16:creationId xmlns:a16="http://schemas.microsoft.com/office/drawing/2014/main" id="{3B19533A-7C36-4239-BCB1-336E4EF4EA93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1017060089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10" imgW="473" imgH="473" progId="TCLayout.ActiveDocument.1">
                  <p:embed/>
                </p:oleObj>
              </mc:Choice>
              <mc:Fallback>
                <p:oleObj name="think-cell Slide" r:id="rId10" imgW="473" imgH="473" progId="TCLayout.ActiveDocument.1">
                  <p:embed/>
                  <p:pic>
                    <p:nvPicPr>
                      <p:cNvPr id="3" name="Object 2" hidden="1">
                        <a:extLst>
                          <a:ext uri="{FF2B5EF4-FFF2-40B4-BE49-F238E27FC236}">
                            <a16:creationId xmlns:a16="http://schemas.microsoft.com/office/drawing/2014/main" id="{3B19533A-7C36-4239-BCB1-336E4EF4EA93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1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Rectangle 1" hidden="1">
            <a:extLst>
              <a:ext uri="{FF2B5EF4-FFF2-40B4-BE49-F238E27FC236}">
                <a16:creationId xmlns:a16="http://schemas.microsoft.com/office/drawing/2014/main" id="{78F94EA0-F844-4358-BAB1-09AA056D6AC4}"/>
              </a:ext>
            </a:extLst>
          </p:cNvPr>
          <p:cNvSpPr/>
          <p:nvPr userDrawn="1">
            <p:custDataLst>
              <p:tags r:id="rId2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  <a:solidFill>
            <a:schemeClr val="tx1"/>
          </a:solidFill>
          <a:ln w="6350" cap="sq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Tx/>
              <a:buSzTx/>
              <a:buFontTx/>
              <a:buNone/>
              <a:tabLst/>
              <a:defRPr/>
            </a:pPr>
            <a:endParaRPr kumimoji="0" lang="en-US" sz="2500" b="1" i="0" u="none" strike="noStrike" kern="1200" cap="none" spc="0" normalizeH="0" baseline="0" noProof="0" dirty="0" err="1">
              <a:ln>
                <a:noFill/>
              </a:ln>
              <a:solidFill>
                <a:srgbClr val="051C2C"/>
              </a:solidFill>
              <a:effectLst/>
              <a:uLnTx/>
              <a:uFillTx/>
              <a:latin typeface="Georgia" panose="02040502050405020303" pitchFamily="18" charset="0"/>
              <a:ea typeface="+mj-ea"/>
              <a:cs typeface="+mj-cs"/>
              <a:sym typeface="Georgia" panose="02040502050405020303" pitchFamily="18" charset="0"/>
            </a:endParaRPr>
          </a:p>
        </p:txBody>
      </p:sp>
      <p:sp>
        <p:nvSpPr>
          <p:cNvPr id="22" name="RectangleLight">
            <a:extLst>
              <a:ext uri="{FF2B5EF4-FFF2-40B4-BE49-F238E27FC236}">
                <a16:creationId xmlns:a16="http://schemas.microsoft.com/office/drawing/2014/main" id="{65BA59B8-E166-40EF-A08B-73C27149A153}"/>
              </a:ext>
            </a:extLst>
          </p:cNvPr>
          <p:cNvSpPr/>
          <p:nvPr userDrawn="1">
            <p:custDataLst>
              <p:tags r:id="rId3"/>
            </p:custDataLst>
          </p:nvPr>
        </p:nvSpPr>
        <p:spPr bwMode="ltGray">
          <a:xfrm>
            <a:off x="8781416" y="0"/>
            <a:ext cx="3410584" cy="6858000"/>
          </a:xfrm>
          <a:prstGeom prst="rect">
            <a:avLst/>
          </a:prstGeom>
          <a:solidFill>
            <a:schemeClr val="bg1"/>
          </a:solidFill>
          <a:ln w="6350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F0F0F0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+mn-cs"/>
            </a:endParaRPr>
          </a:p>
        </p:txBody>
      </p:sp>
      <p:sp>
        <p:nvSpPr>
          <p:cNvPr id="18" name="Slide Number">
            <a:extLst>
              <a:ext uri="{FF2B5EF4-FFF2-40B4-BE49-F238E27FC236}">
                <a16:creationId xmlns:a16="http://schemas.microsoft.com/office/drawing/2014/main" id="{D0E8D6D4-65CF-4E97-809E-C2399703986A}"/>
              </a:ext>
            </a:extLst>
          </p:cNvPr>
          <p:cNvSpPr>
            <a:spLocks noChangeArrowheads="1"/>
          </p:cNvSpPr>
          <p:nvPr userDrawn="1">
            <p:custDataLst>
              <p:tags r:id="rId4"/>
            </p:custDataLst>
          </p:nvPr>
        </p:nvSpPr>
        <p:spPr bwMode="black">
          <a:xfrm>
            <a:off x="11312525" y="6498754"/>
            <a:ext cx="325501" cy="138499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square" lIns="0" tIns="0" rIns="0" bIns="0" anchor="b">
            <a:spAutoFit/>
          </a:bodyPr>
          <a:lstStyle/>
          <a:p>
            <a:pPr marL="0" marR="0" lvl="0" indent="0" algn="r" defTabSz="61074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4ABDCABE-3F10-B64C-92F1-862014417034}" type="slidenum">
              <a:rPr kumimoji="0" lang="en-US" sz="900" b="0" i="0" u="none" strike="noStrike" kern="1200" cap="none" spc="0" normalizeH="0" baseline="0" noProof="0" smtClean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n-ea"/>
                <a:cs typeface="Arial" panose="020B0604020202020204" pitchFamily="34" charset="0"/>
              </a:rPr>
              <a:pPr marL="0" marR="0" lvl="0" indent="0" algn="r" defTabSz="61074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9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/>
              <a:ea typeface="+mn-ea"/>
              <a:cs typeface="Arial" panose="020B0604020202020204" pitchFamily="34" charset="0"/>
            </a:endParaRPr>
          </a:p>
        </p:txBody>
      </p:sp>
      <p:sp>
        <p:nvSpPr>
          <p:cNvPr id="19" name="5. Source" hidden="1">
            <a:extLst>
              <a:ext uri="{FF2B5EF4-FFF2-40B4-BE49-F238E27FC236}">
                <a16:creationId xmlns:a16="http://schemas.microsoft.com/office/drawing/2014/main" id="{4F4B7457-0497-46CF-9E9B-69EB8E74CC15}"/>
              </a:ext>
            </a:extLst>
          </p:cNvPr>
          <p:cNvSpPr txBox="1"/>
          <p:nvPr userDrawn="1">
            <p:custDataLst>
              <p:tags r:id="rId5"/>
            </p:custDataLst>
          </p:nvPr>
        </p:nvSpPr>
        <p:spPr>
          <a:xfrm>
            <a:off x="554735" y="6501669"/>
            <a:ext cx="7277861" cy="12311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Tx/>
              <a:buSzTx/>
              <a:buFont typeface="Segoe UI" panose="020B0502040204020203" pitchFamily="34" charset="0"/>
              <a:buChar char="​"/>
              <a:tabLst/>
              <a:defRPr/>
            </a:pP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Arial" panose="020B0604020202020204" pitchFamily="34" charset="0"/>
              </a:rPr>
              <a:t>Source: …</a:t>
            </a:r>
          </a:p>
        </p:txBody>
      </p:sp>
      <p:sp>
        <p:nvSpPr>
          <p:cNvPr id="21" name="2. Slide Title">
            <a:extLst>
              <a:ext uri="{FF2B5EF4-FFF2-40B4-BE49-F238E27FC236}">
                <a16:creationId xmlns:a16="http://schemas.microsoft.com/office/drawing/2014/main" id="{7387EF73-467A-4B89-B365-A62C8CF7BE39}"/>
              </a:ext>
            </a:extLst>
          </p:cNvPr>
          <p:cNvSpPr>
            <a:spLocks noGrp="1"/>
          </p:cNvSpPr>
          <p:nvPr>
            <p:ph type="title"/>
            <p:custDataLst>
              <p:tags r:id="rId6"/>
            </p:custDataLst>
          </p:nvPr>
        </p:nvSpPr>
        <p:spPr>
          <a:xfrm>
            <a:off x="554736" y="182372"/>
            <a:ext cx="7918704" cy="731520"/>
          </a:xfrm>
        </p:spPr>
        <p:txBody>
          <a:bodyPr vert="horz"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7" name="3. Subtitle">
            <a:extLst>
              <a:ext uri="{FF2B5EF4-FFF2-40B4-BE49-F238E27FC236}">
                <a16:creationId xmlns:a16="http://schemas.microsoft.com/office/drawing/2014/main" id="{274629CD-1AB4-49FA-9F53-76F3C2EB06BF}"/>
              </a:ext>
            </a:extLst>
          </p:cNvPr>
          <p:cNvSpPr>
            <a:spLocks noGrp="1"/>
          </p:cNvSpPr>
          <p:nvPr>
            <p:ph type="subTitle" idx="1"/>
            <p:custDataLst>
              <p:tags r:id="rId7"/>
            </p:custDataLst>
          </p:nvPr>
        </p:nvSpPr>
        <p:spPr>
          <a:xfrm>
            <a:off x="554736" y="903861"/>
            <a:ext cx="7918704" cy="246221"/>
          </a:xfrm>
        </p:spPr>
        <p:txBody>
          <a:bodyPr anchor="t" anchorCtr="0">
            <a:spAutoFit/>
          </a:bodyPr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en-US" sz="1600" dirty="0"/>
              <a:t>Click to edit Master subtitle style</a:t>
            </a:r>
          </a:p>
        </p:txBody>
      </p:sp>
      <p:sp>
        <p:nvSpPr>
          <p:cNvPr id="28" name="1. On-page tracker">
            <a:extLst>
              <a:ext uri="{FF2B5EF4-FFF2-40B4-BE49-F238E27FC236}">
                <a16:creationId xmlns:a16="http://schemas.microsoft.com/office/drawing/2014/main" id="{DF5FDB83-729E-495E-B061-EB75DD93AD7B}"/>
              </a:ext>
            </a:extLst>
          </p:cNvPr>
          <p:cNvSpPr>
            <a:spLocks noGrp="1"/>
          </p:cNvSpPr>
          <p:nvPr>
            <p:ph type="body" sz="quarter" idx="17" hasCustomPrompt="1"/>
            <p:custDataLst>
              <p:tags r:id="rId8"/>
            </p:custDataLst>
          </p:nvPr>
        </p:nvSpPr>
        <p:spPr>
          <a:xfrm>
            <a:off x="9116813" y="78768"/>
            <a:ext cx="2520451" cy="123111"/>
          </a:xfrm>
        </p:spPr>
        <p:txBody>
          <a:bodyPr wrap="square" anchor="ctr" anchorCtr="0">
            <a:spAutoFit/>
          </a:bodyPr>
          <a:lstStyle>
            <a:lvl1pPr algn="r">
              <a:defRPr sz="800">
                <a:latin typeface="+mn-lt"/>
              </a:defRPr>
            </a:lvl1pPr>
          </a:lstStyle>
          <a:p>
            <a:pPr lvl="0"/>
            <a:r>
              <a:rPr lang="en-US" dirty="0"/>
              <a:t>Chapter › Topic</a:t>
            </a:r>
          </a:p>
        </p:txBody>
      </p:sp>
    </p:spTree>
    <p:extLst>
      <p:ext uri="{BB962C8B-B14F-4D97-AF65-F5344CB8AC3E}">
        <p14:creationId xmlns:p14="http://schemas.microsoft.com/office/powerpoint/2010/main" val="1868701908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Reverse Contrast 1/2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Object 3" hidden="1">
            <a:extLst>
              <a:ext uri="{FF2B5EF4-FFF2-40B4-BE49-F238E27FC236}">
                <a16:creationId xmlns:a16="http://schemas.microsoft.com/office/drawing/2014/main" id="{DB8ACA33-401E-43F4-A170-DD6C5D984D07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189180207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10" imgW="473" imgH="473" progId="TCLayout.ActiveDocument.1">
                  <p:embed/>
                </p:oleObj>
              </mc:Choice>
              <mc:Fallback>
                <p:oleObj name="think-cell Slide" r:id="rId10" imgW="473" imgH="473" progId="TCLayout.ActiveDocument.1">
                  <p:embed/>
                  <p:pic>
                    <p:nvPicPr>
                      <p:cNvPr id="4" name="Object 3" hidden="1">
                        <a:extLst>
                          <a:ext uri="{FF2B5EF4-FFF2-40B4-BE49-F238E27FC236}">
                            <a16:creationId xmlns:a16="http://schemas.microsoft.com/office/drawing/2014/main" id="{DB8ACA33-401E-43F4-A170-DD6C5D984D07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1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Rectangle 2" hidden="1">
            <a:extLst>
              <a:ext uri="{FF2B5EF4-FFF2-40B4-BE49-F238E27FC236}">
                <a16:creationId xmlns:a16="http://schemas.microsoft.com/office/drawing/2014/main" id="{34231008-BBCB-47D1-91D5-881CAE172F74}"/>
              </a:ext>
            </a:extLst>
          </p:cNvPr>
          <p:cNvSpPr/>
          <p:nvPr userDrawn="1">
            <p:custDataLst>
              <p:tags r:id="rId2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  <a:solidFill>
            <a:schemeClr val="tx1"/>
          </a:solidFill>
          <a:ln w="6350" cap="sq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lvl="0" indent="0" algn="ctr">
              <a:spcBef>
                <a:spcPts val="300"/>
              </a:spcBef>
              <a:spcAft>
                <a:spcPts val="300"/>
              </a:spcAft>
            </a:pPr>
            <a:endParaRPr lang="en-US" sz="2500" b="1" i="0" baseline="0" dirty="0" err="1">
              <a:solidFill>
                <a:schemeClr val="bg1"/>
              </a:solidFill>
              <a:latin typeface="Georgia" panose="02040502050405020303" pitchFamily="18" charset="0"/>
              <a:ea typeface="+mj-ea"/>
              <a:cs typeface="+mj-cs"/>
              <a:sym typeface="Georgia" panose="02040502050405020303" pitchFamily="18" charset="0"/>
            </a:endParaRPr>
          </a:p>
        </p:txBody>
      </p:sp>
      <p:sp>
        <p:nvSpPr>
          <p:cNvPr id="7" name="RectangleDark">
            <a:extLst>
              <a:ext uri="{FF2B5EF4-FFF2-40B4-BE49-F238E27FC236}">
                <a16:creationId xmlns:a16="http://schemas.microsoft.com/office/drawing/2014/main" id="{2365F90A-9CD8-40EE-93CD-2729135A9569}"/>
              </a:ext>
            </a:extLst>
          </p:cNvPr>
          <p:cNvSpPr/>
          <p:nvPr userDrawn="1">
            <p:custDataLst>
              <p:tags r:id="rId3"/>
            </p:custDataLst>
          </p:nvPr>
        </p:nvSpPr>
        <p:spPr bwMode="ltGray">
          <a:xfrm>
            <a:off x="0" y="0"/>
            <a:ext cx="6099048" cy="6858000"/>
          </a:xfrm>
          <a:prstGeom prst="rect">
            <a:avLst/>
          </a:prstGeom>
          <a:solidFill>
            <a:schemeClr val="bg1"/>
          </a:solidFill>
          <a:ln w="6350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dirty="0">
              <a:solidFill>
                <a:srgbClr val="F0F0F0"/>
              </a:solidFill>
              <a:latin typeface="Arial" panose="020B0604020202020204" pitchFamily="34" charset="0"/>
            </a:endParaRPr>
          </a:p>
        </p:txBody>
      </p:sp>
      <p:sp>
        <p:nvSpPr>
          <p:cNvPr id="18" name="Slide Number">
            <a:extLst>
              <a:ext uri="{FF2B5EF4-FFF2-40B4-BE49-F238E27FC236}">
                <a16:creationId xmlns:a16="http://schemas.microsoft.com/office/drawing/2014/main" id="{D0E8D6D4-65CF-4E97-809E-C2399703986A}"/>
              </a:ext>
            </a:extLst>
          </p:cNvPr>
          <p:cNvSpPr>
            <a:spLocks noChangeArrowheads="1"/>
          </p:cNvSpPr>
          <p:nvPr userDrawn="1">
            <p:custDataLst>
              <p:tags r:id="rId4"/>
            </p:custDataLst>
          </p:nvPr>
        </p:nvSpPr>
        <p:spPr bwMode="black">
          <a:xfrm>
            <a:off x="11312525" y="6498754"/>
            <a:ext cx="325501" cy="138499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square" lIns="0" tIns="0" rIns="0" bIns="0" anchor="b">
            <a:spAutoFit/>
          </a:bodyPr>
          <a:lstStyle/>
          <a:p>
            <a:pPr algn="r" defTabSz="610744" fontAlgn="auto">
              <a:spcBef>
                <a:spcPts val="0"/>
              </a:spcBef>
              <a:spcAft>
                <a:spcPts val="0"/>
              </a:spcAft>
              <a:defRPr/>
            </a:pPr>
            <a:fld id="{4ABDCABE-3F10-B64C-92F1-862014417034}" type="slidenum">
              <a:rPr lang="en-US" sz="900" smtClean="0">
                <a:solidFill>
                  <a:schemeClr val="tx2"/>
                </a:solidFill>
                <a:latin typeface="+mn-lt"/>
                <a:ea typeface="+mn-ea"/>
                <a:cs typeface="Arial" panose="020B0604020202020204" pitchFamily="34" charset="0"/>
              </a:rPr>
              <a:pPr algn="r" defTabSz="610744" fontAlgn="auto">
                <a:spcBef>
                  <a:spcPts val="0"/>
                </a:spcBef>
                <a:spcAft>
                  <a:spcPts val="0"/>
                </a:spcAft>
                <a:defRPr/>
              </a:pPr>
              <a:t>‹#›</a:t>
            </a:fld>
            <a:endParaRPr lang="en-US" sz="900">
              <a:solidFill>
                <a:schemeClr val="tx2"/>
              </a:solidFill>
              <a:latin typeface="+mn-lt"/>
              <a:ea typeface="+mn-ea"/>
              <a:cs typeface="Arial" panose="020B0604020202020204" pitchFamily="34" charset="0"/>
            </a:endParaRPr>
          </a:p>
        </p:txBody>
      </p:sp>
      <p:sp>
        <p:nvSpPr>
          <p:cNvPr id="19" name="5. Source" hidden="1">
            <a:extLst>
              <a:ext uri="{FF2B5EF4-FFF2-40B4-BE49-F238E27FC236}">
                <a16:creationId xmlns:a16="http://schemas.microsoft.com/office/drawing/2014/main" id="{4F4B7457-0497-46CF-9E9B-69EB8E74CC15}"/>
              </a:ext>
            </a:extLst>
          </p:cNvPr>
          <p:cNvSpPr txBox="1"/>
          <p:nvPr userDrawn="1">
            <p:custDataLst>
              <p:tags r:id="rId5"/>
            </p:custDataLst>
          </p:nvPr>
        </p:nvSpPr>
        <p:spPr>
          <a:xfrm>
            <a:off x="554735" y="6501669"/>
            <a:ext cx="7277861" cy="12311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en-US" sz="800" dirty="0">
                <a:solidFill>
                  <a:schemeClr val="tx1"/>
                </a:solidFill>
              </a:rPr>
              <a:t>Source: …</a:t>
            </a:r>
          </a:p>
        </p:txBody>
      </p:sp>
      <p:sp>
        <p:nvSpPr>
          <p:cNvPr id="16" name="2. Slide Title">
            <a:extLst>
              <a:ext uri="{FF2B5EF4-FFF2-40B4-BE49-F238E27FC236}">
                <a16:creationId xmlns:a16="http://schemas.microsoft.com/office/drawing/2014/main" id="{A6572372-0AB1-4E81-BB71-21DAADA26CB0}"/>
              </a:ext>
            </a:extLst>
          </p:cNvPr>
          <p:cNvSpPr>
            <a:spLocks noGrp="1"/>
          </p:cNvSpPr>
          <p:nvPr>
            <p:ph type="title"/>
            <p:custDataLst>
              <p:tags r:id="rId6"/>
            </p:custDataLst>
          </p:nvPr>
        </p:nvSpPr>
        <p:spPr>
          <a:xfrm>
            <a:off x="554736" y="182372"/>
            <a:ext cx="5065776" cy="731520"/>
          </a:xfrm>
        </p:spPr>
        <p:txBody>
          <a:bodyPr vert="horz"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1" name="3. Subtitle">
            <a:extLst>
              <a:ext uri="{FF2B5EF4-FFF2-40B4-BE49-F238E27FC236}">
                <a16:creationId xmlns:a16="http://schemas.microsoft.com/office/drawing/2014/main" id="{ECA9DF7A-E368-4E06-81DB-9573DB7F92EA}"/>
              </a:ext>
            </a:extLst>
          </p:cNvPr>
          <p:cNvSpPr>
            <a:spLocks noGrp="1"/>
          </p:cNvSpPr>
          <p:nvPr>
            <p:ph type="subTitle" idx="1"/>
            <p:custDataLst>
              <p:tags r:id="rId7"/>
            </p:custDataLst>
          </p:nvPr>
        </p:nvSpPr>
        <p:spPr>
          <a:xfrm>
            <a:off x="554736" y="903861"/>
            <a:ext cx="5065776" cy="246221"/>
          </a:xfrm>
        </p:spPr>
        <p:txBody>
          <a:bodyPr anchor="t" anchorCtr="0">
            <a:spAutoFit/>
          </a:bodyPr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 sz="1600" dirty="0"/>
              <a:t>Click to edit Master subtitle style</a:t>
            </a:r>
          </a:p>
        </p:txBody>
      </p:sp>
      <p:sp>
        <p:nvSpPr>
          <p:cNvPr id="24" name="1. On-page tracker">
            <a:extLst>
              <a:ext uri="{FF2B5EF4-FFF2-40B4-BE49-F238E27FC236}">
                <a16:creationId xmlns:a16="http://schemas.microsoft.com/office/drawing/2014/main" id="{0343DE71-74EF-4CF3-AB14-F26D42418051}"/>
              </a:ext>
            </a:extLst>
          </p:cNvPr>
          <p:cNvSpPr>
            <a:spLocks noGrp="1"/>
          </p:cNvSpPr>
          <p:nvPr>
            <p:ph type="body" sz="quarter" idx="17" hasCustomPrompt="1"/>
            <p:custDataLst>
              <p:tags r:id="rId8"/>
            </p:custDataLst>
          </p:nvPr>
        </p:nvSpPr>
        <p:spPr>
          <a:xfrm>
            <a:off x="7156704" y="78768"/>
            <a:ext cx="4480560" cy="123111"/>
          </a:xfrm>
        </p:spPr>
        <p:txBody>
          <a:bodyPr anchor="ctr" anchorCtr="0">
            <a:spAutoFit/>
          </a:bodyPr>
          <a:lstStyle>
            <a:lvl1pPr algn="r">
              <a:defRPr sz="800">
                <a:solidFill>
                  <a:schemeClr val="tx2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Chapter › Topic</a:t>
            </a:r>
          </a:p>
        </p:txBody>
      </p:sp>
    </p:spTree>
    <p:extLst>
      <p:ext uri="{BB962C8B-B14F-4D97-AF65-F5344CB8AC3E}">
        <p14:creationId xmlns:p14="http://schemas.microsoft.com/office/powerpoint/2010/main" val="2783792390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Reverse Contrast 2/3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Object 2" hidden="1">
            <a:extLst>
              <a:ext uri="{FF2B5EF4-FFF2-40B4-BE49-F238E27FC236}">
                <a16:creationId xmlns:a16="http://schemas.microsoft.com/office/drawing/2014/main" id="{FCB55F70-6D9A-415C-82BE-CBDB3A3541E6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527750656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10" imgW="413" imgH="416" progId="TCLayout.ActiveDocument.1">
                  <p:embed/>
                </p:oleObj>
              </mc:Choice>
              <mc:Fallback>
                <p:oleObj name="think-cell Slide" r:id="rId10" imgW="413" imgH="416" progId="TCLayout.ActiveDocument.1">
                  <p:embed/>
                  <p:pic>
                    <p:nvPicPr>
                      <p:cNvPr id="3" name="Object 2" hidden="1">
                        <a:extLst>
                          <a:ext uri="{FF2B5EF4-FFF2-40B4-BE49-F238E27FC236}">
                            <a16:creationId xmlns:a16="http://schemas.microsoft.com/office/drawing/2014/main" id="{FCB55F70-6D9A-415C-82BE-CBDB3A3541E6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1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Rectangle 1" hidden="1">
            <a:extLst>
              <a:ext uri="{FF2B5EF4-FFF2-40B4-BE49-F238E27FC236}">
                <a16:creationId xmlns:a16="http://schemas.microsoft.com/office/drawing/2014/main" id="{07F893DE-55B2-4BF3-87B6-545011BEFD97}"/>
              </a:ext>
            </a:extLst>
          </p:cNvPr>
          <p:cNvSpPr/>
          <p:nvPr userDrawn="1">
            <p:custDataLst>
              <p:tags r:id="rId2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  <a:solidFill>
            <a:schemeClr val="tx1"/>
          </a:solidFill>
          <a:ln w="6350" cap="sq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lvl="0" indent="0" algn="ctr" eaLnBrk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endParaRPr lang="en-US" sz="2500" b="1" i="0" baseline="0" dirty="0" err="1">
              <a:solidFill>
                <a:schemeClr val="bg1"/>
              </a:solidFill>
              <a:latin typeface="Georgia" panose="02040502050405020303" pitchFamily="18" charset="0"/>
              <a:ea typeface="+mj-ea"/>
              <a:cs typeface="+mj-cs"/>
              <a:sym typeface="Georgia" panose="02040502050405020303" pitchFamily="18" charset="0"/>
            </a:endParaRPr>
          </a:p>
        </p:txBody>
      </p:sp>
      <p:sp>
        <p:nvSpPr>
          <p:cNvPr id="7" name="RectangleDark">
            <a:extLst>
              <a:ext uri="{FF2B5EF4-FFF2-40B4-BE49-F238E27FC236}">
                <a16:creationId xmlns:a16="http://schemas.microsoft.com/office/drawing/2014/main" id="{2365F90A-9CD8-40EE-93CD-2729135A9569}"/>
              </a:ext>
            </a:extLst>
          </p:cNvPr>
          <p:cNvSpPr/>
          <p:nvPr userDrawn="1">
            <p:custDataLst>
              <p:tags r:id="rId3"/>
            </p:custDataLst>
          </p:nvPr>
        </p:nvSpPr>
        <p:spPr bwMode="ltGray">
          <a:xfrm>
            <a:off x="-5702" y="0"/>
            <a:ext cx="4361688" cy="6858000"/>
          </a:xfrm>
          <a:prstGeom prst="rect">
            <a:avLst/>
          </a:prstGeom>
          <a:solidFill>
            <a:schemeClr val="bg1"/>
          </a:solidFill>
          <a:ln w="6350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dirty="0">
              <a:solidFill>
                <a:srgbClr val="F0F0F0"/>
              </a:solidFill>
              <a:latin typeface="Arial" panose="020B0604020202020204" pitchFamily="34" charset="0"/>
            </a:endParaRPr>
          </a:p>
        </p:txBody>
      </p:sp>
      <p:sp>
        <p:nvSpPr>
          <p:cNvPr id="17" name="Slide Number">
            <a:extLst>
              <a:ext uri="{FF2B5EF4-FFF2-40B4-BE49-F238E27FC236}">
                <a16:creationId xmlns:a16="http://schemas.microsoft.com/office/drawing/2014/main" id="{3B7A7C0C-AC02-4989-860B-73442D510162}"/>
              </a:ext>
            </a:extLst>
          </p:cNvPr>
          <p:cNvSpPr>
            <a:spLocks noChangeArrowheads="1"/>
          </p:cNvSpPr>
          <p:nvPr userDrawn="1">
            <p:custDataLst>
              <p:tags r:id="rId4"/>
            </p:custDataLst>
          </p:nvPr>
        </p:nvSpPr>
        <p:spPr bwMode="black">
          <a:xfrm>
            <a:off x="11312525" y="6498754"/>
            <a:ext cx="325501" cy="138499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square" lIns="0" tIns="0" rIns="0" bIns="0" anchor="b">
            <a:spAutoFit/>
          </a:bodyPr>
          <a:lstStyle/>
          <a:p>
            <a:pPr algn="r" defTabSz="610744" fontAlgn="auto">
              <a:spcBef>
                <a:spcPts val="0"/>
              </a:spcBef>
              <a:spcAft>
                <a:spcPts val="0"/>
              </a:spcAft>
              <a:defRPr/>
            </a:pPr>
            <a:fld id="{4ABDCABE-3F10-B64C-92F1-862014417034}" type="slidenum">
              <a:rPr lang="en-US" sz="900" smtClean="0">
                <a:solidFill>
                  <a:schemeClr val="tx2"/>
                </a:solidFill>
                <a:latin typeface="+mn-lt"/>
                <a:ea typeface="+mn-ea"/>
                <a:cs typeface="Arial" panose="020B0604020202020204" pitchFamily="34" charset="0"/>
              </a:rPr>
              <a:pPr algn="r" defTabSz="610744" fontAlgn="auto">
                <a:spcBef>
                  <a:spcPts val="0"/>
                </a:spcBef>
                <a:spcAft>
                  <a:spcPts val="0"/>
                </a:spcAft>
                <a:defRPr/>
              </a:pPr>
              <a:t>‹#›</a:t>
            </a:fld>
            <a:endParaRPr lang="en-US" sz="900">
              <a:solidFill>
                <a:schemeClr val="tx2"/>
              </a:solidFill>
              <a:latin typeface="+mn-lt"/>
              <a:ea typeface="+mn-ea"/>
              <a:cs typeface="Arial" panose="020B0604020202020204" pitchFamily="34" charset="0"/>
            </a:endParaRPr>
          </a:p>
        </p:txBody>
      </p:sp>
      <p:sp>
        <p:nvSpPr>
          <p:cNvPr id="18" name="5. Source" hidden="1">
            <a:extLst>
              <a:ext uri="{FF2B5EF4-FFF2-40B4-BE49-F238E27FC236}">
                <a16:creationId xmlns:a16="http://schemas.microsoft.com/office/drawing/2014/main" id="{143701BF-655B-4E75-9AF7-14445CDB19BD}"/>
              </a:ext>
            </a:extLst>
          </p:cNvPr>
          <p:cNvSpPr txBox="1"/>
          <p:nvPr userDrawn="1">
            <p:custDataLst>
              <p:tags r:id="rId5"/>
            </p:custDataLst>
          </p:nvPr>
        </p:nvSpPr>
        <p:spPr>
          <a:xfrm>
            <a:off x="554735" y="6501669"/>
            <a:ext cx="6967729" cy="12311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en-US" sz="800" dirty="0">
                <a:solidFill>
                  <a:schemeClr val="tx1"/>
                </a:solidFill>
              </a:rPr>
              <a:t>Source: …</a:t>
            </a:r>
          </a:p>
        </p:txBody>
      </p:sp>
      <p:sp>
        <p:nvSpPr>
          <p:cNvPr id="21" name="2. Slide Title">
            <a:extLst>
              <a:ext uri="{FF2B5EF4-FFF2-40B4-BE49-F238E27FC236}">
                <a16:creationId xmlns:a16="http://schemas.microsoft.com/office/drawing/2014/main" id="{61BAB226-116B-4061-AAA6-FA0B19E0A17E}"/>
              </a:ext>
            </a:extLst>
          </p:cNvPr>
          <p:cNvSpPr>
            <a:spLocks noGrp="1"/>
          </p:cNvSpPr>
          <p:nvPr>
            <p:ph type="title"/>
            <p:custDataLst>
              <p:tags r:id="rId6"/>
            </p:custDataLst>
          </p:nvPr>
        </p:nvSpPr>
        <p:spPr>
          <a:xfrm>
            <a:off x="554736" y="2743200"/>
            <a:ext cx="3465576" cy="770400"/>
          </a:xfrm>
        </p:spPr>
        <p:txBody>
          <a:bodyPr vert="horz"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22" name="3. Subtitle">
            <a:extLst>
              <a:ext uri="{FF2B5EF4-FFF2-40B4-BE49-F238E27FC236}">
                <a16:creationId xmlns:a16="http://schemas.microsoft.com/office/drawing/2014/main" id="{901EC9FA-65C7-4AC6-A9AC-B43BD4264291}"/>
              </a:ext>
            </a:extLst>
          </p:cNvPr>
          <p:cNvSpPr>
            <a:spLocks noGrp="1"/>
          </p:cNvSpPr>
          <p:nvPr>
            <p:ph type="subTitle" idx="1"/>
            <p:custDataLst>
              <p:tags r:id="rId7"/>
            </p:custDataLst>
          </p:nvPr>
        </p:nvSpPr>
        <p:spPr>
          <a:xfrm>
            <a:off x="554736" y="3661200"/>
            <a:ext cx="3465576" cy="244800"/>
          </a:xfrm>
        </p:spPr>
        <p:txBody>
          <a:bodyPr anchor="t" anchorCtr="0">
            <a:spAutoFit/>
          </a:bodyPr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 sz="1600" dirty="0"/>
              <a:t>Click to edit Master subtitle style</a:t>
            </a:r>
          </a:p>
        </p:txBody>
      </p:sp>
      <p:sp>
        <p:nvSpPr>
          <p:cNvPr id="23" name="1. On-page tracker">
            <a:extLst>
              <a:ext uri="{FF2B5EF4-FFF2-40B4-BE49-F238E27FC236}">
                <a16:creationId xmlns:a16="http://schemas.microsoft.com/office/drawing/2014/main" id="{A75CDD39-93AC-4160-B69B-06F75E5A85A6}"/>
              </a:ext>
            </a:extLst>
          </p:cNvPr>
          <p:cNvSpPr>
            <a:spLocks noGrp="1"/>
          </p:cNvSpPr>
          <p:nvPr>
            <p:ph type="body" sz="quarter" idx="17" hasCustomPrompt="1"/>
            <p:custDataLst>
              <p:tags r:id="rId8"/>
            </p:custDataLst>
          </p:nvPr>
        </p:nvSpPr>
        <p:spPr>
          <a:xfrm>
            <a:off x="7156704" y="78768"/>
            <a:ext cx="4480560" cy="123111"/>
          </a:xfrm>
        </p:spPr>
        <p:txBody>
          <a:bodyPr anchor="ctr" anchorCtr="0">
            <a:spAutoFit/>
          </a:bodyPr>
          <a:lstStyle>
            <a:lvl1pPr algn="r">
              <a:defRPr sz="800">
                <a:solidFill>
                  <a:schemeClr val="tx2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Chapter › Topic</a:t>
            </a:r>
          </a:p>
        </p:txBody>
      </p:sp>
    </p:spTree>
    <p:extLst>
      <p:ext uri="{BB962C8B-B14F-4D97-AF65-F5344CB8AC3E}">
        <p14:creationId xmlns:p14="http://schemas.microsoft.com/office/powerpoint/2010/main" val="2879495976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Reverse Contrast 3/4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Object 2" hidden="1">
            <a:extLst>
              <a:ext uri="{FF2B5EF4-FFF2-40B4-BE49-F238E27FC236}">
                <a16:creationId xmlns:a16="http://schemas.microsoft.com/office/drawing/2014/main" id="{FCB55F70-6D9A-415C-82BE-CBDB3A3541E6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3471350591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10" imgW="413" imgH="416" progId="TCLayout.ActiveDocument.1">
                  <p:embed/>
                </p:oleObj>
              </mc:Choice>
              <mc:Fallback>
                <p:oleObj name="think-cell Slide" r:id="rId10" imgW="413" imgH="416" progId="TCLayout.ActiveDocument.1">
                  <p:embed/>
                  <p:pic>
                    <p:nvPicPr>
                      <p:cNvPr id="3" name="Object 2" hidden="1">
                        <a:extLst>
                          <a:ext uri="{FF2B5EF4-FFF2-40B4-BE49-F238E27FC236}">
                            <a16:creationId xmlns:a16="http://schemas.microsoft.com/office/drawing/2014/main" id="{FCB55F70-6D9A-415C-82BE-CBDB3A3541E6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1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Rectangle 1" hidden="1">
            <a:extLst>
              <a:ext uri="{FF2B5EF4-FFF2-40B4-BE49-F238E27FC236}">
                <a16:creationId xmlns:a16="http://schemas.microsoft.com/office/drawing/2014/main" id="{07F893DE-55B2-4BF3-87B6-545011BEFD97}"/>
              </a:ext>
            </a:extLst>
          </p:cNvPr>
          <p:cNvSpPr/>
          <p:nvPr userDrawn="1">
            <p:custDataLst>
              <p:tags r:id="rId2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  <a:solidFill>
            <a:schemeClr val="tx1"/>
          </a:solidFill>
          <a:ln w="6350" cap="sq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lvl="0" indent="0" algn="ctr" eaLnBrk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endParaRPr lang="en-US" sz="2500" b="1" i="0" baseline="0" dirty="0" err="1">
              <a:solidFill>
                <a:schemeClr val="bg1"/>
              </a:solidFill>
              <a:latin typeface="Georgia" panose="02040502050405020303" pitchFamily="18" charset="0"/>
              <a:ea typeface="+mj-ea"/>
              <a:cs typeface="+mj-cs"/>
              <a:sym typeface="Georgia" panose="02040502050405020303" pitchFamily="18" charset="0"/>
            </a:endParaRPr>
          </a:p>
        </p:txBody>
      </p:sp>
      <p:sp>
        <p:nvSpPr>
          <p:cNvPr id="7" name="RectangleDark">
            <a:extLst>
              <a:ext uri="{FF2B5EF4-FFF2-40B4-BE49-F238E27FC236}">
                <a16:creationId xmlns:a16="http://schemas.microsoft.com/office/drawing/2014/main" id="{2365F90A-9CD8-40EE-93CD-2729135A9569}"/>
              </a:ext>
            </a:extLst>
          </p:cNvPr>
          <p:cNvSpPr/>
          <p:nvPr userDrawn="1">
            <p:custDataLst>
              <p:tags r:id="rId3"/>
            </p:custDataLst>
          </p:nvPr>
        </p:nvSpPr>
        <p:spPr bwMode="ltGray">
          <a:xfrm>
            <a:off x="-5702" y="0"/>
            <a:ext cx="3410584" cy="6858000"/>
          </a:xfrm>
          <a:prstGeom prst="rect">
            <a:avLst/>
          </a:prstGeom>
          <a:solidFill>
            <a:schemeClr val="bg1"/>
          </a:solidFill>
          <a:ln w="6350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dirty="0">
              <a:solidFill>
                <a:srgbClr val="F0F0F0"/>
              </a:solidFill>
              <a:latin typeface="Arial" panose="020B0604020202020204" pitchFamily="34" charset="0"/>
            </a:endParaRPr>
          </a:p>
        </p:txBody>
      </p:sp>
      <p:sp>
        <p:nvSpPr>
          <p:cNvPr id="17" name="Slide Number">
            <a:extLst>
              <a:ext uri="{FF2B5EF4-FFF2-40B4-BE49-F238E27FC236}">
                <a16:creationId xmlns:a16="http://schemas.microsoft.com/office/drawing/2014/main" id="{3B7A7C0C-AC02-4989-860B-73442D510162}"/>
              </a:ext>
            </a:extLst>
          </p:cNvPr>
          <p:cNvSpPr>
            <a:spLocks noChangeArrowheads="1"/>
          </p:cNvSpPr>
          <p:nvPr userDrawn="1">
            <p:custDataLst>
              <p:tags r:id="rId4"/>
            </p:custDataLst>
          </p:nvPr>
        </p:nvSpPr>
        <p:spPr bwMode="black">
          <a:xfrm>
            <a:off x="11312525" y="6498754"/>
            <a:ext cx="325501" cy="138499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square" lIns="0" tIns="0" rIns="0" bIns="0" anchor="b">
            <a:spAutoFit/>
          </a:bodyPr>
          <a:lstStyle/>
          <a:p>
            <a:pPr algn="r" defTabSz="610744" fontAlgn="auto">
              <a:spcBef>
                <a:spcPts val="0"/>
              </a:spcBef>
              <a:spcAft>
                <a:spcPts val="0"/>
              </a:spcAft>
              <a:defRPr/>
            </a:pPr>
            <a:fld id="{4ABDCABE-3F10-B64C-92F1-862014417034}" type="slidenum">
              <a:rPr lang="en-US" sz="900" smtClean="0">
                <a:solidFill>
                  <a:schemeClr val="tx2"/>
                </a:solidFill>
                <a:latin typeface="+mn-lt"/>
                <a:ea typeface="+mn-ea"/>
                <a:cs typeface="Arial" panose="020B0604020202020204" pitchFamily="34" charset="0"/>
              </a:rPr>
              <a:pPr algn="r" defTabSz="610744" fontAlgn="auto">
                <a:spcBef>
                  <a:spcPts val="0"/>
                </a:spcBef>
                <a:spcAft>
                  <a:spcPts val="0"/>
                </a:spcAft>
                <a:defRPr/>
              </a:pPr>
              <a:t>‹#›</a:t>
            </a:fld>
            <a:endParaRPr lang="en-US" sz="900">
              <a:solidFill>
                <a:schemeClr val="tx2"/>
              </a:solidFill>
              <a:latin typeface="+mn-lt"/>
              <a:ea typeface="+mn-ea"/>
              <a:cs typeface="Arial" panose="020B0604020202020204" pitchFamily="34" charset="0"/>
            </a:endParaRPr>
          </a:p>
        </p:txBody>
      </p:sp>
      <p:sp>
        <p:nvSpPr>
          <p:cNvPr id="18" name="5. Source" hidden="1">
            <a:extLst>
              <a:ext uri="{FF2B5EF4-FFF2-40B4-BE49-F238E27FC236}">
                <a16:creationId xmlns:a16="http://schemas.microsoft.com/office/drawing/2014/main" id="{143701BF-655B-4E75-9AF7-14445CDB19BD}"/>
              </a:ext>
            </a:extLst>
          </p:cNvPr>
          <p:cNvSpPr txBox="1"/>
          <p:nvPr userDrawn="1">
            <p:custDataLst>
              <p:tags r:id="rId5"/>
            </p:custDataLst>
          </p:nvPr>
        </p:nvSpPr>
        <p:spPr>
          <a:xfrm>
            <a:off x="554735" y="6501669"/>
            <a:ext cx="6967729" cy="12311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en-US" sz="800" dirty="0">
                <a:solidFill>
                  <a:schemeClr val="tx1"/>
                </a:solidFill>
              </a:rPr>
              <a:t>Source: …</a:t>
            </a:r>
          </a:p>
        </p:txBody>
      </p:sp>
      <p:sp>
        <p:nvSpPr>
          <p:cNvPr id="24" name="2. Slide Title">
            <a:extLst>
              <a:ext uri="{FF2B5EF4-FFF2-40B4-BE49-F238E27FC236}">
                <a16:creationId xmlns:a16="http://schemas.microsoft.com/office/drawing/2014/main" id="{931FDB32-E5DC-4F7F-A1B1-FB3CC830903E}"/>
              </a:ext>
            </a:extLst>
          </p:cNvPr>
          <p:cNvSpPr>
            <a:spLocks noGrp="1"/>
          </p:cNvSpPr>
          <p:nvPr>
            <p:ph type="title" hasCustomPrompt="1"/>
            <p:custDataLst>
              <p:tags r:id="rId6"/>
            </p:custDataLst>
          </p:nvPr>
        </p:nvSpPr>
        <p:spPr>
          <a:xfrm>
            <a:off x="554736" y="2743200"/>
            <a:ext cx="2514600" cy="770400"/>
          </a:xfrm>
        </p:spPr>
        <p:txBody>
          <a:bodyPr vert="horz"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to edit title style</a:t>
            </a:r>
          </a:p>
        </p:txBody>
      </p:sp>
      <p:sp>
        <p:nvSpPr>
          <p:cNvPr id="25" name="3. Subtitle">
            <a:extLst>
              <a:ext uri="{FF2B5EF4-FFF2-40B4-BE49-F238E27FC236}">
                <a16:creationId xmlns:a16="http://schemas.microsoft.com/office/drawing/2014/main" id="{04057707-3F89-441E-A13E-6FCB40A78D50}"/>
              </a:ext>
            </a:extLst>
          </p:cNvPr>
          <p:cNvSpPr>
            <a:spLocks noGrp="1"/>
          </p:cNvSpPr>
          <p:nvPr>
            <p:ph type="subTitle" idx="1" hasCustomPrompt="1"/>
            <p:custDataLst>
              <p:tags r:id="rId7"/>
            </p:custDataLst>
          </p:nvPr>
        </p:nvSpPr>
        <p:spPr>
          <a:xfrm>
            <a:off x="554736" y="3661200"/>
            <a:ext cx="2514600" cy="246221"/>
          </a:xfrm>
        </p:spPr>
        <p:txBody>
          <a:bodyPr anchor="t" anchorCtr="0">
            <a:spAutoFit/>
          </a:bodyPr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 sz="1600" dirty="0"/>
              <a:t>Click to edit subtitle style</a:t>
            </a:r>
          </a:p>
        </p:txBody>
      </p:sp>
      <p:sp>
        <p:nvSpPr>
          <p:cNvPr id="26" name="1. On-page tracker">
            <a:extLst>
              <a:ext uri="{FF2B5EF4-FFF2-40B4-BE49-F238E27FC236}">
                <a16:creationId xmlns:a16="http://schemas.microsoft.com/office/drawing/2014/main" id="{95F50EB6-435E-4A8C-B188-9BE2198DB2B9}"/>
              </a:ext>
            </a:extLst>
          </p:cNvPr>
          <p:cNvSpPr>
            <a:spLocks noGrp="1"/>
          </p:cNvSpPr>
          <p:nvPr>
            <p:ph type="body" sz="quarter" idx="17" hasCustomPrompt="1"/>
            <p:custDataLst>
              <p:tags r:id="rId8"/>
            </p:custDataLst>
          </p:nvPr>
        </p:nvSpPr>
        <p:spPr>
          <a:xfrm>
            <a:off x="7156704" y="78768"/>
            <a:ext cx="4480560" cy="123111"/>
          </a:xfrm>
        </p:spPr>
        <p:txBody>
          <a:bodyPr anchor="ctr" anchorCtr="0">
            <a:spAutoFit/>
          </a:bodyPr>
          <a:lstStyle>
            <a:lvl1pPr algn="r">
              <a:defRPr sz="800">
                <a:solidFill>
                  <a:schemeClr val="tx2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Chapter › Topic</a:t>
            </a:r>
          </a:p>
        </p:txBody>
      </p:sp>
    </p:spTree>
    <p:extLst>
      <p:ext uri="{BB962C8B-B14F-4D97-AF65-F5344CB8AC3E}">
        <p14:creationId xmlns:p14="http://schemas.microsoft.com/office/powerpoint/2010/main" val="1379885565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ontrast 3-li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Slide Number">
            <a:extLst>
              <a:ext uri="{FF2B5EF4-FFF2-40B4-BE49-F238E27FC236}">
                <a16:creationId xmlns:a16="http://schemas.microsoft.com/office/drawing/2014/main" id="{0AA537C7-2883-43C1-848C-3A4E9645077F}"/>
              </a:ext>
            </a:extLst>
          </p:cNvPr>
          <p:cNvSpPr>
            <a:spLocks noChangeArrowheads="1"/>
          </p:cNvSpPr>
          <p:nvPr userDrawn="1">
            <p:custDataLst>
              <p:tags r:id="rId1"/>
            </p:custDataLst>
          </p:nvPr>
        </p:nvSpPr>
        <p:spPr bwMode="black">
          <a:xfrm>
            <a:off x="11312525" y="6498754"/>
            <a:ext cx="325501" cy="138499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square" lIns="0" tIns="0" rIns="0" bIns="0" anchor="b">
            <a:spAutoFit/>
          </a:bodyPr>
          <a:lstStyle/>
          <a:p>
            <a:pPr algn="r" defTabSz="610744" fontAlgn="auto">
              <a:spcBef>
                <a:spcPts val="0"/>
              </a:spcBef>
              <a:spcAft>
                <a:spcPts val="0"/>
              </a:spcAft>
              <a:defRPr/>
            </a:pPr>
            <a:fld id="{4ABDCABE-3F10-B64C-92F1-862014417034}" type="slidenum">
              <a:rPr lang="en-US" sz="900" smtClean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rPr>
              <a:pPr algn="r" defTabSz="610744" fontAlgn="auto">
                <a:spcBef>
                  <a:spcPts val="0"/>
                </a:spcBef>
                <a:spcAft>
                  <a:spcPts val="0"/>
                </a:spcAft>
                <a:defRPr/>
              </a:pPr>
              <a:t>‹#›</a:t>
            </a:fld>
            <a:endParaRPr lang="en-US" sz="900">
              <a:solidFill>
                <a:schemeClr val="tx1"/>
              </a:solidFill>
              <a:latin typeface="+mn-lt"/>
              <a:ea typeface="+mn-ea"/>
              <a:cs typeface="Arial" panose="020B0604020202020204" pitchFamily="34" charset="0"/>
            </a:endParaRPr>
          </a:p>
        </p:txBody>
      </p:sp>
      <p:sp>
        <p:nvSpPr>
          <p:cNvPr id="4" name="2. Slide Title">
            <a:extLst>
              <a:ext uri="{FF2B5EF4-FFF2-40B4-BE49-F238E27FC236}">
                <a16:creationId xmlns:a16="http://schemas.microsoft.com/office/drawing/2014/main" id="{6C3D89FC-A4B9-4683-B64F-B0644150274F}"/>
              </a:ext>
            </a:extLst>
          </p:cNvPr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554736" y="175171"/>
            <a:ext cx="11082528" cy="989512"/>
          </a:xfrm>
        </p:spPr>
        <p:txBody>
          <a:bodyPr>
            <a:noAutofit/>
          </a:bodyPr>
          <a:lstStyle>
            <a:lvl1pPr>
              <a:defRPr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10" name="5. Source" hidden="1">
            <a:extLst>
              <a:ext uri="{FF2B5EF4-FFF2-40B4-BE49-F238E27FC236}">
                <a16:creationId xmlns:a16="http://schemas.microsoft.com/office/drawing/2014/main" id="{67B1A162-B59D-4B89-B39B-FBDD9E751175}"/>
              </a:ext>
            </a:extLst>
          </p:cNvPr>
          <p:cNvSpPr txBox="1"/>
          <p:nvPr userDrawn="1">
            <p:custDataLst>
              <p:tags r:id="rId3"/>
            </p:custDataLst>
          </p:nvPr>
        </p:nvSpPr>
        <p:spPr>
          <a:xfrm>
            <a:off x="554735" y="6501669"/>
            <a:ext cx="7277861" cy="12311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en-US" sz="800" dirty="0"/>
              <a:t>Source: …</a:t>
            </a:r>
          </a:p>
        </p:txBody>
      </p:sp>
      <p:sp>
        <p:nvSpPr>
          <p:cNvPr id="9" name="1. On-page tracker">
            <a:extLst>
              <a:ext uri="{FF2B5EF4-FFF2-40B4-BE49-F238E27FC236}">
                <a16:creationId xmlns:a16="http://schemas.microsoft.com/office/drawing/2014/main" id="{4511BB28-C86B-4C18-B1A3-EF33CF458B8E}"/>
              </a:ext>
            </a:extLst>
          </p:cNvPr>
          <p:cNvSpPr>
            <a:spLocks noGrp="1"/>
          </p:cNvSpPr>
          <p:nvPr>
            <p:ph type="body" sz="quarter" idx="17" hasCustomPrompt="1"/>
            <p:custDataLst>
              <p:tags r:id="rId4"/>
            </p:custDataLst>
          </p:nvPr>
        </p:nvSpPr>
        <p:spPr>
          <a:xfrm>
            <a:off x="7156704" y="78768"/>
            <a:ext cx="4480560" cy="123111"/>
          </a:xfrm>
        </p:spPr>
        <p:txBody>
          <a:bodyPr anchor="ctr" anchorCtr="0">
            <a:spAutoFit/>
          </a:bodyPr>
          <a:lstStyle>
            <a:lvl1pPr algn="r">
              <a:defRPr sz="800">
                <a:solidFill>
                  <a:schemeClr val="tx1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Chapter › Topic</a:t>
            </a:r>
          </a:p>
        </p:txBody>
      </p:sp>
    </p:spTree>
    <p:extLst>
      <p:ext uri="{BB962C8B-B14F-4D97-AF65-F5344CB8AC3E}">
        <p14:creationId xmlns:p14="http://schemas.microsoft.com/office/powerpoint/2010/main" val="1546407957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ontrast Custo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">
            <a:extLst>
              <a:ext uri="{FF2B5EF4-FFF2-40B4-BE49-F238E27FC236}">
                <a16:creationId xmlns:a16="http://schemas.microsoft.com/office/drawing/2014/main" id="{4833D5AF-2A75-4978-AA54-00BA594BBA72}"/>
              </a:ext>
            </a:extLst>
          </p:cNvPr>
          <p:cNvSpPr>
            <a:spLocks noChangeArrowheads="1"/>
          </p:cNvSpPr>
          <p:nvPr userDrawn="1">
            <p:custDataLst>
              <p:tags r:id="rId1"/>
            </p:custDataLst>
          </p:nvPr>
        </p:nvSpPr>
        <p:spPr bwMode="black">
          <a:xfrm>
            <a:off x="11312525" y="6498754"/>
            <a:ext cx="325501" cy="138499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square" lIns="0" tIns="0" rIns="0" bIns="0" anchor="b">
            <a:spAutoFit/>
          </a:bodyPr>
          <a:lstStyle/>
          <a:p>
            <a:pPr algn="r" defTabSz="610744" fontAlgn="auto">
              <a:spcBef>
                <a:spcPts val="0"/>
              </a:spcBef>
              <a:spcAft>
                <a:spcPts val="0"/>
              </a:spcAft>
              <a:defRPr/>
            </a:pPr>
            <a:fld id="{4ABDCABE-3F10-B64C-92F1-862014417034}" type="slidenum">
              <a:rPr lang="en-US" sz="900" smtClean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rPr>
              <a:pPr algn="r" defTabSz="610744" fontAlgn="auto">
                <a:spcBef>
                  <a:spcPts val="0"/>
                </a:spcBef>
                <a:spcAft>
                  <a:spcPts val="0"/>
                </a:spcAft>
                <a:defRPr/>
              </a:pPr>
              <a:t>‹#›</a:t>
            </a:fld>
            <a:endParaRPr lang="en-US" sz="900">
              <a:solidFill>
                <a:schemeClr val="tx1"/>
              </a:solidFill>
              <a:latin typeface="+mn-lt"/>
              <a:ea typeface="+mn-ea"/>
              <a:cs typeface="Arial" panose="020B0604020202020204" pitchFamily="34" charset="0"/>
            </a:endParaRPr>
          </a:p>
        </p:txBody>
      </p:sp>
      <p:sp>
        <p:nvSpPr>
          <p:cNvPr id="6" name="5. Source" hidden="1">
            <a:extLst>
              <a:ext uri="{FF2B5EF4-FFF2-40B4-BE49-F238E27FC236}">
                <a16:creationId xmlns:a16="http://schemas.microsoft.com/office/drawing/2014/main" id="{48684DB6-320C-4E95-A29C-791B412C8164}"/>
              </a:ext>
            </a:extLst>
          </p:cNvPr>
          <p:cNvSpPr txBox="1"/>
          <p:nvPr userDrawn="1">
            <p:custDataLst>
              <p:tags r:id="rId2"/>
            </p:custDataLst>
          </p:nvPr>
        </p:nvSpPr>
        <p:spPr>
          <a:xfrm>
            <a:off x="554735" y="6501669"/>
            <a:ext cx="7277861" cy="12311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en-US" sz="800" dirty="0"/>
              <a:t>Source: …</a:t>
            </a:r>
          </a:p>
        </p:txBody>
      </p:sp>
      <p:sp>
        <p:nvSpPr>
          <p:cNvPr id="7" name="1. On-page tracker">
            <a:extLst>
              <a:ext uri="{FF2B5EF4-FFF2-40B4-BE49-F238E27FC236}">
                <a16:creationId xmlns:a16="http://schemas.microsoft.com/office/drawing/2014/main" id="{AD9436C5-E5F5-42BD-9013-D04449180E92}"/>
              </a:ext>
            </a:extLst>
          </p:cNvPr>
          <p:cNvSpPr>
            <a:spLocks noGrp="1"/>
          </p:cNvSpPr>
          <p:nvPr>
            <p:ph type="body" sz="quarter" idx="17" hasCustomPrompt="1"/>
            <p:custDataLst>
              <p:tags r:id="rId3"/>
            </p:custDataLst>
          </p:nvPr>
        </p:nvSpPr>
        <p:spPr>
          <a:xfrm>
            <a:off x="7156704" y="78768"/>
            <a:ext cx="4480560" cy="123111"/>
          </a:xfrm>
        </p:spPr>
        <p:txBody>
          <a:bodyPr anchor="ctr" anchorCtr="0">
            <a:spAutoFit/>
          </a:bodyPr>
          <a:lstStyle>
            <a:lvl1pPr algn="r">
              <a:defRPr sz="800">
                <a:solidFill>
                  <a:schemeClr val="tx1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Chapter › Topic</a:t>
            </a:r>
          </a:p>
        </p:txBody>
      </p:sp>
    </p:spTree>
    <p:extLst>
      <p:ext uri="{BB962C8B-B14F-4D97-AF65-F5344CB8AC3E}">
        <p14:creationId xmlns:p14="http://schemas.microsoft.com/office/powerpoint/2010/main" val="319649062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ontrast End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Background">
            <a:extLst>
              <a:ext uri="{FF2B5EF4-FFF2-40B4-BE49-F238E27FC236}">
                <a16:creationId xmlns:a16="http://schemas.microsoft.com/office/drawing/2014/main" id="{CA123D5B-74B8-F064-78F4-0D9EDB033343}"/>
              </a:ext>
            </a:extLst>
          </p:cNvPr>
          <p:cNvPicPr>
            <a:picLocks noChangeAspect="1"/>
          </p:cNvPicPr>
          <p:nvPr userDrawn="1">
            <p:custDataLst>
              <p:tags r:id="rId1"/>
            </p:custDataLst>
          </p:nvPr>
        </p:nvPicPr>
        <p:blipFill>
          <a:blip r:embed="rId6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4" name="Partnership">
            <a:extLst>
              <a:ext uri="{FF2B5EF4-FFF2-40B4-BE49-F238E27FC236}">
                <a16:creationId xmlns:a16="http://schemas.microsoft.com/office/drawing/2014/main" id="{62BD8777-62CB-D677-D858-25EAEF1734E7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graphicFrame>
        <p:nvGraphicFramePr>
          <p:cNvPr id="2" name="Object 1" hidden="1">
            <a:extLst>
              <a:ext uri="{FF2B5EF4-FFF2-40B4-BE49-F238E27FC236}">
                <a16:creationId xmlns:a16="http://schemas.microsoft.com/office/drawing/2014/main" id="{D491B0EE-37B4-4A8C-9C8F-48909747EA09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2"/>
            </p:custDataLst>
            <p:extLst>
              <p:ext uri="{D42A27DB-BD31-4B8C-83A1-F6EECF244321}">
                <p14:modId xmlns:p14="http://schemas.microsoft.com/office/powerpoint/2010/main" val="1842263024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8" imgW="344" imgH="344" progId="TCLayout.ActiveDocument.1">
                  <p:embed/>
                </p:oleObj>
              </mc:Choice>
              <mc:Fallback>
                <p:oleObj name="think-cell Slide" r:id="rId8" imgW="344" imgH="344" progId="TCLayout.ActiveDocument.1">
                  <p:embed/>
                  <p:pic>
                    <p:nvPicPr>
                      <p:cNvPr id="2" name="Object 1" hidden="1">
                        <a:extLst>
                          <a:ext uri="{FF2B5EF4-FFF2-40B4-BE49-F238E27FC236}">
                            <a16:creationId xmlns:a16="http://schemas.microsoft.com/office/drawing/2014/main" id="{D491B0EE-37B4-4A8C-9C8F-48909747EA09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9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13" name="logoimage">
            <a:extLst>
              <a:ext uri="{FF2B5EF4-FFF2-40B4-BE49-F238E27FC236}">
                <a16:creationId xmlns:a16="http://schemas.microsoft.com/office/drawing/2014/main" id="{AD0997EF-FD61-992F-A8FF-31AE0FC310F2}"/>
              </a:ext>
            </a:extLst>
          </p:cNvPr>
          <p:cNvGrpSpPr/>
          <p:nvPr userDrawn="1">
            <p:custDataLst>
              <p:tags r:id="rId3"/>
            </p:custDataLst>
          </p:nvPr>
        </p:nvGrpSpPr>
        <p:grpSpPr>
          <a:xfrm>
            <a:off x="549271" y="481161"/>
            <a:ext cx="1893202" cy="585216"/>
            <a:chOff x="549271" y="481161"/>
            <a:chExt cx="1893202" cy="585216"/>
          </a:xfrm>
        </p:grpSpPr>
        <p:sp>
          <p:nvSpPr>
            <p:cNvPr id="8" name="AutoShape 3">
              <a:extLst>
                <a:ext uri="{FF2B5EF4-FFF2-40B4-BE49-F238E27FC236}">
                  <a16:creationId xmlns:a16="http://schemas.microsoft.com/office/drawing/2014/main" id="{FD120780-E7D0-42EA-AB5A-363335299EBE}"/>
                </a:ext>
              </a:extLst>
            </p:cNvPr>
            <p:cNvSpPr>
              <a:spLocks noChangeAspect="1" noChangeArrowheads="1" noTextEdit="1"/>
            </p:cNvSpPr>
            <p:nvPr userDrawn="1"/>
          </p:nvSpPr>
          <p:spPr bwMode="black">
            <a:xfrm>
              <a:off x="549271" y="481161"/>
              <a:ext cx="1893202" cy="58521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>
                <a:latin typeface="Arial" panose="020B0604020202020204" pitchFamily="34" charset="0"/>
              </a:endParaRPr>
            </a:p>
          </p:txBody>
        </p:sp>
        <p:sp>
          <p:nvSpPr>
            <p:cNvPr id="9" name="Freeform 5">
              <a:extLst>
                <a:ext uri="{FF2B5EF4-FFF2-40B4-BE49-F238E27FC236}">
                  <a16:creationId xmlns:a16="http://schemas.microsoft.com/office/drawing/2014/main" id="{A9C60168-96E8-4CC3-91EC-B2F7F57959D9}"/>
                </a:ext>
              </a:extLst>
            </p:cNvPr>
            <p:cNvSpPr>
              <a:spLocks noEditPoints="1"/>
            </p:cNvSpPr>
            <p:nvPr userDrawn="1"/>
          </p:nvSpPr>
          <p:spPr bwMode="black">
            <a:xfrm>
              <a:off x="549271" y="481408"/>
              <a:ext cx="1893202" cy="584969"/>
            </a:xfrm>
            <a:custGeom>
              <a:avLst/>
              <a:gdLst>
                <a:gd name="T0" fmla="*/ 4209 w 15155"/>
                <a:gd name="T1" fmla="*/ 2986 h 4678"/>
                <a:gd name="T2" fmla="*/ 3707 w 15155"/>
                <a:gd name="T3" fmla="*/ 2422 h 4678"/>
                <a:gd name="T4" fmla="*/ 3712 w 15155"/>
                <a:gd name="T5" fmla="*/ 2340 h 4678"/>
                <a:gd name="T6" fmla="*/ 4724 w 15155"/>
                <a:gd name="T7" fmla="*/ 4124 h 4678"/>
                <a:gd name="T8" fmla="*/ 3330 w 15155"/>
                <a:gd name="T9" fmla="*/ 3521 h 4678"/>
                <a:gd name="T10" fmla="*/ 5673 w 15155"/>
                <a:gd name="T11" fmla="*/ 3002 h 4678"/>
                <a:gd name="T12" fmla="*/ 6627 w 15155"/>
                <a:gd name="T13" fmla="*/ 2408 h 4678"/>
                <a:gd name="T14" fmla="*/ 6279 w 15155"/>
                <a:gd name="T15" fmla="*/ 4007 h 4678"/>
                <a:gd name="T16" fmla="*/ 10270 w 15155"/>
                <a:gd name="T17" fmla="*/ 3073 h 4678"/>
                <a:gd name="T18" fmla="*/ 10801 w 15155"/>
                <a:gd name="T19" fmla="*/ 4678 h 4678"/>
                <a:gd name="T20" fmla="*/ 11466 w 15155"/>
                <a:gd name="T21" fmla="*/ 3537 h 4678"/>
                <a:gd name="T22" fmla="*/ 10602 w 15155"/>
                <a:gd name="T23" fmla="*/ 3405 h 4678"/>
                <a:gd name="T24" fmla="*/ 14762 w 15155"/>
                <a:gd name="T25" fmla="*/ 3073 h 4678"/>
                <a:gd name="T26" fmla="*/ 14505 w 15155"/>
                <a:gd name="T27" fmla="*/ 2986 h 4678"/>
                <a:gd name="T28" fmla="*/ 14145 w 15155"/>
                <a:gd name="T29" fmla="*/ 4620 h 4678"/>
                <a:gd name="T30" fmla="*/ 15155 w 15155"/>
                <a:gd name="T31" fmla="*/ 2986 h 4678"/>
                <a:gd name="T32" fmla="*/ 10231 w 15155"/>
                <a:gd name="T33" fmla="*/ 4037 h 4678"/>
                <a:gd name="T34" fmla="*/ 9005 w 15155"/>
                <a:gd name="T35" fmla="*/ 2961 h 4678"/>
                <a:gd name="T36" fmla="*/ 8378 w 15155"/>
                <a:gd name="T37" fmla="*/ 3194 h 4678"/>
                <a:gd name="T38" fmla="*/ 8775 w 15155"/>
                <a:gd name="T39" fmla="*/ 4037 h 4678"/>
                <a:gd name="T40" fmla="*/ 9107 w 15155"/>
                <a:gd name="T41" fmla="*/ 3916 h 4678"/>
                <a:gd name="T42" fmla="*/ 9439 w 15155"/>
                <a:gd name="T43" fmla="*/ 4037 h 4678"/>
                <a:gd name="T44" fmla="*/ 9712 w 15155"/>
                <a:gd name="T45" fmla="*/ 4037 h 4678"/>
                <a:gd name="T46" fmla="*/ 7962 w 15155"/>
                <a:gd name="T47" fmla="*/ 3741 h 4678"/>
                <a:gd name="T48" fmla="*/ 7962 w 15155"/>
                <a:gd name="T49" fmla="*/ 3741 h 4678"/>
                <a:gd name="T50" fmla="*/ 12654 w 15155"/>
                <a:gd name="T51" fmla="*/ 2986 h 4678"/>
                <a:gd name="T52" fmla="*/ 12586 w 15155"/>
                <a:gd name="T53" fmla="*/ 4036 h 4678"/>
                <a:gd name="T54" fmla="*/ 11780 w 15155"/>
                <a:gd name="T55" fmla="*/ 3367 h 4678"/>
                <a:gd name="T56" fmla="*/ 11871 w 15155"/>
                <a:gd name="T57" fmla="*/ 4146 h 4678"/>
                <a:gd name="T58" fmla="*/ 13060 w 15155"/>
                <a:gd name="T59" fmla="*/ 3917 h 4678"/>
                <a:gd name="T60" fmla="*/ 13423 w 15155"/>
                <a:gd name="T61" fmla="*/ 4037 h 4678"/>
                <a:gd name="T62" fmla="*/ 12250 w 15155"/>
                <a:gd name="T63" fmla="*/ 3787 h 4678"/>
                <a:gd name="T64" fmla="*/ 12250 w 15155"/>
                <a:gd name="T65" fmla="*/ 3787 h 4678"/>
                <a:gd name="T66" fmla="*/ 8758 w 15155"/>
                <a:gd name="T67" fmla="*/ 1080 h 4678"/>
                <a:gd name="T68" fmla="*/ 8559 w 15155"/>
                <a:gd name="T69" fmla="*/ 1013 h 4678"/>
                <a:gd name="T70" fmla="*/ 9105 w 15155"/>
                <a:gd name="T71" fmla="*/ 2310 h 4678"/>
                <a:gd name="T72" fmla="*/ 9553 w 15155"/>
                <a:gd name="T73" fmla="*/ 626 h 4678"/>
                <a:gd name="T74" fmla="*/ 9293 w 15155"/>
                <a:gd name="T75" fmla="*/ 713 h 4678"/>
                <a:gd name="T76" fmla="*/ 8947 w 15155"/>
                <a:gd name="T77" fmla="*/ 843 h 4678"/>
                <a:gd name="T78" fmla="*/ 5105 w 15155"/>
                <a:gd name="T79" fmla="*/ 349 h 4678"/>
                <a:gd name="T80" fmla="*/ 3793 w 15155"/>
                <a:gd name="T81" fmla="*/ 882 h 4678"/>
                <a:gd name="T82" fmla="*/ 5848 w 15155"/>
                <a:gd name="T83" fmla="*/ 981 h 4678"/>
                <a:gd name="T84" fmla="*/ 6211 w 15155"/>
                <a:gd name="T85" fmla="*/ 1763 h 4678"/>
                <a:gd name="T86" fmla="*/ 6296 w 15155"/>
                <a:gd name="T87" fmla="*/ 601 h 4678"/>
                <a:gd name="T88" fmla="*/ 5638 w 15155"/>
                <a:gd name="T89" fmla="*/ 833 h 4678"/>
                <a:gd name="T90" fmla="*/ 4836 w 15155"/>
                <a:gd name="T91" fmla="*/ 625 h 4678"/>
                <a:gd name="T92" fmla="*/ 4778 w 15155"/>
                <a:gd name="T93" fmla="*/ 1676 h 4678"/>
                <a:gd name="T94" fmla="*/ 4692 w 15155"/>
                <a:gd name="T95" fmla="*/ 0 h 4678"/>
                <a:gd name="T96" fmla="*/ 3614 w 15155"/>
                <a:gd name="T97" fmla="*/ 221 h 4678"/>
                <a:gd name="T98" fmla="*/ 3236 w 15155"/>
                <a:gd name="T99" fmla="*/ 88 h 4678"/>
                <a:gd name="T100" fmla="*/ 3836 w 15155"/>
                <a:gd name="T101" fmla="*/ 1763 h 4678"/>
                <a:gd name="T102" fmla="*/ 7219 w 15155"/>
                <a:gd name="T103" fmla="*/ 683 h 4678"/>
                <a:gd name="T104" fmla="*/ 7226 w 15155"/>
                <a:gd name="T105" fmla="*/ 598 h 4678"/>
                <a:gd name="T106" fmla="*/ 6952 w 15155"/>
                <a:gd name="T107" fmla="*/ 1361 h 4678"/>
                <a:gd name="T108" fmla="*/ 7720 w 15155"/>
                <a:gd name="T109" fmla="*/ 1446 h 4678"/>
                <a:gd name="T110" fmla="*/ 3049 w 15155"/>
                <a:gd name="T111" fmla="*/ 753 h 4678"/>
                <a:gd name="T112" fmla="*/ 2703 w 15155"/>
                <a:gd name="T113" fmla="*/ 1584 h 4678"/>
                <a:gd name="T114" fmla="*/ 87 w 15155"/>
                <a:gd name="T115" fmla="*/ 88 h 4678"/>
                <a:gd name="T116" fmla="*/ 549 w 15155"/>
                <a:gd name="T117" fmla="*/ 1763 h 4678"/>
                <a:gd name="T118" fmla="*/ 1609 w 15155"/>
                <a:gd name="T119" fmla="*/ 259 h 4678"/>
                <a:gd name="T120" fmla="*/ 2069 w 15155"/>
                <a:gd name="T121" fmla="*/ 1676 h 4678"/>
                <a:gd name="T122" fmla="*/ 2070 w 15155"/>
                <a:gd name="T123" fmla="*/ 0 h 467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</a:cxnLst>
              <a:rect l="0" t="0" r="r" b="b"/>
              <a:pathLst>
                <a:path w="15155" h="4678">
                  <a:moveTo>
                    <a:pt x="4451" y="3751"/>
                  </a:moveTo>
                  <a:cubicBezTo>
                    <a:pt x="4549" y="3607"/>
                    <a:pt x="4604" y="3438"/>
                    <a:pt x="4609" y="3264"/>
                  </a:cubicBezTo>
                  <a:cubicBezTo>
                    <a:pt x="4611" y="3211"/>
                    <a:pt x="4732" y="3072"/>
                    <a:pt x="4766" y="3072"/>
                  </a:cubicBezTo>
                  <a:cubicBezTo>
                    <a:pt x="4834" y="3072"/>
                    <a:pt x="4834" y="3072"/>
                    <a:pt x="4834" y="3072"/>
                  </a:cubicBezTo>
                  <a:cubicBezTo>
                    <a:pt x="4834" y="2986"/>
                    <a:pt x="4834" y="2986"/>
                    <a:pt x="4834" y="2986"/>
                  </a:cubicBezTo>
                  <a:cubicBezTo>
                    <a:pt x="4209" y="2986"/>
                    <a:pt x="4209" y="2986"/>
                    <a:pt x="4209" y="2986"/>
                  </a:cubicBezTo>
                  <a:cubicBezTo>
                    <a:pt x="4209" y="3073"/>
                    <a:pt x="4209" y="3073"/>
                    <a:pt x="4209" y="3073"/>
                  </a:cubicBezTo>
                  <a:cubicBezTo>
                    <a:pt x="4380" y="3078"/>
                    <a:pt x="4487" y="3175"/>
                    <a:pt x="4487" y="3337"/>
                  </a:cubicBezTo>
                  <a:cubicBezTo>
                    <a:pt x="4487" y="3482"/>
                    <a:pt x="4463" y="3591"/>
                    <a:pt x="4395" y="3702"/>
                  </a:cubicBezTo>
                  <a:cubicBezTo>
                    <a:pt x="4155" y="3489"/>
                    <a:pt x="3882" y="3230"/>
                    <a:pt x="3654" y="2986"/>
                  </a:cubicBezTo>
                  <a:cubicBezTo>
                    <a:pt x="3501" y="2928"/>
                    <a:pt x="3404" y="2814"/>
                    <a:pt x="3404" y="2673"/>
                  </a:cubicBezTo>
                  <a:cubicBezTo>
                    <a:pt x="3404" y="2514"/>
                    <a:pt x="3518" y="2422"/>
                    <a:pt x="3707" y="2422"/>
                  </a:cubicBezTo>
                  <a:cubicBezTo>
                    <a:pt x="3942" y="2422"/>
                    <a:pt x="4116" y="2659"/>
                    <a:pt x="4116" y="2777"/>
                  </a:cubicBezTo>
                  <a:cubicBezTo>
                    <a:pt x="4191" y="2777"/>
                    <a:pt x="4191" y="2777"/>
                    <a:pt x="4191" y="2777"/>
                  </a:cubicBezTo>
                  <a:cubicBezTo>
                    <a:pt x="4191" y="2362"/>
                    <a:pt x="4191" y="2362"/>
                    <a:pt x="4191" y="2362"/>
                  </a:cubicBezTo>
                  <a:cubicBezTo>
                    <a:pt x="4116" y="2362"/>
                    <a:pt x="4116" y="2362"/>
                    <a:pt x="4116" y="2362"/>
                  </a:cubicBezTo>
                  <a:cubicBezTo>
                    <a:pt x="4097" y="2391"/>
                    <a:pt x="4074" y="2393"/>
                    <a:pt x="4034" y="2393"/>
                  </a:cubicBezTo>
                  <a:cubicBezTo>
                    <a:pt x="3959" y="2393"/>
                    <a:pt x="3874" y="2340"/>
                    <a:pt x="3712" y="2340"/>
                  </a:cubicBezTo>
                  <a:cubicBezTo>
                    <a:pt x="3453" y="2340"/>
                    <a:pt x="3288" y="2480"/>
                    <a:pt x="3288" y="2732"/>
                  </a:cubicBezTo>
                  <a:cubicBezTo>
                    <a:pt x="3288" y="2887"/>
                    <a:pt x="3346" y="2991"/>
                    <a:pt x="3431" y="3100"/>
                  </a:cubicBezTo>
                  <a:cubicBezTo>
                    <a:pt x="3253" y="3219"/>
                    <a:pt x="3146" y="3420"/>
                    <a:pt x="3148" y="3634"/>
                  </a:cubicBezTo>
                  <a:cubicBezTo>
                    <a:pt x="3148" y="3944"/>
                    <a:pt x="3421" y="4155"/>
                    <a:pt x="3707" y="4155"/>
                  </a:cubicBezTo>
                  <a:cubicBezTo>
                    <a:pt x="3966" y="4155"/>
                    <a:pt x="4145" y="4080"/>
                    <a:pt x="4286" y="3944"/>
                  </a:cubicBezTo>
                  <a:cubicBezTo>
                    <a:pt x="4431" y="4078"/>
                    <a:pt x="4552" y="4124"/>
                    <a:pt x="4724" y="4124"/>
                  </a:cubicBezTo>
                  <a:cubicBezTo>
                    <a:pt x="4913" y="4124"/>
                    <a:pt x="4913" y="4124"/>
                    <a:pt x="4913" y="4124"/>
                  </a:cubicBezTo>
                  <a:cubicBezTo>
                    <a:pt x="4913" y="4036"/>
                    <a:pt x="4913" y="4036"/>
                    <a:pt x="4913" y="4036"/>
                  </a:cubicBezTo>
                  <a:cubicBezTo>
                    <a:pt x="4809" y="4036"/>
                    <a:pt x="4809" y="4036"/>
                    <a:pt x="4809" y="4036"/>
                  </a:cubicBezTo>
                  <a:cubicBezTo>
                    <a:pt x="4685" y="3947"/>
                    <a:pt x="4565" y="3852"/>
                    <a:pt x="4451" y="3751"/>
                  </a:cubicBezTo>
                  <a:close/>
                  <a:moveTo>
                    <a:pt x="3851" y="4015"/>
                  </a:moveTo>
                  <a:cubicBezTo>
                    <a:pt x="3599" y="4015"/>
                    <a:pt x="3330" y="3772"/>
                    <a:pt x="3330" y="3521"/>
                  </a:cubicBezTo>
                  <a:cubicBezTo>
                    <a:pt x="3330" y="3339"/>
                    <a:pt x="3378" y="3243"/>
                    <a:pt x="3470" y="3148"/>
                  </a:cubicBezTo>
                  <a:cubicBezTo>
                    <a:pt x="3707" y="3414"/>
                    <a:pt x="3962" y="3664"/>
                    <a:pt x="4233" y="3896"/>
                  </a:cubicBezTo>
                  <a:cubicBezTo>
                    <a:pt x="4134" y="3971"/>
                    <a:pt x="4008" y="4015"/>
                    <a:pt x="3851" y="4015"/>
                  </a:cubicBezTo>
                  <a:close/>
                  <a:moveTo>
                    <a:pt x="6279" y="4007"/>
                  </a:moveTo>
                  <a:cubicBezTo>
                    <a:pt x="5920" y="4007"/>
                    <a:pt x="5707" y="3758"/>
                    <a:pt x="5678" y="3450"/>
                  </a:cubicBezTo>
                  <a:cubicBezTo>
                    <a:pt x="5664" y="3301"/>
                    <a:pt x="5663" y="3151"/>
                    <a:pt x="5673" y="3002"/>
                  </a:cubicBezTo>
                  <a:cubicBezTo>
                    <a:pt x="5705" y="2605"/>
                    <a:pt x="5887" y="2435"/>
                    <a:pt x="6192" y="2435"/>
                  </a:cubicBezTo>
                  <a:cubicBezTo>
                    <a:pt x="6523" y="2435"/>
                    <a:pt x="6726" y="2803"/>
                    <a:pt x="6726" y="2985"/>
                  </a:cubicBezTo>
                  <a:cubicBezTo>
                    <a:pt x="6801" y="2985"/>
                    <a:pt x="6801" y="2985"/>
                    <a:pt x="6801" y="2985"/>
                  </a:cubicBezTo>
                  <a:cubicBezTo>
                    <a:pt x="6801" y="2362"/>
                    <a:pt x="6801" y="2362"/>
                    <a:pt x="6801" y="2362"/>
                  </a:cubicBezTo>
                  <a:cubicBezTo>
                    <a:pt x="6736" y="2362"/>
                    <a:pt x="6736" y="2362"/>
                    <a:pt x="6736" y="2362"/>
                  </a:cubicBezTo>
                  <a:cubicBezTo>
                    <a:pt x="6709" y="2393"/>
                    <a:pt x="6683" y="2408"/>
                    <a:pt x="6627" y="2408"/>
                  </a:cubicBezTo>
                  <a:cubicBezTo>
                    <a:pt x="6489" y="2408"/>
                    <a:pt x="6370" y="2330"/>
                    <a:pt x="6181" y="2330"/>
                  </a:cubicBezTo>
                  <a:cubicBezTo>
                    <a:pt x="5687" y="2330"/>
                    <a:pt x="5392" y="2732"/>
                    <a:pt x="5392" y="3236"/>
                  </a:cubicBezTo>
                  <a:cubicBezTo>
                    <a:pt x="5392" y="3740"/>
                    <a:pt x="5719" y="4156"/>
                    <a:pt x="6225" y="4156"/>
                  </a:cubicBezTo>
                  <a:cubicBezTo>
                    <a:pt x="6577" y="4156"/>
                    <a:pt x="6824" y="3967"/>
                    <a:pt x="6937" y="3652"/>
                  </a:cubicBezTo>
                  <a:cubicBezTo>
                    <a:pt x="6845" y="3652"/>
                    <a:pt x="6845" y="3652"/>
                    <a:pt x="6845" y="3652"/>
                  </a:cubicBezTo>
                  <a:cubicBezTo>
                    <a:pt x="6731" y="3884"/>
                    <a:pt x="6583" y="4007"/>
                    <a:pt x="6279" y="4007"/>
                  </a:cubicBezTo>
                  <a:close/>
                  <a:moveTo>
                    <a:pt x="11018" y="2957"/>
                  </a:moveTo>
                  <a:cubicBezTo>
                    <a:pt x="10830" y="2957"/>
                    <a:pt x="10704" y="3037"/>
                    <a:pt x="10605" y="3221"/>
                  </a:cubicBezTo>
                  <a:cubicBezTo>
                    <a:pt x="10566" y="2986"/>
                    <a:pt x="10566" y="2986"/>
                    <a:pt x="10566" y="2986"/>
                  </a:cubicBezTo>
                  <a:cubicBezTo>
                    <a:pt x="10195" y="2986"/>
                    <a:pt x="10195" y="2986"/>
                    <a:pt x="10195" y="2986"/>
                  </a:cubicBezTo>
                  <a:cubicBezTo>
                    <a:pt x="10195" y="3073"/>
                    <a:pt x="10195" y="3073"/>
                    <a:pt x="10195" y="3073"/>
                  </a:cubicBezTo>
                  <a:cubicBezTo>
                    <a:pt x="10270" y="3073"/>
                    <a:pt x="10270" y="3073"/>
                    <a:pt x="10270" y="3073"/>
                  </a:cubicBezTo>
                  <a:cubicBezTo>
                    <a:pt x="10304" y="3073"/>
                    <a:pt x="10391" y="3158"/>
                    <a:pt x="10391" y="3194"/>
                  </a:cubicBezTo>
                  <a:cubicBezTo>
                    <a:pt x="10391" y="4470"/>
                    <a:pt x="10391" y="4470"/>
                    <a:pt x="10391" y="4470"/>
                  </a:cubicBezTo>
                  <a:cubicBezTo>
                    <a:pt x="10391" y="4508"/>
                    <a:pt x="10304" y="4591"/>
                    <a:pt x="10270" y="4591"/>
                  </a:cubicBezTo>
                  <a:cubicBezTo>
                    <a:pt x="10195" y="4591"/>
                    <a:pt x="10195" y="4591"/>
                    <a:pt x="10195" y="4591"/>
                  </a:cubicBezTo>
                  <a:cubicBezTo>
                    <a:pt x="10195" y="4678"/>
                    <a:pt x="10195" y="4678"/>
                    <a:pt x="10195" y="4678"/>
                  </a:cubicBezTo>
                  <a:cubicBezTo>
                    <a:pt x="10801" y="4678"/>
                    <a:pt x="10801" y="4678"/>
                    <a:pt x="10801" y="4678"/>
                  </a:cubicBezTo>
                  <a:cubicBezTo>
                    <a:pt x="10801" y="4591"/>
                    <a:pt x="10801" y="4591"/>
                    <a:pt x="10801" y="4591"/>
                  </a:cubicBezTo>
                  <a:cubicBezTo>
                    <a:pt x="10726" y="4591"/>
                    <a:pt x="10726" y="4591"/>
                    <a:pt x="10726" y="4591"/>
                  </a:cubicBezTo>
                  <a:cubicBezTo>
                    <a:pt x="10694" y="4591"/>
                    <a:pt x="10605" y="4508"/>
                    <a:pt x="10605" y="4470"/>
                  </a:cubicBezTo>
                  <a:cubicBezTo>
                    <a:pt x="10605" y="3922"/>
                    <a:pt x="10605" y="3922"/>
                    <a:pt x="10605" y="3922"/>
                  </a:cubicBezTo>
                  <a:cubicBezTo>
                    <a:pt x="10687" y="4070"/>
                    <a:pt x="10793" y="4147"/>
                    <a:pt x="10994" y="4147"/>
                  </a:cubicBezTo>
                  <a:cubicBezTo>
                    <a:pt x="11272" y="4147"/>
                    <a:pt x="11466" y="3888"/>
                    <a:pt x="11466" y="3537"/>
                  </a:cubicBezTo>
                  <a:cubicBezTo>
                    <a:pt x="11466" y="3186"/>
                    <a:pt x="11297" y="2957"/>
                    <a:pt x="11018" y="2957"/>
                  </a:cubicBezTo>
                  <a:close/>
                  <a:moveTo>
                    <a:pt x="11246" y="3722"/>
                  </a:moveTo>
                  <a:cubicBezTo>
                    <a:pt x="11222" y="3903"/>
                    <a:pt x="11130" y="4027"/>
                    <a:pt x="10934" y="4027"/>
                  </a:cubicBezTo>
                  <a:cubicBezTo>
                    <a:pt x="10753" y="4029"/>
                    <a:pt x="10604" y="3884"/>
                    <a:pt x="10602" y="3703"/>
                  </a:cubicBezTo>
                  <a:cubicBezTo>
                    <a:pt x="10602" y="3701"/>
                    <a:pt x="10602" y="3698"/>
                    <a:pt x="10602" y="3695"/>
                  </a:cubicBezTo>
                  <a:cubicBezTo>
                    <a:pt x="10602" y="3405"/>
                    <a:pt x="10602" y="3405"/>
                    <a:pt x="10602" y="3405"/>
                  </a:cubicBezTo>
                  <a:cubicBezTo>
                    <a:pt x="10658" y="3225"/>
                    <a:pt x="10767" y="3092"/>
                    <a:pt x="10961" y="3092"/>
                  </a:cubicBezTo>
                  <a:cubicBezTo>
                    <a:pt x="11125" y="3092"/>
                    <a:pt x="11224" y="3208"/>
                    <a:pt x="11249" y="3390"/>
                  </a:cubicBezTo>
                  <a:cubicBezTo>
                    <a:pt x="11262" y="3500"/>
                    <a:pt x="11261" y="3612"/>
                    <a:pt x="11246" y="3722"/>
                  </a:cubicBezTo>
                  <a:close/>
                  <a:moveTo>
                    <a:pt x="14693" y="2986"/>
                  </a:moveTo>
                  <a:cubicBezTo>
                    <a:pt x="14693" y="3073"/>
                    <a:pt x="14693" y="3073"/>
                    <a:pt x="14693" y="3073"/>
                  </a:cubicBezTo>
                  <a:cubicBezTo>
                    <a:pt x="14762" y="3073"/>
                    <a:pt x="14762" y="3073"/>
                    <a:pt x="14762" y="3073"/>
                  </a:cubicBezTo>
                  <a:cubicBezTo>
                    <a:pt x="14794" y="3073"/>
                    <a:pt x="14864" y="3153"/>
                    <a:pt x="14862" y="3199"/>
                  </a:cubicBezTo>
                  <a:cubicBezTo>
                    <a:pt x="14610" y="3758"/>
                    <a:pt x="14610" y="3758"/>
                    <a:pt x="14610" y="3758"/>
                  </a:cubicBezTo>
                  <a:cubicBezTo>
                    <a:pt x="14335" y="3196"/>
                    <a:pt x="14335" y="3196"/>
                    <a:pt x="14335" y="3196"/>
                  </a:cubicBezTo>
                  <a:cubicBezTo>
                    <a:pt x="14335" y="3154"/>
                    <a:pt x="14403" y="3073"/>
                    <a:pt x="14434" y="3073"/>
                  </a:cubicBezTo>
                  <a:cubicBezTo>
                    <a:pt x="14505" y="3073"/>
                    <a:pt x="14505" y="3073"/>
                    <a:pt x="14505" y="3073"/>
                  </a:cubicBezTo>
                  <a:cubicBezTo>
                    <a:pt x="14505" y="2986"/>
                    <a:pt x="14505" y="2986"/>
                    <a:pt x="14505" y="2986"/>
                  </a:cubicBezTo>
                  <a:cubicBezTo>
                    <a:pt x="13889" y="2986"/>
                    <a:pt x="13889" y="2986"/>
                    <a:pt x="13889" y="2986"/>
                  </a:cubicBezTo>
                  <a:cubicBezTo>
                    <a:pt x="13889" y="3073"/>
                    <a:pt x="13889" y="3073"/>
                    <a:pt x="13889" y="3073"/>
                  </a:cubicBezTo>
                  <a:cubicBezTo>
                    <a:pt x="13940" y="3073"/>
                    <a:pt x="13940" y="3073"/>
                    <a:pt x="13940" y="3073"/>
                  </a:cubicBezTo>
                  <a:cubicBezTo>
                    <a:pt x="13969" y="3073"/>
                    <a:pt x="14068" y="3167"/>
                    <a:pt x="14087" y="3204"/>
                  </a:cubicBezTo>
                  <a:cubicBezTo>
                    <a:pt x="14489" y="3995"/>
                    <a:pt x="14489" y="3995"/>
                    <a:pt x="14489" y="3995"/>
                  </a:cubicBezTo>
                  <a:cubicBezTo>
                    <a:pt x="14145" y="4620"/>
                    <a:pt x="14145" y="4620"/>
                    <a:pt x="14145" y="4620"/>
                  </a:cubicBezTo>
                  <a:cubicBezTo>
                    <a:pt x="14245" y="4671"/>
                    <a:pt x="14245" y="4671"/>
                    <a:pt x="14245" y="4671"/>
                  </a:cubicBezTo>
                  <a:cubicBezTo>
                    <a:pt x="14584" y="4030"/>
                    <a:pt x="14584" y="4030"/>
                    <a:pt x="14584" y="4030"/>
                  </a:cubicBezTo>
                  <a:cubicBezTo>
                    <a:pt x="14968" y="3199"/>
                    <a:pt x="14968" y="3199"/>
                    <a:pt x="14968" y="3199"/>
                  </a:cubicBezTo>
                  <a:cubicBezTo>
                    <a:pt x="14993" y="3161"/>
                    <a:pt x="15075" y="3073"/>
                    <a:pt x="15102" y="3073"/>
                  </a:cubicBezTo>
                  <a:cubicBezTo>
                    <a:pt x="15155" y="3073"/>
                    <a:pt x="15155" y="3073"/>
                    <a:pt x="15155" y="3073"/>
                  </a:cubicBezTo>
                  <a:cubicBezTo>
                    <a:pt x="15155" y="2986"/>
                    <a:pt x="15155" y="2986"/>
                    <a:pt x="15155" y="2986"/>
                  </a:cubicBezTo>
                  <a:lnTo>
                    <a:pt x="14693" y="2986"/>
                  </a:lnTo>
                  <a:close/>
                  <a:moveTo>
                    <a:pt x="9712" y="4037"/>
                  </a:moveTo>
                  <a:cubicBezTo>
                    <a:pt x="9647" y="4037"/>
                    <a:pt x="9647" y="4037"/>
                    <a:pt x="9647" y="4037"/>
                  </a:cubicBezTo>
                  <a:cubicBezTo>
                    <a:pt x="9647" y="4124"/>
                    <a:pt x="9647" y="4124"/>
                    <a:pt x="9647" y="4124"/>
                  </a:cubicBezTo>
                  <a:cubicBezTo>
                    <a:pt x="10231" y="4124"/>
                    <a:pt x="10231" y="4124"/>
                    <a:pt x="10231" y="4124"/>
                  </a:cubicBezTo>
                  <a:cubicBezTo>
                    <a:pt x="10231" y="4037"/>
                    <a:pt x="10231" y="4037"/>
                    <a:pt x="10231" y="4037"/>
                  </a:cubicBezTo>
                  <a:cubicBezTo>
                    <a:pt x="10165" y="4037"/>
                    <a:pt x="10165" y="4037"/>
                    <a:pt x="10165" y="4037"/>
                  </a:cubicBezTo>
                  <a:cubicBezTo>
                    <a:pt x="10131" y="4037"/>
                    <a:pt x="10044" y="3954"/>
                    <a:pt x="10044" y="3916"/>
                  </a:cubicBezTo>
                  <a:cubicBezTo>
                    <a:pt x="10044" y="3288"/>
                    <a:pt x="10044" y="3288"/>
                    <a:pt x="10044" y="3288"/>
                  </a:cubicBezTo>
                  <a:cubicBezTo>
                    <a:pt x="10044" y="3080"/>
                    <a:pt x="9904" y="2964"/>
                    <a:pt x="9732" y="2964"/>
                  </a:cubicBezTo>
                  <a:cubicBezTo>
                    <a:pt x="9538" y="2964"/>
                    <a:pt x="9448" y="3066"/>
                    <a:pt x="9308" y="3204"/>
                  </a:cubicBezTo>
                  <a:cubicBezTo>
                    <a:pt x="9287" y="3044"/>
                    <a:pt x="9158" y="2961"/>
                    <a:pt x="9005" y="2961"/>
                  </a:cubicBezTo>
                  <a:cubicBezTo>
                    <a:pt x="8804" y="2961"/>
                    <a:pt x="8720" y="3068"/>
                    <a:pt x="8589" y="3206"/>
                  </a:cubicBezTo>
                  <a:cubicBezTo>
                    <a:pt x="8544" y="2986"/>
                    <a:pt x="8544" y="2986"/>
                    <a:pt x="8544" y="2986"/>
                  </a:cubicBezTo>
                  <a:cubicBezTo>
                    <a:pt x="8192" y="2986"/>
                    <a:pt x="8192" y="2986"/>
                    <a:pt x="8192" y="2986"/>
                  </a:cubicBezTo>
                  <a:cubicBezTo>
                    <a:pt x="8192" y="3073"/>
                    <a:pt x="8192" y="3073"/>
                    <a:pt x="8192" y="3073"/>
                  </a:cubicBezTo>
                  <a:cubicBezTo>
                    <a:pt x="8257" y="3073"/>
                    <a:pt x="8257" y="3073"/>
                    <a:pt x="8257" y="3073"/>
                  </a:cubicBezTo>
                  <a:cubicBezTo>
                    <a:pt x="8291" y="3073"/>
                    <a:pt x="8378" y="3158"/>
                    <a:pt x="8378" y="3194"/>
                  </a:cubicBezTo>
                  <a:cubicBezTo>
                    <a:pt x="8378" y="3916"/>
                    <a:pt x="8378" y="3916"/>
                    <a:pt x="8378" y="3916"/>
                  </a:cubicBezTo>
                  <a:cubicBezTo>
                    <a:pt x="8378" y="3954"/>
                    <a:pt x="8291" y="4037"/>
                    <a:pt x="8257" y="4037"/>
                  </a:cubicBezTo>
                  <a:cubicBezTo>
                    <a:pt x="8192" y="4037"/>
                    <a:pt x="8192" y="4037"/>
                    <a:pt x="8192" y="4037"/>
                  </a:cubicBezTo>
                  <a:cubicBezTo>
                    <a:pt x="8192" y="4124"/>
                    <a:pt x="8192" y="4124"/>
                    <a:pt x="8192" y="4124"/>
                  </a:cubicBezTo>
                  <a:cubicBezTo>
                    <a:pt x="8775" y="4124"/>
                    <a:pt x="8775" y="4124"/>
                    <a:pt x="8775" y="4124"/>
                  </a:cubicBezTo>
                  <a:cubicBezTo>
                    <a:pt x="8775" y="4037"/>
                    <a:pt x="8775" y="4037"/>
                    <a:pt x="8775" y="4037"/>
                  </a:cubicBezTo>
                  <a:cubicBezTo>
                    <a:pt x="8710" y="4037"/>
                    <a:pt x="8710" y="4037"/>
                    <a:pt x="8710" y="4037"/>
                  </a:cubicBezTo>
                  <a:cubicBezTo>
                    <a:pt x="8676" y="4037"/>
                    <a:pt x="8589" y="3954"/>
                    <a:pt x="8589" y="3916"/>
                  </a:cubicBezTo>
                  <a:cubicBezTo>
                    <a:pt x="8589" y="3330"/>
                    <a:pt x="8589" y="3330"/>
                    <a:pt x="8589" y="3330"/>
                  </a:cubicBezTo>
                  <a:cubicBezTo>
                    <a:pt x="8589" y="3252"/>
                    <a:pt x="8775" y="3099"/>
                    <a:pt x="8925" y="3099"/>
                  </a:cubicBezTo>
                  <a:cubicBezTo>
                    <a:pt x="9049" y="3099"/>
                    <a:pt x="9107" y="3177"/>
                    <a:pt x="9107" y="3288"/>
                  </a:cubicBezTo>
                  <a:cubicBezTo>
                    <a:pt x="9107" y="3916"/>
                    <a:pt x="9107" y="3916"/>
                    <a:pt x="9107" y="3916"/>
                  </a:cubicBezTo>
                  <a:cubicBezTo>
                    <a:pt x="9107" y="3954"/>
                    <a:pt x="9020" y="4037"/>
                    <a:pt x="8986" y="4037"/>
                  </a:cubicBezTo>
                  <a:cubicBezTo>
                    <a:pt x="8921" y="4037"/>
                    <a:pt x="8921" y="4037"/>
                    <a:pt x="8921" y="4037"/>
                  </a:cubicBezTo>
                  <a:cubicBezTo>
                    <a:pt x="8921" y="4124"/>
                    <a:pt x="8921" y="4124"/>
                    <a:pt x="8921" y="4124"/>
                  </a:cubicBezTo>
                  <a:cubicBezTo>
                    <a:pt x="9504" y="4124"/>
                    <a:pt x="9504" y="4124"/>
                    <a:pt x="9504" y="4124"/>
                  </a:cubicBezTo>
                  <a:cubicBezTo>
                    <a:pt x="9504" y="4037"/>
                    <a:pt x="9504" y="4037"/>
                    <a:pt x="9504" y="4037"/>
                  </a:cubicBezTo>
                  <a:cubicBezTo>
                    <a:pt x="9439" y="4037"/>
                    <a:pt x="9439" y="4037"/>
                    <a:pt x="9439" y="4037"/>
                  </a:cubicBezTo>
                  <a:cubicBezTo>
                    <a:pt x="9405" y="4037"/>
                    <a:pt x="9318" y="3954"/>
                    <a:pt x="9318" y="3916"/>
                  </a:cubicBezTo>
                  <a:cubicBezTo>
                    <a:pt x="9318" y="3323"/>
                    <a:pt x="9318" y="3323"/>
                    <a:pt x="9318" y="3323"/>
                  </a:cubicBezTo>
                  <a:cubicBezTo>
                    <a:pt x="9318" y="3246"/>
                    <a:pt x="9504" y="3101"/>
                    <a:pt x="9654" y="3101"/>
                  </a:cubicBezTo>
                  <a:cubicBezTo>
                    <a:pt x="9778" y="3101"/>
                    <a:pt x="9833" y="3178"/>
                    <a:pt x="9833" y="3289"/>
                  </a:cubicBezTo>
                  <a:cubicBezTo>
                    <a:pt x="9833" y="3917"/>
                    <a:pt x="9833" y="3917"/>
                    <a:pt x="9833" y="3917"/>
                  </a:cubicBezTo>
                  <a:cubicBezTo>
                    <a:pt x="9833" y="3954"/>
                    <a:pt x="9746" y="4037"/>
                    <a:pt x="9712" y="4037"/>
                  </a:cubicBezTo>
                  <a:close/>
                  <a:moveTo>
                    <a:pt x="7623" y="2957"/>
                  </a:moveTo>
                  <a:cubicBezTo>
                    <a:pt x="7320" y="2957"/>
                    <a:pt x="7051" y="3184"/>
                    <a:pt x="7051" y="3555"/>
                  </a:cubicBezTo>
                  <a:cubicBezTo>
                    <a:pt x="7051" y="3926"/>
                    <a:pt x="7320" y="4156"/>
                    <a:pt x="7623" y="4156"/>
                  </a:cubicBezTo>
                  <a:cubicBezTo>
                    <a:pt x="7925" y="4156"/>
                    <a:pt x="8192" y="3926"/>
                    <a:pt x="8192" y="3555"/>
                  </a:cubicBezTo>
                  <a:cubicBezTo>
                    <a:pt x="8192" y="3185"/>
                    <a:pt x="7925" y="2957"/>
                    <a:pt x="7623" y="2957"/>
                  </a:cubicBezTo>
                  <a:close/>
                  <a:moveTo>
                    <a:pt x="7962" y="3741"/>
                  </a:moveTo>
                  <a:cubicBezTo>
                    <a:pt x="7940" y="3920"/>
                    <a:pt x="7841" y="4044"/>
                    <a:pt x="7625" y="4044"/>
                  </a:cubicBezTo>
                  <a:cubicBezTo>
                    <a:pt x="7415" y="4044"/>
                    <a:pt x="7315" y="3916"/>
                    <a:pt x="7289" y="3739"/>
                  </a:cubicBezTo>
                  <a:cubicBezTo>
                    <a:pt x="7272" y="3613"/>
                    <a:pt x="7272" y="3485"/>
                    <a:pt x="7289" y="3359"/>
                  </a:cubicBezTo>
                  <a:cubicBezTo>
                    <a:pt x="7315" y="3177"/>
                    <a:pt x="7420" y="3056"/>
                    <a:pt x="7625" y="3056"/>
                  </a:cubicBezTo>
                  <a:cubicBezTo>
                    <a:pt x="7839" y="3056"/>
                    <a:pt x="7940" y="3177"/>
                    <a:pt x="7962" y="3361"/>
                  </a:cubicBezTo>
                  <a:cubicBezTo>
                    <a:pt x="7976" y="3487"/>
                    <a:pt x="7976" y="3615"/>
                    <a:pt x="7962" y="3741"/>
                  </a:cubicBezTo>
                  <a:close/>
                  <a:moveTo>
                    <a:pt x="13826" y="3916"/>
                  </a:moveTo>
                  <a:cubicBezTo>
                    <a:pt x="13826" y="3288"/>
                    <a:pt x="13826" y="3288"/>
                    <a:pt x="13826" y="3288"/>
                  </a:cubicBezTo>
                  <a:cubicBezTo>
                    <a:pt x="13826" y="3092"/>
                    <a:pt x="13685" y="2961"/>
                    <a:pt x="13509" y="2961"/>
                  </a:cubicBezTo>
                  <a:cubicBezTo>
                    <a:pt x="13303" y="2961"/>
                    <a:pt x="13196" y="3080"/>
                    <a:pt x="13058" y="3221"/>
                  </a:cubicBezTo>
                  <a:cubicBezTo>
                    <a:pt x="13016" y="2986"/>
                    <a:pt x="13016" y="2986"/>
                    <a:pt x="13016" y="2986"/>
                  </a:cubicBezTo>
                  <a:cubicBezTo>
                    <a:pt x="12654" y="2986"/>
                    <a:pt x="12654" y="2986"/>
                    <a:pt x="12654" y="2986"/>
                  </a:cubicBezTo>
                  <a:cubicBezTo>
                    <a:pt x="12654" y="3073"/>
                    <a:pt x="12654" y="3073"/>
                    <a:pt x="12654" y="3073"/>
                  </a:cubicBezTo>
                  <a:cubicBezTo>
                    <a:pt x="12724" y="3073"/>
                    <a:pt x="12724" y="3073"/>
                    <a:pt x="12724" y="3073"/>
                  </a:cubicBezTo>
                  <a:cubicBezTo>
                    <a:pt x="12758" y="3073"/>
                    <a:pt x="12850" y="3158"/>
                    <a:pt x="12850" y="3194"/>
                  </a:cubicBezTo>
                  <a:cubicBezTo>
                    <a:pt x="12850" y="3915"/>
                    <a:pt x="12850" y="3915"/>
                    <a:pt x="12850" y="3915"/>
                  </a:cubicBezTo>
                  <a:cubicBezTo>
                    <a:pt x="12850" y="3954"/>
                    <a:pt x="12758" y="4036"/>
                    <a:pt x="12724" y="4036"/>
                  </a:cubicBezTo>
                  <a:cubicBezTo>
                    <a:pt x="12586" y="4036"/>
                    <a:pt x="12586" y="4036"/>
                    <a:pt x="12586" y="4036"/>
                  </a:cubicBezTo>
                  <a:cubicBezTo>
                    <a:pt x="12555" y="4036"/>
                    <a:pt x="12460" y="3954"/>
                    <a:pt x="12460" y="3915"/>
                  </a:cubicBezTo>
                  <a:cubicBezTo>
                    <a:pt x="12460" y="3302"/>
                    <a:pt x="12460" y="3302"/>
                    <a:pt x="12460" y="3302"/>
                  </a:cubicBezTo>
                  <a:cubicBezTo>
                    <a:pt x="12460" y="3077"/>
                    <a:pt x="12267" y="2956"/>
                    <a:pt x="12020" y="2956"/>
                  </a:cubicBezTo>
                  <a:cubicBezTo>
                    <a:pt x="11787" y="2956"/>
                    <a:pt x="11639" y="3041"/>
                    <a:pt x="11545" y="3138"/>
                  </a:cubicBezTo>
                  <a:cubicBezTo>
                    <a:pt x="11698" y="3367"/>
                    <a:pt x="11698" y="3367"/>
                    <a:pt x="11698" y="3367"/>
                  </a:cubicBezTo>
                  <a:cubicBezTo>
                    <a:pt x="11780" y="3367"/>
                    <a:pt x="11780" y="3367"/>
                    <a:pt x="11780" y="3367"/>
                  </a:cubicBezTo>
                  <a:cubicBezTo>
                    <a:pt x="11695" y="3171"/>
                    <a:pt x="11773" y="3041"/>
                    <a:pt x="11969" y="3041"/>
                  </a:cubicBezTo>
                  <a:cubicBezTo>
                    <a:pt x="12175" y="3041"/>
                    <a:pt x="12252" y="3138"/>
                    <a:pt x="12250" y="3300"/>
                  </a:cubicBezTo>
                  <a:cubicBezTo>
                    <a:pt x="12247" y="3435"/>
                    <a:pt x="12247" y="3435"/>
                    <a:pt x="12247" y="3435"/>
                  </a:cubicBezTo>
                  <a:cubicBezTo>
                    <a:pt x="11952" y="3496"/>
                    <a:pt x="11952" y="3496"/>
                    <a:pt x="11952" y="3496"/>
                  </a:cubicBezTo>
                  <a:cubicBezTo>
                    <a:pt x="11790" y="3531"/>
                    <a:pt x="11578" y="3608"/>
                    <a:pt x="11578" y="3836"/>
                  </a:cubicBezTo>
                  <a:cubicBezTo>
                    <a:pt x="11578" y="4023"/>
                    <a:pt x="11714" y="4146"/>
                    <a:pt x="11871" y="4146"/>
                  </a:cubicBezTo>
                  <a:cubicBezTo>
                    <a:pt x="12041" y="4146"/>
                    <a:pt x="12162" y="4008"/>
                    <a:pt x="12254" y="3890"/>
                  </a:cubicBezTo>
                  <a:cubicBezTo>
                    <a:pt x="12283" y="4125"/>
                    <a:pt x="12283" y="4125"/>
                    <a:pt x="12283" y="4125"/>
                  </a:cubicBezTo>
                  <a:cubicBezTo>
                    <a:pt x="13251" y="4125"/>
                    <a:pt x="13251" y="4125"/>
                    <a:pt x="13251" y="4125"/>
                  </a:cubicBezTo>
                  <a:cubicBezTo>
                    <a:pt x="13251" y="4038"/>
                    <a:pt x="13251" y="4038"/>
                    <a:pt x="13251" y="4038"/>
                  </a:cubicBezTo>
                  <a:cubicBezTo>
                    <a:pt x="13186" y="4038"/>
                    <a:pt x="13186" y="4038"/>
                    <a:pt x="13186" y="4038"/>
                  </a:cubicBezTo>
                  <a:cubicBezTo>
                    <a:pt x="13152" y="4038"/>
                    <a:pt x="13060" y="3955"/>
                    <a:pt x="13060" y="3917"/>
                  </a:cubicBezTo>
                  <a:cubicBezTo>
                    <a:pt x="13060" y="3342"/>
                    <a:pt x="13060" y="3342"/>
                    <a:pt x="13060" y="3342"/>
                  </a:cubicBezTo>
                  <a:cubicBezTo>
                    <a:pt x="13060" y="3264"/>
                    <a:pt x="13271" y="3104"/>
                    <a:pt x="13433" y="3104"/>
                  </a:cubicBezTo>
                  <a:cubicBezTo>
                    <a:pt x="13557" y="3104"/>
                    <a:pt x="13615" y="3190"/>
                    <a:pt x="13615" y="3301"/>
                  </a:cubicBezTo>
                  <a:cubicBezTo>
                    <a:pt x="13615" y="3916"/>
                    <a:pt x="13615" y="3916"/>
                    <a:pt x="13615" y="3916"/>
                  </a:cubicBezTo>
                  <a:cubicBezTo>
                    <a:pt x="13615" y="3954"/>
                    <a:pt x="13523" y="4037"/>
                    <a:pt x="13489" y="4037"/>
                  </a:cubicBezTo>
                  <a:cubicBezTo>
                    <a:pt x="13423" y="4037"/>
                    <a:pt x="13423" y="4037"/>
                    <a:pt x="13423" y="4037"/>
                  </a:cubicBezTo>
                  <a:cubicBezTo>
                    <a:pt x="13423" y="4124"/>
                    <a:pt x="13423" y="4124"/>
                    <a:pt x="13423" y="4124"/>
                  </a:cubicBezTo>
                  <a:cubicBezTo>
                    <a:pt x="14022" y="4124"/>
                    <a:pt x="14022" y="4124"/>
                    <a:pt x="14022" y="4124"/>
                  </a:cubicBezTo>
                  <a:cubicBezTo>
                    <a:pt x="14022" y="4037"/>
                    <a:pt x="14022" y="4037"/>
                    <a:pt x="14022" y="4037"/>
                  </a:cubicBezTo>
                  <a:cubicBezTo>
                    <a:pt x="13952" y="4037"/>
                    <a:pt x="13952" y="4037"/>
                    <a:pt x="13952" y="4037"/>
                  </a:cubicBezTo>
                  <a:cubicBezTo>
                    <a:pt x="13918" y="4037"/>
                    <a:pt x="13826" y="3954"/>
                    <a:pt x="13826" y="3916"/>
                  </a:cubicBezTo>
                  <a:close/>
                  <a:moveTo>
                    <a:pt x="12250" y="3787"/>
                  </a:moveTo>
                  <a:cubicBezTo>
                    <a:pt x="12201" y="3873"/>
                    <a:pt x="12080" y="3988"/>
                    <a:pt x="11969" y="3988"/>
                  </a:cubicBezTo>
                  <a:cubicBezTo>
                    <a:pt x="11872" y="3993"/>
                    <a:pt x="11789" y="3918"/>
                    <a:pt x="11785" y="3820"/>
                  </a:cubicBezTo>
                  <a:cubicBezTo>
                    <a:pt x="11785" y="3816"/>
                    <a:pt x="11785" y="3811"/>
                    <a:pt x="11785" y="3807"/>
                  </a:cubicBezTo>
                  <a:cubicBezTo>
                    <a:pt x="11785" y="3693"/>
                    <a:pt x="11833" y="3618"/>
                    <a:pt x="11977" y="3582"/>
                  </a:cubicBezTo>
                  <a:cubicBezTo>
                    <a:pt x="12251" y="3511"/>
                    <a:pt x="12251" y="3511"/>
                    <a:pt x="12251" y="3511"/>
                  </a:cubicBezTo>
                  <a:lnTo>
                    <a:pt x="12250" y="3787"/>
                  </a:lnTo>
                  <a:close/>
                  <a:moveTo>
                    <a:pt x="8336" y="1790"/>
                  </a:moveTo>
                  <a:cubicBezTo>
                    <a:pt x="8617" y="1790"/>
                    <a:pt x="8765" y="1637"/>
                    <a:pt x="8840" y="1388"/>
                  </a:cubicBezTo>
                  <a:cubicBezTo>
                    <a:pt x="8769" y="1388"/>
                    <a:pt x="8769" y="1388"/>
                    <a:pt x="8769" y="1388"/>
                  </a:cubicBezTo>
                  <a:cubicBezTo>
                    <a:pt x="8697" y="1519"/>
                    <a:pt x="8605" y="1584"/>
                    <a:pt x="8411" y="1584"/>
                  </a:cubicBezTo>
                  <a:cubicBezTo>
                    <a:pt x="8152" y="1584"/>
                    <a:pt x="8002" y="1349"/>
                    <a:pt x="7997" y="1141"/>
                  </a:cubicBezTo>
                  <a:cubicBezTo>
                    <a:pt x="8758" y="1080"/>
                    <a:pt x="8758" y="1080"/>
                    <a:pt x="8758" y="1080"/>
                  </a:cubicBezTo>
                  <a:cubicBezTo>
                    <a:pt x="8753" y="997"/>
                    <a:pt x="8753" y="997"/>
                    <a:pt x="8753" y="997"/>
                  </a:cubicBezTo>
                  <a:cubicBezTo>
                    <a:pt x="8740" y="774"/>
                    <a:pt x="8595" y="600"/>
                    <a:pt x="8336" y="598"/>
                  </a:cubicBezTo>
                  <a:cubicBezTo>
                    <a:pt x="8041" y="595"/>
                    <a:pt x="7811" y="857"/>
                    <a:pt x="7811" y="1196"/>
                  </a:cubicBezTo>
                  <a:cubicBezTo>
                    <a:pt x="7811" y="1519"/>
                    <a:pt x="8033" y="1790"/>
                    <a:pt x="8336" y="1790"/>
                  </a:cubicBezTo>
                  <a:close/>
                  <a:moveTo>
                    <a:pt x="8331" y="686"/>
                  </a:moveTo>
                  <a:cubicBezTo>
                    <a:pt x="8554" y="686"/>
                    <a:pt x="8578" y="850"/>
                    <a:pt x="8559" y="1013"/>
                  </a:cubicBezTo>
                  <a:cubicBezTo>
                    <a:pt x="7990" y="1061"/>
                    <a:pt x="7990" y="1061"/>
                    <a:pt x="7990" y="1061"/>
                  </a:cubicBezTo>
                  <a:cubicBezTo>
                    <a:pt x="7997" y="882"/>
                    <a:pt x="8094" y="686"/>
                    <a:pt x="8331" y="686"/>
                  </a:cubicBezTo>
                  <a:close/>
                  <a:moveTo>
                    <a:pt x="8947" y="843"/>
                  </a:moveTo>
                  <a:cubicBezTo>
                    <a:pt x="9349" y="1635"/>
                    <a:pt x="9349" y="1635"/>
                    <a:pt x="9349" y="1635"/>
                  </a:cubicBezTo>
                  <a:cubicBezTo>
                    <a:pt x="9005" y="2259"/>
                    <a:pt x="9005" y="2259"/>
                    <a:pt x="9005" y="2259"/>
                  </a:cubicBezTo>
                  <a:cubicBezTo>
                    <a:pt x="9105" y="2310"/>
                    <a:pt x="9105" y="2310"/>
                    <a:pt x="9105" y="2310"/>
                  </a:cubicBezTo>
                  <a:cubicBezTo>
                    <a:pt x="9444" y="1669"/>
                    <a:pt x="9444" y="1669"/>
                    <a:pt x="9444" y="1669"/>
                  </a:cubicBezTo>
                  <a:cubicBezTo>
                    <a:pt x="9828" y="839"/>
                    <a:pt x="9828" y="839"/>
                    <a:pt x="9828" y="839"/>
                  </a:cubicBezTo>
                  <a:cubicBezTo>
                    <a:pt x="9853" y="800"/>
                    <a:pt x="9935" y="713"/>
                    <a:pt x="9962" y="713"/>
                  </a:cubicBezTo>
                  <a:cubicBezTo>
                    <a:pt x="10015" y="713"/>
                    <a:pt x="10015" y="713"/>
                    <a:pt x="10015" y="713"/>
                  </a:cubicBezTo>
                  <a:cubicBezTo>
                    <a:pt x="10015" y="626"/>
                    <a:pt x="10015" y="626"/>
                    <a:pt x="10015" y="626"/>
                  </a:cubicBezTo>
                  <a:cubicBezTo>
                    <a:pt x="9553" y="626"/>
                    <a:pt x="9553" y="626"/>
                    <a:pt x="9553" y="626"/>
                  </a:cubicBezTo>
                  <a:cubicBezTo>
                    <a:pt x="9553" y="713"/>
                    <a:pt x="9553" y="713"/>
                    <a:pt x="9553" y="713"/>
                  </a:cubicBezTo>
                  <a:cubicBezTo>
                    <a:pt x="9623" y="713"/>
                    <a:pt x="9623" y="713"/>
                    <a:pt x="9623" y="713"/>
                  </a:cubicBezTo>
                  <a:cubicBezTo>
                    <a:pt x="9654" y="713"/>
                    <a:pt x="9725" y="793"/>
                    <a:pt x="9722" y="839"/>
                  </a:cubicBezTo>
                  <a:cubicBezTo>
                    <a:pt x="9470" y="1398"/>
                    <a:pt x="9470" y="1398"/>
                    <a:pt x="9470" y="1398"/>
                  </a:cubicBezTo>
                  <a:cubicBezTo>
                    <a:pt x="9194" y="836"/>
                    <a:pt x="9194" y="836"/>
                    <a:pt x="9194" y="836"/>
                  </a:cubicBezTo>
                  <a:cubicBezTo>
                    <a:pt x="9194" y="794"/>
                    <a:pt x="9262" y="713"/>
                    <a:pt x="9293" y="713"/>
                  </a:cubicBezTo>
                  <a:cubicBezTo>
                    <a:pt x="9364" y="713"/>
                    <a:pt x="9364" y="713"/>
                    <a:pt x="9364" y="713"/>
                  </a:cubicBezTo>
                  <a:cubicBezTo>
                    <a:pt x="9364" y="626"/>
                    <a:pt x="9364" y="626"/>
                    <a:pt x="9364" y="626"/>
                  </a:cubicBezTo>
                  <a:cubicBezTo>
                    <a:pt x="8749" y="626"/>
                    <a:pt x="8749" y="626"/>
                    <a:pt x="8749" y="626"/>
                  </a:cubicBezTo>
                  <a:cubicBezTo>
                    <a:pt x="8749" y="713"/>
                    <a:pt x="8749" y="713"/>
                    <a:pt x="8749" y="713"/>
                  </a:cubicBezTo>
                  <a:cubicBezTo>
                    <a:pt x="8800" y="713"/>
                    <a:pt x="8800" y="713"/>
                    <a:pt x="8800" y="713"/>
                  </a:cubicBezTo>
                  <a:cubicBezTo>
                    <a:pt x="8829" y="712"/>
                    <a:pt x="8928" y="807"/>
                    <a:pt x="8947" y="843"/>
                  </a:cubicBezTo>
                  <a:close/>
                  <a:moveTo>
                    <a:pt x="5117" y="349"/>
                  </a:moveTo>
                  <a:cubicBezTo>
                    <a:pt x="5195" y="353"/>
                    <a:pt x="5261" y="293"/>
                    <a:pt x="5265" y="215"/>
                  </a:cubicBezTo>
                  <a:cubicBezTo>
                    <a:pt x="5265" y="210"/>
                    <a:pt x="5265" y="206"/>
                    <a:pt x="5265" y="201"/>
                  </a:cubicBezTo>
                  <a:cubicBezTo>
                    <a:pt x="5265" y="112"/>
                    <a:pt x="5202" y="56"/>
                    <a:pt x="5117" y="56"/>
                  </a:cubicBezTo>
                  <a:cubicBezTo>
                    <a:pt x="5032" y="56"/>
                    <a:pt x="4967" y="112"/>
                    <a:pt x="4967" y="201"/>
                  </a:cubicBezTo>
                  <a:cubicBezTo>
                    <a:pt x="4965" y="280"/>
                    <a:pt x="5026" y="346"/>
                    <a:pt x="5105" y="349"/>
                  </a:cubicBezTo>
                  <a:cubicBezTo>
                    <a:pt x="5109" y="349"/>
                    <a:pt x="5113" y="349"/>
                    <a:pt x="5117" y="349"/>
                  </a:cubicBezTo>
                  <a:close/>
                  <a:moveTo>
                    <a:pt x="3836" y="1676"/>
                  </a:moveTo>
                  <a:cubicBezTo>
                    <a:pt x="3749" y="1676"/>
                    <a:pt x="3749" y="1676"/>
                    <a:pt x="3749" y="1676"/>
                  </a:cubicBezTo>
                  <a:cubicBezTo>
                    <a:pt x="3715" y="1676"/>
                    <a:pt x="3613" y="1579"/>
                    <a:pt x="3613" y="1543"/>
                  </a:cubicBezTo>
                  <a:cubicBezTo>
                    <a:pt x="3613" y="1075"/>
                    <a:pt x="3613" y="1075"/>
                    <a:pt x="3613" y="1075"/>
                  </a:cubicBezTo>
                  <a:cubicBezTo>
                    <a:pt x="3793" y="882"/>
                    <a:pt x="3793" y="882"/>
                    <a:pt x="3793" y="882"/>
                  </a:cubicBezTo>
                  <a:cubicBezTo>
                    <a:pt x="4403" y="1763"/>
                    <a:pt x="4403" y="1763"/>
                    <a:pt x="4403" y="1763"/>
                  </a:cubicBezTo>
                  <a:cubicBezTo>
                    <a:pt x="6040" y="1763"/>
                    <a:pt x="6040" y="1763"/>
                    <a:pt x="6040" y="1763"/>
                  </a:cubicBezTo>
                  <a:cubicBezTo>
                    <a:pt x="6040" y="1676"/>
                    <a:pt x="6040" y="1676"/>
                    <a:pt x="6040" y="1676"/>
                  </a:cubicBezTo>
                  <a:cubicBezTo>
                    <a:pt x="5974" y="1676"/>
                    <a:pt x="5974" y="1676"/>
                    <a:pt x="5974" y="1676"/>
                  </a:cubicBezTo>
                  <a:cubicBezTo>
                    <a:pt x="5940" y="1676"/>
                    <a:pt x="5848" y="1594"/>
                    <a:pt x="5848" y="1555"/>
                  </a:cubicBezTo>
                  <a:cubicBezTo>
                    <a:pt x="5848" y="981"/>
                    <a:pt x="5848" y="981"/>
                    <a:pt x="5848" y="981"/>
                  </a:cubicBezTo>
                  <a:cubicBezTo>
                    <a:pt x="5848" y="904"/>
                    <a:pt x="6059" y="744"/>
                    <a:pt x="6221" y="744"/>
                  </a:cubicBezTo>
                  <a:cubicBezTo>
                    <a:pt x="6345" y="744"/>
                    <a:pt x="6403" y="829"/>
                    <a:pt x="6403" y="940"/>
                  </a:cubicBezTo>
                  <a:cubicBezTo>
                    <a:pt x="6403" y="1555"/>
                    <a:pt x="6403" y="1555"/>
                    <a:pt x="6403" y="1555"/>
                  </a:cubicBezTo>
                  <a:cubicBezTo>
                    <a:pt x="6403" y="1594"/>
                    <a:pt x="6311" y="1676"/>
                    <a:pt x="6277" y="1676"/>
                  </a:cubicBezTo>
                  <a:cubicBezTo>
                    <a:pt x="6211" y="1676"/>
                    <a:pt x="6211" y="1676"/>
                    <a:pt x="6211" y="1676"/>
                  </a:cubicBezTo>
                  <a:cubicBezTo>
                    <a:pt x="6211" y="1763"/>
                    <a:pt x="6211" y="1763"/>
                    <a:pt x="6211" y="1763"/>
                  </a:cubicBezTo>
                  <a:cubicBezTo>
                    <a:pt x="6810" y="1763"/>
                    <a:pt x="6810" y="1763"/>
                    <a:pt x="6810" y="1763"/>
                  </a:cubicBezTo>
                  <a:cubicBezTo>
                    <a:pt x="6810" y="1676"/>
                    <a:pt x="6810" y="1676"/>
                    <a:pt x="6810" y="1676"/>
                  </a:cubicBezTo>
                  <a:cubicBezTo>
                    <a:pt x="6739" y="1676"/>
                    <a:pt x="6739" y="1676"/>
                    <a:pt x="6739" y="1676"/>
                  </a:cubicBezTo>
                  <a:cubicBezTo>
                    <a:pt x="6706" y="1676"/>
                    <a:pt x="6613" y="1594"/>
                    <a:pt x="6613" y="1555"/>
                  </a:cubicBezTo>
                  <a:cubicBezTo>
                    <a:pt x="6613" y="928"/>
                    <a:pt x="6613" y="928"/>
                    <a:pt x="6613" y="928"/>
                  </a:cubicBezTo>
                  <a:cubicBezTo>
                    <a:pt x="6613" y="732"/>
                    <a:pt x="6473" y="601"/>
                    <a:pt x="6296" y="601"/>
                  </a:cubicBezTo>
                  <a:cubicBezTo>
                    <a:pt x="6091" y="601"/>
                    <a:pt x="5984" y="720"/>
                    <a:pt x="5846" y="860"/>
                  </a:cubicBezTo>
                  <a:cubicBezTo>
                    <a:pt x="5803" y="625"/>
                    <a:pt x="5803" y="625"/>
                    <a:pt x="5803" y="625"/>
                  </a:cubicBezTo>
                  <a:cubicBezTo>
                    <a:pt x="5441" y="625"/>
                    <a:pt x="5441" y="625"/>
                    <a:pt x="5441" y="625"/>
                  </a:cubicBezTo>
                  <a:cubicBezTo>
                    <a:pt x="5441" y="712"/>
                    <a:pt x="5441" y="712"/>
                    <a:pt x="5441" y="712"/>
                  </a:cubicBezTo>
                  <a:cubicBezTo>
                    <a:pt x="5512" y="712"/>
                    <a:pt x="5512" y="712"/>
                    <a:pt x="5512" y="712"/>
                  </a:cubicBezTo>
                  <a:cubicBezTo>
                    <a:pt x="5546" y="712"/>
                    <a:pt x="5638" y="798"/>
                    <a:pt x="5638" y="833"/>
                  </a:cubicBezTo>
                  <a:cubicBezTo>
                    <a:pt x="5638" y="1555"/>
                    <a:pt x="5638" y="1555"/>
                    <a:pt x="5638" y="1555"/>
                  </a:cubicBezTo>
                  <a:cubicBezTo>
                    <a:pt x="5638" y="1593"/>
                    <a:pt x="5546" y="1676"/>
                    <a:pt x="5512" y="1676"/>
                  </a:cubicBezTo>
                  <a:cubicBezTo>
                    <a:pt x="5371" y="1676"/>
                    <a:pt x="5371" y="1676"/>
                    <a:pt x="5371" y="1676"/>
                  </a:cubicBezTo>
                  <a:cubicBezTo>
                    <a:pt x="5340" y="1676"/>
                    <a:pt x="5245" y="1593"/>
                    <a:pt x="5245" y="1555"/>
                  </a:cubicBezTo>
                  <a:cubicBezTo>
                    <a:pt x="5245" y="625"/>
                    <a:pt x="5245" y="625"/>
                    <a:pt x="5245" y="625"/>
                  </a:cubicBezTo>
                  <a:cubicBezTo>
                    <a:pt x="4836" y="625"/>
                    <a:pt x="4836" y="625"/>
                    <a:pt x="4836" y="625"/>
                  </a:cubicBezTo>
                  <a:cubicBezTo>
                    <a:pt x="4836" y="712"/>
                    <a:pt x="4836" y="712"/>
                    <a:pt x="4836" y="712"/>
                  </a:cubicBezTo>
                  <a:cubicBezTo>
                    <a:pt x="4906" y="712"/>
                    <a:pt x="4906" y="712"/>
                    <a:pt x="4906" y="712"/>
                  </a:cubicBezTo>
                  <a:cubicBezTo>
                    <a:pt x="4940" y="712"/>
                    <a:pt x="5032" y="798"/>
                    <a:pt x="5032" y="833"/>
                  </a:cubicBezTo>
                  <a:cubicBezTo>
                    <a:pt x="5032" y="1555"/>
                    <a:pt x="5032" y="1555"/>
                    <a:pt x="5032" y="1555"/>
                  </a:cubicBezTo>
                  <a:cubicBezTo>
                    <a:pt x="5032" y="1594"/>
                    <a:pt x="4940" y="1676"/>
                    <a:pt x="4906" y="1676"/>
                  </a:cubicBezTo>
                  <a:cubicBezTo>
                    <a:pt x="4778" y="1676"/>
                    <a:pt x="4778" y="1676"/>
                    <a:pt x="4778" y="1676"/>
                  </a:cubicBezTo>
                  <a:cubicBezTo>
                    <a:pt x="4742" y="1676"/>
                    <a:pt x="4599" y="1567"/>
                    <a:pt x="4570" y="1528"/>
                  </a:cubicBezTo>
                  <a:cubicBezTo>
                    <a:pt x="3953" y="707"/>
                    <a:pt x="3953" y="707"/>
                    <a:pt x="3953" y="707"/>
                  </a:cubicBezTo>
                  <a:cubicBezTo>
                    <a:pt x="4381" y="247"/>
                    <a:pt x="4381" y="247"/>
                    <a:pt x="4381" y="247"/>
                  </a:cubicBezTo>
                  <a:cubicBezTo>
                    <a:pt x="4405" y="221"/>
                    <a:pt x="4572" y="88"/>
                    <a:pt x="4606" y="88"/>
                  </a:cubicBezTo>
                  <a:cubicBezTo>
                    <a:pt x="4692" y="88"/>
                    <a:pt x="4692" y="88"/>
                    <a:pt x="4692" y="88"/>
                  </a:cubicBezTo>
                  <a:cubicBezTo>
                    <a:pt x="4692" y="0"/>
                    <a:pt x="4692" y="0"/>
                    <a:pt x="4692" y="0"/>
                  </a:cubicBezTo>
                  <a:cubicBezTo>
                    <a:pt x="4052" y="0"/>
                    <a:pt x="4052" y="0"/>
                    <a:pt x="4052" y="0"/>
                  </a:cubicBezTo>
                  <a:cubicBezTo>
                    <a:pt x="4052" y="88"/>
                    <a:pt x="4052" y="88"/>
                    <a:pt x="4052" y="88"/>
                  </a:cubicBezTo>
                  <a:cubicBezTo>
                    <a:pt x="4137" y="88"/>
                    <a:pt x="4137" y="88"/>
                    <a:pt x="4137" y="88"/>
                  </a:cubicBezTo>
                  <a:cubicBezTo>
                    <a:pt x="4171" y="88"/>
                    <a:pt x="4270" y="209"/>
                    <a:pt x="4244" y="240"/>
                  </a:cubicBezTo>
                  <a:cubicBezTo>
                    <a:pt x="3614" y="942"/>
                    <a:pt x="3614" y="942"/>
                    <a:pt x="3614" y="942"/>
                  </a:cubicBezTo>
                  <a:cubicBezTo>
                    <a:pt x="3614" y="221"/>
                    <a:pt x="3614" y="221"/>
                    <a:pt x="3614" y="221"/>
                  </a:cubicBezTo>
                  <a:cubicBezTo>
                    <a:pt x="3614" y="184"/>
                    <a:pt x="3716" y="88"/>
                    <a:pt x="3750" y="88"/>
                  </a:cubicBezTo>
                  <a:cubicBezTo>
                    <a:pt x="3837" y="88"/>
                    <a:pt x="3837" y="88"/>
                    <a:pt x="3837" y="88"/>
                  </a:cubicBezTo>
                  <a:cubicBezTo>
                    <a:pt x="3837" y="0"/>
                    <a:pt x="3837" y="0"/>
                    <a:pt x="3837" y="0"/>
                  </a:cubicBezTo>
                  <a:cubicBezTo>
                    <a:pt x="3149" y="0"/>
                    <a:pt x="3149" y="0"/>
                    <a:pt x="3149" y="0"/>
                  </a:cubicBezTo>
                  <a:cubicBezTo>
                    <a:pt x="3149" y="88"/>
                    <a:pt x="3149" y="88"/>
                    <a:pt x="3149" y="88"/>
                  </a:cubicBezTo>
                  <a:cubicBezTo>
                    <a:pt x="3236" y="88"/>
                    <a:pt x="3236" y="88"/>
                    <a:pt x="3236" y="88"/>
                  </a:cubicBezTo>
                  <a:cubicBezTo>
                    <a:pt x="3270" y="88"/>
                    <a:pt x="3371" y="184"/>
                    <a:pt x="3371" y="221"/>
                  </a:cubicBezTo>
                  <a:cubicBezTo>
                    <a:pt x="3371" y="1543"/>
                    <a:pt x="3371" y="1543"/>
                    <a:pt x="3371" y="1543"/>
                  </a:cubicBezTo>
                  <a:cubicBezTo>
                    <a:pt x="3371" y="1579"/>
                    <a:pt x="3270" y="1676"/>
                    <a:pt x="3236" y="1676"/>
                  </a:cubicBezTo>
                  <a:cubicBezTo>
                    <a:pt x="3149" y="1676"/>
                    <a:pt x="3149" y="1676"/>
                    <a:pt x="3149" y="1676"/>
                  </a:cubicBezTo>
                  <a:cubicBezTo>
                    <a:pt x="3149" y="1763"/>
                    <a:pt x="3149" y="1763"/>
                    <a:pt x="3149" y="1763"/>
                  </a:cubicBezTo>
                  <a:cubicBezTo>
                    <a:pt x="3836" y="1763"/>
                    <a:pt x="3836" y="1763"/>
                    <a:pt x="3836" y="1763"/>
                  </a:cubicBezTo>
                  <a:lnTo>
                    <a:pt x="3836" y="1676"/>
                  </a:lnTo>
                  <a:close/>
                  <a:moveTo>
                    <a:pt x="7720" y="1446"/>
                  </a:moveTo>
                  <a:cubicBezTo>
                    <a:pt x="7720" y="1262"/>
                    <a:pt x="7579" y="1163"/>
                    <a:pt x="7456" y="1114"/>
                  </a:cubicBezTo>
                  <a:cubicBezTo>
                    <a:pt x="7361" y="1078"/>
                    <a:pt x="7296" y="1049"/>
                    <a:pt x="7209" y="1013"/>
                  </a:cubicBezTo>
                  <a:cubicBezTo>
                    <a:pt x="7090" y="962"/>
                    <a:pt x="7023" y="927"/>
                    <a:pt x="7023" y="829"/>
                  </a:cubicBezTo>
                  <a:cubicBezTo>
                    <a:pt x="7023" y="739"/>
                    <a:pt x="7085" y="683"/>
                    <a:pt x="7219" y="683"/>
                  </a:cubicBezTo>
                  <a:cubicBezTo>
                    <a:pt x="7432" y="683"/>
                    <a:pt x="7565" y="884"/>
                    <a:pt x="7565" y="979"/>
                  </a:cubicBezTo>
                  <a:cubicBezTo>
                    <a:pt x="7635" y="979"/>
                    <a:pt x="7635" y="979"/>
                    <a:pt x="7635" y="979"/>
                  </a:cubicBezTo>
                  <a:cubicBezTo>
                    <a:pt x="7635" y="625"/>
                    <a:pt x="7635" y="625"/>
                    <a:pt x="7635" y="625"/>
                  </a:cubicBezTo>
                  <a:cubicBezTo>
                    <a:pt x="7572" y="625"/>
                    <a:pt x="7572" y="625"/>
                    <a:pt x="7572" y="625"/>
                  </a:cubicBezTo>
                  <a:cubicBezTo>
                    <a:pt x="7562" y="649"/>
                    <a:pt x="7543" y="657"/>
                    <a:pt x="7509" y="657"/>
                  </a:cubicBezTo>
                  <a:cubicBezTo>
                    <a:pt x="7422" y="657"/>
                    <a:pt x="7352" y="598"/>
                    <a:pt x="7226" y="598"/>
                  </a:cubicBezTo>
                  <a:cubicBezTo>
                    <a:pt x="7015" y="598"/>
                    <a:pt x="6882" y="707"/>
                    <a:pt x="6882" y="913"/>
                  </a:cubicBezTo>
                  <a:cubicBezTo>
                    <a:pt x="6882" y="1071"/>
                    <a:pt x="6986" y="1160"/>
                    <a:pt x="7124" y="1223"/>
                  </a:cubicBezTo>
                  <a:cubicBezTo>
                    <a:pt x="7216" y="1264"/>
                    <a:pt x="7282" y="1291"/>
                    <a:pt x="7361" y="1325"/>
                  </a:cubicBezTo>
                  <a:cubicBezTo>
                    <a:pt x="7463" y="1367"/>
                    <a:pt x="7577" y="1412"/>
                    <a:pt x="7577" y="1540"/>
                  </a:cubicBezTo>
                  <a:cubicBezTo>
                    <a:pt x="7577" y="1647"/>
                    <a:pt x="7497" y="1695"/>
                    <a:pt x="7354" y="1695"/>
                  </a:cubicBezTo>
                  <a:cubicBezTo>
                    <a:pt x="7107" y="1695"/>
                    <a:pt x="6952" y="1468"/>
                    <a:pt x="6952" y="1361"/>
                  </a:cubicBezTo>
                  <a:cubicBezTo>
                    <a:pt x="6882" y="1361"/>
                    <a:pt x="6882" y="1361"/>
                    <a:pt x="6882" y="1361"/>
                  </a:cubicBezTo>
                  <a:cubicBezTo>
                    <a:pt x="6882" y="1763"/>
                    <a:pt x="6882" y="1763"/>
                    <a:pt x="6882" y="1763"/>
                  </a:cubicBezTo>
                  <a:cubicBezTo>
                    <a:pt x="6938" y="1763"/>
                    <a:pt x="6938" y="1763"/>
                    <a:pt x="6938" y="1763"/>
                  </a:cubicBezTo>
                  <a:cubicBezTo>
                    <a:pt x="6967" y="1737"/>
                    <a:pt x="6979" y="1725"/>
                    <a:pt x="7025" y="1725"/>
                  </a:cubicBezTo>
                  <a:cubicBezTo>
                    <a:pt x="7124" y="1725"/>
                    <a:pt x="7209" y="1790"/>
                    <a:pt x="7354" y="1790"/>
                  </a:cubicBezTo>
                  <a:cubicBezTo>
                    <a:pt x="7570" y="1790"/>
                    <a:pt x="7720" y="1664"/>
                    <a:pt x="7720" y="1446"/>
                  </a:cubicBezTo>
                  <a:close/>
                  <a:moveTo>
                    <a:pt x="2703" y="1584"/>
                  </a:moveTo>
                  <a:cubicBezTo>
                    <a:pt x="2442" y="1584"/>
                    <a:pt x="2282" y="1383"/>
                    <a:pt x="2282" y="1129"/>
                  </a:cubicBezTo>
                  <a:cubicBezTo>
                    <a:pt x="2282" y="860"/>
                    <a:pt x="2391" y="683"/>
                    <a:pt x="2618" y="683"/>
                  </a:cubicBezTo>
                  <a:cubicBezTo>
                    <a:pt x="2815" y="683"/>
                    <a:pt x="2844" y="840"/>
                    <a:pt x="2812" y="1017"/>
                  </a:cubicBezTo>
                  <a:cubicBezTo>
                    <a:pt x="2882" y="1013"/>
                    <a:pt x="2882" y="1013"/>
                    <a:pt x="2882" y="1013"/>
                  </a:cubicBezTo>
                  <a:cubicBezTo>
                    <a:pt x="3049" y="753"/>
                    <a:pt x="3049" y="753"/>
                    <a:pt x="3049" y="753"/>
                  </a:cubicBezTo>
                  <a:cubicBezTo>
                    <a:pt x="2945" y="649"/>
                    <a:pt x="2824" y="596"/>
                    <a:pt x="2645" y="596"/>
                  </a:cubicBezTo>
                  <a:cubicBezTo>
                    <a:pt x="2345" y="596"/>
                    <a:pt x="2100" y="833"/>
                    <a:pt x="2100" y="1201"/>
                  </a:cubicBezTo>
                  <a:cubicBezTo>
                    <a:pt x="2100" y="1526"/>
                    <a:pt x="2306" y="1792"/>
                    <a:pt x="2623" y="1792"/>
                  </a:cubicBezTo>
                  <a:cubicBezTo>
                    <a:pt x="2909" y="1792"/>
                    <a:pt x="3061" y="1635"/>
                    <a:pt x="3136" y="1386"/>
                  </a:cubicBezTo>
                  <a:cubicBezTo>
                    <a:pt x="3066" y="1386"/>
                    <a:pt x="3066" y="1386"/>
                    <a:pt x="3066" y="1386"/>
                  </a:cubicBezTo>
                  <a:cubicBezTo>
                    <a:pt x="2986" y="1519"/>
                    <a:pt x="2902" y="1584"/>
                    <a:pt x="2703" y="1584"/>
                  </a:cubicBezTo>
                  <a:close/>
                  <a:moveTo>
                    <a:pt x="1053" y="1322"/>
                  </a:moveTo>
                  <a:cubicBezTo>
                    <a:pt x="1041" y="1322"/>
                    <a:pt x="1041" y="1322"/>
                    <a:pt x="1041" y="1322"/>
                  </a:cubicBezTo>
                  <a:cubicBezTo>
                    <a:pt x="511" y="0"/>
                    <a:pt x="511" y="0"/>
                    <a:pt x="511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88"/>
                    <a:pt x="0" y="88"/>
                    <a:pt x="0" y="88"/>
                  </a:cubicBezTo>
                  <a:cubicBezTo>
                    <a:pt x="87" y="88"/>
                    <a:pt x="87" y="88"/>
                    <a:pt x="87" y="88"/>
                  </a:cubicBezTo>
                  <a:cubicBezTo>
                    <a:pt x="121" y="88"/>
                    <a:pt x="223" y="184"/>
                    <a:pt x="223" y="221"/>
                  </a:cubicBezTo>
                  <a:cubicBezTo>
                    <a:pt x="223" y="1543"/>
                    <a:pt x="223" y="1543"/>
                    <a:pt x="223" y="1543"/>
                  </a:cubicBezTo>
                  <a:cubicBezTo>
                    <a:pt x="223" y="1579"/>
                    <a:pt x="121" y="1676"/>
                    <a:pt x="87" y="1676"/>
                  </a:cubicBezTo>
                  <a:cubicBezTo>
                    <a:pt x="0" y="1676"/>
                    <a:pt x="0" y="1676"/>
                    <a:pt x="0" y="1676"/>
                  </a:cubicBezTo>
                  <a:cubicBezTo>
                    <a:pt x="0" y="1763"/>
                    <a:pt x="0" y="1763"/>
                    <a:pt x="0" y="1763"/>
                  </a:cubicBezTo>
                  <a:cubicBezTo>
                    <a:pt x="549" y="1763"/>
                    <a:pt x="549" y="1763"/>
                    <a:pt x="549" y="1763"/>
                  </a:cubicBezTo>
                  <a:cubicBezTo>
                    <a:pt x="549" y="1676"/>
                    <a:pt x="549" y="1676"/>
                    <a:pt x="549" y="1676"/>
                  </a:cubicBezTo>
                  <a:cubicBezTo>
                    <a:pt x="462" y="1676"/>
                    <a:pt x="462" y="1676"/>
                    <a:pt x="462" y="1676"/>
                  </a:cubicBezTo>
                  <a:cubicBezTo>
                    <a:pt x="428" y="1676"/>
                    <a:pt x="327" y="1579"/>
                    <a:pt x="327" y="1543"/>
                  </a:cubicBezTo>
                  <a:cubicBezTo>
                    <a:pt x="327" y="233"/>
                    <a:pt x="327" y="233"/>
                    <a:pt x="327" y="233"/>
                  </a:cubicBezTo>
                  <a:cubicBezTo>
                    <a:pt x="968" y="1794"/>
                    <a:pt x="968" y="1794"/>
                    <a:pt x="968" y="1794"/>
                  </a:cubicBezTo>
                  <a:cubicBezTo>
                    <a:pt x="1609" y="259"/>
                    <a:pt x="1609" y="259"/>
                    <a:pt x="1609" y="259"/>
                  </a:cubicBezTo>
                  <a:cubicBezTo>
                    <a:pt x="1609" y="1543"/>
                    <a:pt x="1609" y="1543"/>
                    <a:pt x="1609" y="1543"/>
                  </a:cubicBezTo>
                  <a:cubicBezTo>
                    <a:pt x="1609" y="1579"/>
                    <a:pt x="1507" y="1676"/>
                    <a:pt x="1473" y="1676"/>
                  </a:cubicBezTo>
                  <a:cubicBezTo>
                    <a:pt x="1386" y="1676"/>
                    <a:pt x="1386" y="1676"/>
                    <a:pt x="1386" y="1676"/>
                  </a:cubicBezTo>
                  <a:cubicBezTo>
                    <a:pt x="1386" y="1763"/>
                    <a:pt x="1386" y="1763"/>
                    <a:pt x="1386" y="1763"/>
                  </a:cubicBezTo>
                  <a:cubicBezTo>
                    <a:pt x="2069" y="1763"/>
                    <a:pt x="2069" y="1763"/>
                    <a:pt x="2069" y="1763"/>
                  </a:cubicBezTo>
                  <a:cubicBezTo>
                    <a:pt x="2069" y="1676"/>
                    <a:pt x="2069" y="1676"/>
                    <a:pt x="2069" y="1676"/>
                  </a:cubicBezTo>
                  <a:cubicBezTo>
                    <a:pt x="1983" y="1676"/>
                    <a:pt x="1983" y="1676"/>
                    <a:pt x="1983" y="1676"/>
                  </a:cubicBezTo>
                  <a:cubicBezTo>
                    <a:pt x="1949" y="1676"/>
                    <a:pt x="1848" y="1579"/>
                    <a:pt x="1848" y="1543"/>
                  </a:cubicBezTo>
                  <a:cubicBezTo>
                    <a:pt x="1848" y="221"/>
                    <a:pt x="1848" y="221"/>
                    <a:pt x="1848" y="221"/>
                  </a:cubicBezTo>
                  <a:cubicBezTo>
                    <a:pt x="1848" y="184"/>
                    <a:pt x="1949" y="88"/>
                    <a:pt x="1983" y="88"/>
                  </a:cubicBezTo>
                  <a:cubicBezTo>
                    <a:pt x="2070" y="88"/>
                    <a:pt x="2070" y="88"/>
                    <a:pt x="2070" y="88"/>
                  </a:cubicBezTo>
                  <a:cubicBezTo>
                    <a:pt x="2070" y="0"/>
                    <a:pt x="2070" y="0"/>
                    <a:pt x="2070" y="0"/>
                  </a:cubicBezTo>
                  <a:cubicBezTo>
                    <a:pt x="1610" y="0"/>
                    <a:pt x="1610" y="0"/>
                    <a:pt x="1610" y="0"/>
                  </a:cubicBezTo>
                  <a:lnTo>
                    <a:pt x="1053" y="1322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>
                <a:latin typeface="Arial" panose="020B0604020202020204" pitchFamily="34" charset="0"/>
              </a:endParaRPr>
            </a:p>
          </p:txBody>
        </p:sp>
      </p:grpSp>
      <p:sp>
        <p:nvSpPr>
          <p:cNvPr id="10" name="5. Source" hidden="1">
            <a:extLst>
              <a:ext uri="{FF2B5EF4-FFF2-40B4-BE49-F238E27FC236}">
                <a16:creationId xmlns:a16="http://schemas.microsoft.com/office/drawing/2014/main" id="{EED9D83D-9CC3-45F3-876D-CC42BC0B70E0}"/>
              </a:ext>
            </a:extLst>
          </p:cNvPr>
          <p:cNvSpPr txBox="1"/>
          <p:nvPr userDrawn="1">
            <p:custDataLst>
              <p:tags r:id="rId4"/>
            </p:custDataLst>
          </p:nvPr>
        </p:nvSpPr>
        <p:spPr>
          <a:xfrm>
            <a:off x="554735" y="6501669"/>
            <a:ext cx="7277861" cy="12311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en-US" sz="800" dirty="0"/>
              <a:t>Source: …</a:t>
            </a:r>
          </a:p>
        </p:txBody>
      </p:sp>
    </p:spTree>
    <p:extLst>
      <p:ext uri="{BB962C8B-B14F-4D97-AF65-F5344CB8AC3E}">
        <p14:creationId xmlns:p14="http://schemas.microsoft.com/office/powerpoint/2010/main" val="1389705009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67478371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3" Type="http://schemas.openxmlformats.org/officeDocument/2006/relationships/slideLayout" Target="../slideLayouts/slideLayout13.xml"/><Relationship Id="rId18" Type="http://schemas.openxmlformats.org/officeDocument/2006/relationships/tags" Target="../tags/tag4.xml"/><Relationship Id="rId26" Type="http://schemas.openxmlformats.org/officeDocument/2006/relationships/tags" Target="../tags/tag12.xml"/><Relationship Id="rId21" Type="http://schemas.openxmlformats.org/officeDocument/2006/relationships/tags" Target="../tags/tag7.xml"/><Relationship Id="rId34" Type="http://schemas.openxmlformats.org/officeDocument/2006/relationships/tags" Target="../tags/tag20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ags" Target="../tags/tag3.xml"/><Relationship Id="rId25" Type="http://schemas.openxmlformats.org/officeDocument/2006/relationships/tags" Target="../tags/tag11.xml"/><Relationship Id="rId33" Type="http://schemas.openxmlformats.org/officeDocument/2006/relationships/tags" Target="../tags/tag19.xml"/><Relationship Id="rId38" Type="http://schemas.openxmlformats.org/officeDocument/2006/relationships/image" Target="../media/image2.svg"/><Relationship Id="rId2" Type="http://schemas.openxmlformats.org/officeDocument/2006/relationships/slideLayout" Target="../slideLayouts/slideLayout2.xml"/><Relationship Id="rId16" Type="http://schemas.openxmlformats.org/officeDocument/2006/relationships/tags" Target="../tags/tag2.xml"/><Relationship Id="rId20" Type="http://schemas.openxmlformats.org/officeDocument/2006/relationships/tags" Target="../tags/tag6.xml"/><Relationship Id="rId29" Type="http://schemas.openxmlformats.org/officeDocument/2006/relationships/tags" Target="../tags/tag15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tags" Target="../tags/tag10.xml"/><Relationship Id="rId32" Type="http://schemas.openxmlformats.org/officeDocument/2006/relationships/tags" Target="../tags/tag18.xml"/><Relationship Id="rId37" Type="http://schemas.openxmlformats.org/officeDocument/2006/relationships/image" Target="../media/image1.emf"/><Relationship Id="rId5" Type="http://schemas.openxmlformats.org/officeDocument/2006/relationships/slideLayout" Target="../slideLayouts/slideLayout5.xml"/><Relationship Id="rId15" Type="http://schemas.openxmlformats.org/officeDocument/2006/relationships/theme" Target="../theme/theme1.xml"/><Relationship Id="rId23" Type="http://schemas.openxmlformats.org/officeDocument/2006/relationships/tags" Target="../tags/tag9.xml"/><Relationship Id="rId28" Type="http://schemas.openxmlformats.org/officeDocument/2006/relationships/tags" Target="../tags/tag14.xml"/><Relationship Id="rId36" Type="http://schemas.openxmlformats.org/officeDocument/2006/relationships/oleObject" Target="../embeddings/oleObject1.bin"/><Relationship Id="rId10" Type="http://schemas.openxmlformats.org/officeDocument/2006/relationships/slideLayout" Target="../slideLayouts/slideLayout10.xml"/><Relationship Id="rId19" Type="http://schemas.openxmlformats.org/officeDocument/2006/relationships/tags" Target="../tags/tag5.xml"/><Relationship Id="rId31" Type="http://schemas.openxmlformats.org/officeDocument/2006/relationships/tags" Target="../tags/tag17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tags" Target="../tags/tag8.xml"/><Relationship Id="rId27" Type="http://schemas.openxmlformats.org/officeDocument/2006/relationships/tags" Target="../tags/tag13.xml"/><Relationship Id="rId30" Type="http://schemas.openxmlformats.org/officeDocument/2006/relationships/tags" Target="../tags/tag16.xml"/><Relationship Id="rId35" Type="http://schemas.openxmlformats.org/officeDocument/2006/relationships/tags" Target="../tags/tag21.xml"/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/Relationships>
</file>

<file path=ppt/slideMasters/_rels/slideMaster2.xml.rels><?xml version="1.0" encoding="UTF-8" standalone="yes"?>
<Relationships xmlns="http://schemas.openxmlformats.org/package/2006/relationships"><Relationship Id="rId13" Type="http://schemas.openxmlformats.org/officeDocument/2006/relationships/slideLayout" Target="../slideLayouts/slideLayout27.xml"/><Relationship Id="rId18" Type="http://schemas.openxmlformats.org/officeDocument/2006/relationships/theme" Target="../theme/theme2.xml"/><Relationship Id="rId26" Type="http://schemas.openxmlformats.org/officeDocument/2006/relationships/tags" Target="../tags/tag119.xml"/><Relationship Id="rId39" Type="http://schemas.openxmlformats.org/officeDocument/2006/relationships/tags" Target="../tags/tag132.xml"/><Relationship Id="rId21" Type="http://schemas.openxmlformats.org/officeDocument/2006/relationships/tags" Target="../tags/tag114.xml"/><Relationship Id="rId34" Type="http://schemas.openxmlformats.org/officeDocument/2006/relationships/tags" Target="../tags/tag127.xml"/><Relationship Id="rId42" Type="http://schemas.openxmlformats.org/officeDocument/2006/relationships/image" Target="../media/image9.svg"/><Relationship Id="rId7" Type="http://schemas.openxmlformats.org/officeDocument/2006/relationships/slideLayout" Target="../slideLayouts/slideLayout21.xml"/><Relationship Id="rId2" Type="http://schemas.openxmlformats.org/officeDocument/2006/relationships/slideLayout" Target="../slideLayouts/slideLayout16.xml"/><Relationship Id="rId16" Type="http://schemas.openxmlformats.org/officeDocument/2006/relationships/slideLayout" Target="../slideLayouts/slideLayout30.xml"/><Relationship Id="rId20" Type="http://schemas.openxmlformats.org/officeDocument/2006/relationships/tags" Target="../tags/tag113.xml"/><Relationship Id="rId29" Type="http://schemas.openxmlformats.org/officeDocument/2006/relationships/tags" Target="../tags/tag122.xml"/><Relationship Id="rId41" Type="http://schemas.openxmlformats.org/officeDocument/2006/relationships/image" Target="../media/image5.emf"/><Relationship Id="rId1" Type="http://schemas.openxmlformats.org/officeDocument/2006/relationships/slideLayout" Target="../slideLayouts/slideLayout15.xml"/><Relationship Id="rId6" Type="http://schemas.openxmlformats.org/officeDocument/2006/relationships/slideLayout" Target="../slideLayouts/slideLayout20.xml"/><Relationship Id="rId11" Type="http://schemas.openxmlformats.org/officeDocument/2006/relationships/slideLayout" Target="../slideLayouts/slideLayout25.xml"/><Relationship Id="rId24" Type="http://schemas.openxmlformats.org/officeDocument/2006/relationships/tags" Target="../tags/tag117.xml"/><Relationship Id="rId32" Type="http://schemas.openxmlformats.org/officeDocument/2006/relationships/tags" Target="../tags/tag125.xml"/><Relationship Id="rId37" Type="http://schemas.openxmlformats.org/officeDocument/2006/relationships/tags" Target="../tags/tag130.xml"/><Relationship Id="rId40" Type="http://schemas.openxmlformats.org/officeDocument/2006/relationships/oleObject" Target="../embeddings/oleObject11.bin"/><Relationship Id="rId5" Type="http://schemas.openxmlformats.org/officeDocument/2006/relationships/slideLayout" Target="../slideLayouts/slideLayout19.xml"/><Relationship Id="rId15" Type="http://schemas.openxmlformats.org/officeDocument/2006/relationships/slideLayout" Target="../slideLayouts/slideLayout29.xml"/><Relationship Id="rId23" Type="http://schemas.openxmlformats.org/officeDocument/2006/relationships/tags" Target="../tags/tag116.xml"/><Relationship Id="rId28" Type="http://schemas.openxmlformats.org/officeDocument/2006/relationships/tags" Target="../tags/tag121.xml"/><Relationship Id="rId36" Type="http://schemas.openxmlformats.org/officeDocument/2006/relationships/tags" Target="../tags/tag129.xml"/><Relationship Id="rId10" Type="http://schemas.openxmlformats.org/officeDocument/2006/relationships/slideLayout" Target="../slideLayouts/slideLayout24.xml"/><Relationship Id="rId19" Type="http://schemas.openxmlformats.org/officeDocument/2006/relationships/tags" Target="../tags/tag112.xml"/><Relationship Id="rId31" Type="http://schemas.openxmlformats.org/officeDocument/2006/relationships/tags" Target="../tags/tag124.xml"/><Relationship Id="rId4" Type="http://schemas.openxmlformats.org/officeDocument/2006/relationships/slideLayout" Target="../slideLayouts/slideLayout18.xml"/><Relationship Id="rId9" Type="http://schemas.openxmlformats.org/officeDocument/2006/relationships/slideLayout" Target="../slideLayouts/slideLayout23.xml"/><Relationship Id="rId14" Type="http://schemas.openxmlformats.org/officeDocument/2006/relationships/slideLayout" Target="../slideLayouts/slideLayout28.xml"/><Relationship Id="rId22" Type="http://schemas.openxmlformats.org/officeDocument/2006/relationships/tags" Target="../tags/tag115.xml"/><Relationship Id="rId27" Type="http://schemas.openxmlformats.org/officeDocument/2006/relationships/tags" Target="../tags/tag120.xml"/><Relationship Id="rId30" Type="http://schemas.openxmlformats.org/officeDocument/2006/relationships/tags" Target="../tags/tag123.xml"/><Relationship Id="rId35" Type="http://schemas.openxmlformats.org/officeDocument/2006/relationships/tags" Target="../tags/tag128.xml"/><Relationship Id="rId8" Type="http://schemas.openxmlformats.org/officeDocument/2006/relationships/slideLayout" Target="../slideLayouts/slideLayout22.xml"/><Relationship Id="rId3" Type="http://schemas.openxmlformats.org/officeDocument/2006/relationships/slideLayout" Target="../slideLayouts/slideLayout17.xml"/><Relationship Id="rId12" Type="http://schemas.openxmlformats.org/officeDocument/2006/relationships/slideLayout" Target="../slideLayouts/slideLayout26.xml"/><Relationship Id="rId17" Type="http://schemas.openxmlformats.org/officeDocument/2006/relationships/slideLayout" Target="../slideLayouts/slideLayout31.xml"/><Relationship Id="rId25" Type="http://schemas.openxmlformats.org/officeDocument/2006/relationships/tags" Target="../tags/tag118.xml"/><Relationship Id="rId33" Type="http://schemas.openxmlformats.org/officeDocument/2006/relationships/tags" Target="../tags/tag126.xml"/><Relationship Id="rId38" Type="http://schemas.openxmlformats.org/officeDocument/2006/relationships/tags" Target="../tags/tag131.xml"/></Relationships>
</file>

<file path=ppt/slideMasters/_rels/slideMaster3.xml.rels><?xml version="1.0" encoding="UTF-8" standalone="yes"?>
<Relationships xmlns="http://schemas.openxmlformats.org/package/2006/relationships"><Relationship Id="rId2" Type="http://schemas.openxmlformats.org/officeDocument/2006/relationships/theme" Target="../theme/theme3.xml"/><Relationship Id="rId1" Type="http://schemas.openxmlformats.org/officeDocument/2006/relationships/slideLayout" Target="../slideLayouts/slideLayout3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Object 2" hidden="1">
            <a:extLst>
              <a:ext uri="{FF2B5EF4-FFF2-40B4-BE49-F238E27FC236}">
                <a16:creationId xmlns:a16="http://schemas.microsoft.com/office/drawing/2014/main" id="{4BC40847-AF8B-4097-9A07-2349A751A051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6"/>
            </p:custDataLst>
            <p:extLst>
              <p:ext uri="{D42A27DB-BD31-4B8C-83A1-F6EECF244321}">
                <p14:modId xmlns:p14="http://schemas.microsoft.com/office/powerpoint/2010/main" val="1584283879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6" imgW="413" imgH="416" progId="TCLayout.ActiveDocument.1">
                  <p:embed/>
                </p:oleObj>
              </mc:Choice>
              <mc:Fallback>
                <p:oleObj name="think-cell Slide" r:id="rId36" imgW="413" imgH="416" progId="TCLayout.ActiveDocument.1">
                  <p:embed/>
                  <p:pic>
                    <p:nvPicPr>
                      <p:cNvPr id="3" name="Object 2" hidden="1">
                        <a:extLst>
                          <a:ext uri="{FF2B5EF4-FFF2-40B4-BE49-F238E27FC236}">
                            <a16:creationId xmlns:a16="http://schemas.microsoft.com/office/drawing/2014/main" id="{4BC40847-AF8B-4097-9A07-2349A751A051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37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Rectangle 1" hidden="1">
            <a:extLst>
              <a:ext uri="{FF2B5EF4-FFF2-40B4-BE49-F238E27FC236}">
                <a16:creationId xmlns:a16="http://schemas.microsoft.com/office/drawing/2014/main" id="{A194173E-7BB3-47F4-8EAD-18BFC563F97A}"/>
              </a:ext>
            </a:extLst>
          </p:cNvPr>
          <p:cNvSpPr/>
          <p:nvPr userDrawn="1">
            <p:custDataLst>
              <p:tags r:id="rId17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  <a:solidFill>
            <a:schemeClr val="accent1"/>
          </a:solidFill>
          <a:ln w="6350" cap="sq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lvl="0" indent="0" algn="ctr" eaLnBrk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endParaRPr lang="en-US" sz="2500" b="1" i="0" baseline="0" dirty="0" err="1">
              <a:solidFill>
                <a:schemeClr val="bg1"/>
              </a:solidFill>
              <a:latin typeface="Georgia" panose="02040502050405020303" pitchFamily="18" charset="0"/>
              <a:ea typeface="+mj-ea"/>
              <a:cs typeface="+mj-cs"/>
              <a:sym typeface="Georgia" panose="02040502050405020303" pitchFamily="18" charset="0"/>
            </a:endParaRPr>
          </a:p>
        </p:txBody>
      </p:sp>
      <p:sp>
        <p:nvSpPr>
          <p:cNvPr id="16" name="4. Footnote" hidden="1">
            <a:extLst>
              <a:ext uri="{FF2B5EF4-FFF2-40B4-BE49-F238E27FC236}">
                <a16:creationId xmlns:a16="http://schemas.microsoft.com/office/drawing/2014/main" id="{772E4927-517C-4D61-9929-9FFDE5F31A03}"/>
              </a:ext>
            </a:extLst>
          </p:cNvPr>
          <p:cNvSpPr txBox="1"/>
          <p:nvPr userDrawn="1">
            <p:custDataLst>
              <p:tags r:id="rId18"/>
            </p:custDataLst>
          </p:nvPr>
        </p:nvSpPr>
        <p:spPr>
          <a:xfrm>
            <a:off x="553972" y="6279028"/>
            <a:ext cx="7278624" cy="123111"/>
          </a:xfrm>
          <a:prstGeom prst="rect">
            <a:avLst/>
          </a:prstGeom>
          <a:noFill/>
        </p:spPr>
        <p:txBody>
          <a:bodyPr wrap="square" lIns="0" tIns="0" rIns="0" bIns="0" rtlCol="0" anchor="b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800" kern="1200" dirty="0">
                <a:latin typeface="+mn-lt"/>
                <a:ea typeface="+mn-ea"/>
                <a:cs typeface="Arial" panose="020B0604020202020204" pitchFamily="34" charset="0"/>
              </a:rPr>
              <a:t>Footnotes</a:t>
            </a:r>
          </a:p>
        </p:txBody>
      </p:sp>
      <p:sp>
        <p:nvSpPr>
          <p:cNvPr id="57" name="2. Slide Title">
            <a:extLst>
              <a:ext uri="{FF2B5EF4-FFF2-40B4-BE49-F238E27FC236}">
                <a16:creationId xmlns:a16="http://schemas.microsoft.com/office/drawing/2014/main" id="{98FF70AE-7EF6-4E5B-9FFE-B44C852C9FBA}"/>
              </a:ext>
            </a:extLst>
          </p:cNvPr>
          <p:cNvSpPr>
            <a:spLocks noGrp="1"/>
          </p:cNvSpPr>
          <p:nvPr>
            <p:ph type="title"/>
            <p:custDataLst>
              <p:tags r:id="rId19"/>
            </p:custDataLst>
          </p:nvPr>
        </p:nvSpPr>
        <p:spPr>
          <a:xfrm>
            <a:off x="554736" y="172212"/>
            <a:ext cx="11082528" cy="731520"/>
          </a:xfrm>
          <a:prstGeom prst="rect">
            <a:avLst/>
          </a:prstGeom>
        </p:spPr>
        <p:txBody>
          <a:bodyPr vert="horz" wrap="square" lIns="0" tIns="0" rIns="0" bIns="0" rtlCol="0" anchor="b" anchorCtr="0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58" name="Text Placeholder 2">
            <a:extLst>
              <a:ext uri="{FF2B5EF4-FFF2-40B4-BE49-F238E27FC236}">
                <a16:creationId xmlns:a16="http://schemas.microsoft.com/office/drawing/2014/main" id="{192DB789-515B-4504-BE53-6445F242768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54736" y="2171700"/>
            <a:ext cx="11082528" cy="2523768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pic>
        <p:nvPicPr>
          <p:cNvPr id="26" name="Grid" hidden="1">
            <a:extLst>
              <a:ext uri="{FF2B5EF4-FFF2-40B4-BE49-F238E27FC236}">
                <a16:creationId xmlns:a16="http://schemas.microsoft.com/office/drawing/2014/main" id="{6579EC00-B6CE-6B6A-27BD-68A33477E9F1}"/>
              </a:ext>
            </a:extLst>
          </p:cNvPr>
          <p:cNvPicPr>
            <a:picLocks noChangeAspect="1"/>
          </p:cNvPicPr>
          <p:nvPr userDrawn="1">
            <p:custDataLst>
              <p:tags r:id="rId20"/>
            </p:custDataLst>
          </p:nvPr>
        </p:nvPicPr>
        <p:blipFill>
          <a:blip>
            <a:extLst>
              <a:ext uri="{96DAC541-7B7A-43D3-8B79-37D633B846F1}">
                <asvg:svgBlip xmlns:asvg="http://schemas.microsoft.com/office/drawing/2016/SVG/main" r:embed="rId38"/>
              </a:ext>
            </a:extLst>
          </a:blip>
          <a:stretch>
            <a:fillRect/>
          </a:stretch>
        </p:blipFill>
        <p:spPr>
          <a:xfrm>
            <a:off x="3699" y="0"/>
            <a:ext cx="12184602" cy="6858000"/>
          </a:xfrm>
          <a:prstGeom prst="rect">
            <a:avLst/>
          </a:prstGeom>
        </p:spPr>
      </p:pic>
      <p:grpSp>
        <p:nvGrpSpPr>
          <p:cNvPr id="187" name="LegendBoxes" hidden="1">
            <a:extLst>
              <a:ext uri="{FF2B5EF4-FFF2-40B4-BE49-F238E27FC236}">
                <a16:creationId xmlns:a16="http://schemas.microsoft.com/office/drawing/2014/main" id="{5048A9C9-0655-49B2-A283-6A54678F321B}"/>
              </a:ext>
            </a:extLst>
          </p:cNvPr>
          <p:cNvGrpSpPr/>
          <p:nvPr userDrawn="1"/>
        </p:nvGrpSpPr>
        <p:grpSpPr>
          <a:xfrm>
            <a:off x="10728000" y="4323600"/>
            <a:ext cx="984864" cy="1717282"/>
            <a:chOff x="9585951" y="2980105"/>
            <a:chExt cx="984864" cy="1717282"/>
          </a:xfrm>
        </p:grpSpPr>
        <p:sp>
          <p:nvSpPr>
            <p:cNvPr id="188" name="RectangleLegend1">
              <a:extLst>
                <a:ext uri="{FF2B5EF4-FFF2-40B4-BE49-F238E27FC236}">
                  <a16:creationId xmlns:a16="http://schemas.microsoft.com/office/drawing/2014/main" id="{8F219674-AEDF-41A7-B3C3-07BD8D165776}"/>
                </a:ext>
              </a:extLst>
            </p:cNvPr>
            <p:cNvSpPr/>
            <p:nvPr/>
          </p:nvSpPr>
          <p:spPr>
            <a:xfrm>
              <a:off x="9585951" y="3001463"/>
              <a:ext cx="172729" cy="172729"/>
            </a:xfrm>
            <a:prstGeom prst="rect">
              <a:avLst/>
            </a:prstGeom>
            <a:solidFill>
              <a:schemeClr val="accent1"/>
            </a:solidFill>
            <a:ln w="6350" cap="sq">
              <a:noFill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sz="1400" err="1">
                <a:solidFill>
                  <a:schemeClr val="tx1"/>
                </a:solidFill>
              </a:endParaRPr>
            </a:p>
          </p:txBody>
        </p:sp>
        <p:sp>
          <p:nvSpPr>
            <p:cNvPr id="189" name="RectangleLegend2">
              <a:extLst>
                <a:ext uri="{FF2B5EF4-FFF2-40B4-BE49-F238E27FC236}">
                  <a16:creationId xmlns:a16="http://schemas.microsoft.com/office/drawing/2014/main" id="{76884974-3CCD-4F11-B109-02708F18B04E}"/>
                </a:ext>
              </a:extLst>
            </p:cNvPr>
            <p:cNvSpPr/>
            <p:nvPr/>
          </p:nvSpPr>
          <p:spPr>
            <a:xfrm>
              <a:off x="9585951" y="3380961"/>
              <a:ext cx="172729" cy="172729"/>
            </a:xfrm>
            <a:prstGeom prst="rect">
              <a:avLst/>
            </a:prstGeom>
            <a:solidFill>
              <a:schemeClr val="accent2"/>
            </a:solidFill>
            <a:ln w="6350" cap="sq">
              <a:noFill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sz="1400" err="1">
                <a:solidFill>
                  <a:schemeClr val="tx1"/>
                </a:solidFill>
              </a:endParaRPr>
            </a:p>
          </p:txBody>
        </p:sp>
        <p:sp>
          <p:nvSpPr>
            <p:cNvPr id="190" name="RectangleLegend3">
              <a:extLst>
                <a:ext uri="{FF2B5EF4-FFF2-40B4-BE49-F238E27FC236}">
                  <a16:creationId xmlns:a16="http://schemas.microsoft.com/office/drawing/2014/main" id="{D440B2EC-6FE5-4259-BA11-DC2E3B68E637}"/>
                </a:ext>
              </a:extLst>
            </p:cNvPr>
            <p:cNvSpPr/>
            <p:nvPr/>
          </p:nvSpPr>
          <p:spPr>
            <a:xfrm>
              <a:off x="9585951" y="3754557"/>
              <a:ext cx="172729" cy="172729"/>
            </a:xfrm>
            <a:prstGeom prst="rect">
              <a:avLst/>
            </a:prstGeom>
            <a:solidFill>
              <a:schemeClr val="accent3"/>
            </a:solidFill>
            <a:ln w="6350" cap="sq">
              <a:noFill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sz="1400" err="1">
                <a:solidFill>
                  <a:schemeClr val="tx1"/>
                </a:solidFill>
              </a:endParaRPr>
            </a:p>
          </p:txBody>
        </p:sp>
        <p:sp>
          <p:nvSpPr>
            <p:cNvPr id="191" name="RectangleLegend4">
              <a:extLst>
                <a:ext uri="{FF2B5EF4-FFF2-40B4-BE49-F238E27FC236}">
                  <a16:creationId xmlns:a16="http://schemas.microsoft.com/office/drawing/2014/main" id="{52FE9D34-332E-47CD-94B8-12A069181C03}"/>
                </a:ext>
              </a:extLst>
            </p:cNvPr>
            <p:cNvSpPr/>
            <p:nvPr/>
          </p:nvSpPr>
          <p:spPr>
            <a:xfrm>
              <a:off x="9585951" y="4128153"/>
              <a:ext cx="172729" cy="172729"/>
            </a:xfrm>
            <a:prstGeom prst="rect">
              <a:avLst/>
            </a:prstGeom>
            <a:solidFill>
              <a:schemeClr val="accent4"/>
            </a:solidFill>
            <a:ln w="6350" cap="sq">
              <a:noFill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sz="1400" err="1">
                <a:solidFill>
                  <a:schemeClr val="tx1"/>
                </a:solidFill>
              </a:endParaRPr>
            </a:p>
          </p:txBody>
        </p:sp>
        <p:sp>
          <p:nvSpPr>
            <p:cNvPr id="192" name="RectangleLegend5">
              <a:extLst>
                <a:ext uri="{FF2B5EF4-FFF2-40B4-BE49-F238E27FC236}">
                  <a16:creationId xmlns:a16="http://schemas.microsoft.com/office/drawing/2014/main" id="{1D6EA8D9-42BE-4743-876B-1050D1436021}"/>
                </a:ext>
              </a:extLst>
            </p:cNvPr>
            <p:cNvSpPr/>
            <p:nvPr/>
          </p:nvSpPr>
          <p:spPr>
            <a:xfrm>
              <a:off x="9585951" y="4501749"/>
              <a:ext cx="172729" cy="172729"/>
            </a:xfrm>
            <a:prstGeom prst="rect">
              <a:avLst/>
            </a:prstGeom>
            <a:solidFill>
              <a:schemeClr val="accent5"/>
            </a:solidFill>
            <a:ln w="6350" cap="sq">
              <a:noFill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sz="1400" err="1">
                <a:solidFill>
                  <a:schemeClr val="tx1"/>
                </a:solidFill>
              </a:endParaRPr>
            </a:p>
          </p:txBody>
        </p:sp>
        <p:sp>
          <p:nvSpPr>
            <p:cNvPr id="193" name="Legend1">
              <a:extLst>
                <a:ext uri="{FF2B5EF4-FFF2-40B4-BE49-F238E27FC236}">
                  <a16:creationId xmlns:a16="http://schemas.microsoft.com/office/drawing/2014/main" id="{50F3208A-D1A9-4DEE-B968-1381D0DE88E8}"/>
                </a:ext>
              </a:extLst>
            </p:cNvPr>
            <p:cNvSpPr txBox="1"/>
            <p:nvPr/>
          </p:nvSpPr>
          <p:spPr>
            <a:xfrm>
              <a:off x="9912097" y="2980105"/>
              <a:ext cx="658718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 dirty="0"/>
                <a:t>Legend</a:t>
              </a:r>
            </a:p>
          </p:txBody>
        </p:sp>
        <p:sp>
          <p:nvSpPr>
            <p:cNvPr id="194" name="Legend2">
              <a:extLst>
                <a:ext uri="{FF2B5EF4-FFF2-40B4-BE49-F238E27FC236}">
                  <a16:creationId xmlns:a16="http://schemas.microsoft.com/office/drawing/2014/main" id="{69AC8C80-52E4-4497-A147-009E23FB42A5}"/>
                </a:ext>
              </a:extLst>
            </p:cNvPr>
            <p:cNvSpPr txBox="1"/>
            <p:nvPr/>
          </p:nvSpPr>
          <p:spPr>
            <a:xfrm>
              <a:off x="9912097" y="3359603"/>
              <a:ext cx="658718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 dirty="0"/>
                <a:t>Legend</a:t>
              </a:r>
            </a:p>
          </p:txBody>
        </p:sp>
        <p:sp>
          <p:nvSpPr>
            <p:cNvPr id="195" name="Legend3">
              <a:extLst>
                <a:ext uri="{FF2B5EF4-FFF2-40B4-BE49-F238E27FC236}">
                  <a16:creationId xmlns:a16="http://schemas.microsoft.com/office/drawing/2014/main" id="{218BEB5C-C19E-451D-B538-56A492CF74C6}"/>
                </a:ext>
              </a:extLst>
            </p:cNvPr>
            <p:cNvSpPr txBox="1"/>
            <p:nvPr/>
          </p:nvSpPr>
          <p:spPr>
            <a:xfrm>
              <a:off x="9912097" y="3739101"/>
              <a:ext cx="658718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 dirty="0"/>
                <a:t>Legend</a:t>
              </a:r>
            </a:p>
          </p:txBody>
        </p:sp>
        <p:sp>
          <p:nvSpPr>
            <p:cNvPr id="196" name="Legend4">
              <a:extLst>
                <a:ext uri="{FF2B5EF4-FFF2-40B4-BE49-F238E27FC236}">
                  <a16:creationId xmlns:a16="http://schemas.microsoft.com/office/drawing/2014/main" id="{B77C1590-32D9-4A52-8AF0-454D06E80BF2}"/>
                </a:ext>
              </a:extLst>
            </p:cNvPr>
            <p:cNvSpPr txBox="1"/>
            <p:nvPr/>
          </p:nvSpPr>
          <p:spPr>
            <a:xfrm>
              <a:off x="9912097" y="4110522"/>
              <a:ext cx="658718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 dirty="0"/>
                <a:t>Legend</a:t>
              </a:r>
            </a:p>
          </p:txBody>
        </p:sp>
        <p:sp>
          <p:nvSpPr>
            <p:cNvPr id="197" name="Legend5">
              <a:extLst>
                <a:ext uri="{FF2B5EF4-FFF2-40B4-BE49-F238E27FC236}">
                  <a16:creationId xmlns:a16="http://schemas.microsoft.com/office/drawing/2014/main" id="{A40A9DB6-E1B2-47A6-8B66-4FCDC31DD600}"/>
                </a:ext>
              </a:extLst>
            </p:cNvPr>
            <p:cNvSpPr txBox="1"/>
            <p:nvPr/>
          </p:nvSpPr>
          <p:spPr>
            <a:xfrm>
              <a:off x="9912097" y="4481943"/>
              <a:ext cx="653111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 dirty="0"/>
                <a:t>Legend</a:t>
              </a:r>
            </a:p>
          </p:txBody>
        </p:sp>
      </p:grpSp>
      <p:grpSp>
        <p:nvGrpSpPr>
          <p:cNvPr id="4" name="LegendMoons" hidden="1">
            <a:extLst>
              <a:ext uri="{FF2B5EF4-FFF2-40B4-BE49-F238E27FC236}">
                <a16:creationId xmlns:a16="http://schemas.microsoft.com/office/drawing/2014/main" id="{A74D0957-B8E1-0203-5942-B3CDCECEFC07}"/>
              </a:ext>
            </a:extLst>
          </p:cNvPr>
          <p:cNvGrpSpPr/>
          <p:nvPr userDrawn="1"/>
        </p:nvGrpSpPr>
        <p:grpSpPr>
          <a:xfrm>
            <a:off x="10692000" y="1339200"/>
            <a:ext cx="1023616" cy="1731859"/>
            <a:chOff x="7723680" y="1702457"/>
            <a:chExt cx="1023616" cy="1731859"/>
          </a:xfrm>
        </p:grpSpPr>
        <p:sp>
          <p:nvSpPr>
            <p:cNvPr id="5" name="Legend1">
              <a:extLst>
                <a:ext uri="{FF2B5EF4-FFF2-40B4-BE49-F238E27FC236}">
                  <a16:creationId xmlns:a16="http://schemas.microsoft.com/office/drawing/2014/main" id="{A579D789-E781-7373-9902-2ED2044F84A0}"/>
                </a:ext>
              </a:extLst>
            </p:cNvPr>
            <p:cNvSpPr txBox="1"/>
            <p:nvPr/>
          </p:nvSpPr>
          <p:spPr>
            <a:xfrm>
              <a:off x="8076312" y="1709816"/>
              <a:ext cx="670984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 dirty="0"/>
                <a:t>Legend</a:t>
              </a:r>
            </a:p>
          </p:txBody>
        </p:sp>
        <p:sp>
          <p:nvSpPr>
            <p:cNvPr id="6" name="Legend2">
              <a:extLst>
                <a:ext uri="{FF2B5EF4-FFF2-40B4-BE49-F238E27FC236}">
                  <a16:creationId xmlns:a16="http://schemas.microsoft.com/office/drawing/2014/main" id="{AE219666-526F-9C6F-0799-DEDE1ED7C6B4}"/>
                </a:ext>
              </a:extLst>
            </p:cNvPr>
            <p:cNvSpPr txBox="1"/>
            <p:nvPr/>
          </p:nvSpPr>
          <p:spPr>
            <a:xfrm>
              <a:off x="8076312" y="2085275"/>
              <a:ext cx="670984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 dirty="0"/>
                <a:t>Legend</a:t>
              </a:r>
            </a:p>
          </p:txBody>
        </p:sp>
        <p:sp>
          <p:nvSpPr>
            <p:cNvPr id="7" name="Legend3">
              <a:extLst>
                <a:ext uri="{FF2B5EF4-FFF2-40B4-BE49-F238E27FC236}">
                  <a16:creationId xmlns:a16="http://schemas.microsoft.com/office/drawing/2014/main" id="{22CE313E-44F3-0F57-9118-789F5A7E4BE2}"/>
                </a:ext>
              </a:extLst>
            </p:cNvPr>
            <p:cNvSpPr txBox="1"/>
            <p:nvPr/>
          </p:nvSpPr>
          <p:spPr>
            <a:xfrm>
              <a:off x="8076312" y="2460734"/>
              <a:ext cx="670984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 dirty="0"/>
                <a:t>Legend</a:t>
              </a:r>
            </a:p>
          </p:txBody>
        </p:sp>
        <p:sp>
          <p:nvSpPr>
            <p:cNvPr id="8" name="Legend4">
              <a:extLst>
                <a:ext uri="{FF2B5EF4-FFF2-40B4-BE49-F238E27FC236}">
                  <a16:creationId xmlns:a16="http://schemas.microsoft.com/office/drawing/2014/main" id="{D0B5E1D7-1CD7-D84F-3620-B4FA0EF324DB}"/>
                </a:ext>
              </a:extLst>
            </p:cNvPr>
            <p:cNvSpPr txBox="1"/>
            <p:nvPr/>
          </p:nvSpPr>
          <p:spPr>
            <a:xfrm>
              <a:off x="8076312" y="2836193"/>
              <a:ext cx="670984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 dirty="0"/>
                <a:t>Legend</a:t>
              </a:r>
            </a:p>
          </p:txBody>
        </p:sp>
        <p:sp>
          <p:nvSpPr>
            <p:cNvPr id="9" name="Legend5">
              <a:extLst>
                <a:ext uri="{FF2B5EF4-FFF2-40B4-BE49-F238E27FC236}">
                  <a16:creationId xmlns:a16="http://schemas.microsoft.com/office/drawing/2014/main" id="{F40C396B-7721-8A80-0BC4-C8F93B6E54CA}"/>
                </a:ext>
              </a:extLst>
            </p:cNvPr>
            <p:cNvSpPr txBox="1"/>
            <p:nvPr/>
          </p:nvSpPr>
          <p:spPr>
            <a:xfrm>
              <a:off x="8076312" y="3211654"/>
              <a:ext cx="670984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 dirty="0"/>
                <a:t>Legend</a:t>
              </a:r>
            </a:p>
          </p:txBody>
        </p:sp>
        <p:grpSp>
          <p:nvGrpSpPr>
            <p:cNvPr id="10" name="MoonLegend1">
              <a:extLst>
                <a:ext uri="{FF2B5EF4-FFF2-40B4-BE49-F238E27FC236}">
                  <a16:creationId xmlns:a16="http://schemas.microsoft.com/office/drawing/2014/main" id="{D19BD4EA-9682-50D3-B979-152445E49E10}"/>
                </a:ext>
              </a:extLst>
            </p:cNvPr>
            <p:cNvGrpSpPr>
              <a:grpSpLocks noChangeAspect="1"/>
            </p:cNvGrpSpPr>
            <p:nvPr>
              <p:custDataLst>
                <p:tags r:id="rId21"/>
              </p:custDataLst>
            </p:nvPr>
          </p:nvGrpSpPr>
          <p:grpSpPr>
            <a:xfrm>
              <a:off x="7723680" y="1702457"/>
              <a:ext cx="228600" cy="228600"/>
              <a:chOff x="762000" y="1270000"/>
              <a:chExt cx="254000" cy="254000"/>
            </a:xfrm>
          </p:grpSpPr>
          <p:sp>
            <p:nvSpPr>
              <p:cNvPr id="24" name="Oval 23">
                <a:extLst>
                  <a:ext uri="{FF2B5EF4-FFF2-40B4-BE49-F238E27FC236}">
                    <a16:creationId xmlns:a16="http://schemas.microsoft.com/office/drawing/2014/main" id="{4A0B6C31-1F56-F41C-44CD-9D5FBF4D0344}"/>
                  </a:ext>
                </a:extLst>
              </p:cNvPr>
              <p:cNvSpPr/>
              <p:nvPr>
                <p:custDataLst>
                  <p:tags r:id="rId34"/>
                </p:custDataLst>
              </p:nvPr>
            </p:nvSpPr>
            <p:spPr>
              <a:xfrm>
                <a:off x="762000" y="1270000"/>
                <a:ext cx="254000" cy="254000"/>
              </a:xfrm>
              <a:prstGeom prst="ellipse">
                <a:avLst/>
              </a:prstGeom>
              <a:solidFill>
                <a:srgbClr val="CCCCCC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 err="1">
                  <a:solidFill>
                    <a:schemeClr val="tx1"/>
                  </a:solidFill>
                </a:endParaRPr>
              </a:p>
            </p:txBody>
          </p:sp>
          <p:sp>
            <p:nvSpPr>
              <p:cNvPr id="25" name="Arc 24" hidden="1">
                <a:extLst>
                  <a:ext uri="{FF2B5EF4-FFF2-40B4-BE49-F238E27FC236}">
                    <a16:creationId xmlns:a16="http://schemas.microsoft.com/office/drawing/2014/main" id="{B50CF1FE-8D31-700D-F0C2-ACB607372AE4}"/>
                  </a:ext>
                </a:extLst>
              </p:cNvPr>
              <p:cNvSpPr/>
              <p:nvPr>
                <p:custDataLst>
                  <p:tags r:id="rId35"/>
                </p:custDataLst>
              </p:nvPr>
            </p:nvSpPr>
            <p:spPr>
              <a:xfrm>
                <a:off x="762000" y="1270000"/>
                <a:ext cx="254000" cy="254000"/>
              </a:xfrm>
              <a:prstGeom prst="arc">
                <a:avLst>
                  <a:gd name="adj1" fmla="val 16200000"/>
                  <a:gd name="adj2" fmla="val 5400000"/>
                </a:avLst>
              </a:prstGeom>
              <a:solidFill>
                <a:schemeClr val="accent1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11" name="MoonLegend2">
              <a:extLst>
                <a:ext uri="{FF2B5EF4-FFF2-40B4-BE49-F238E27FC236}">
                  <a16:creationId xmlns:a16="http://schemas.microsoft.com/office/drawing/2014/main" id="{E34FB525-F2A2-061A-A353-799809BF5FC7}"/>
                </a:ext>
              </a:extLst>
            </p:cNvPr>
            <p:cNvGrpSpPr>
              <a:grpSpLocks noChangeAspect="1"/>
            </p:cNvGrpSpPr>
            <p:nvPr>
              <p:custDataLst>
                <p:tags r:id="rId22"/>
              </p:custDataLst>
            </p:nvPr>
          </p:nvGrpSpPr>
          <p:grpSpPr>
            <a:xfrm>
              <a:off x="7723680" y="2078270"/>
              <a:ext cx="228600" cy="228600"/>
              <a:chOff x="762000" y="1270000"/>
              <a:chExt cx="254000" cy="254000"/>
            </a:xfrm>
          </p:grpSpPr>
          <p:sp>
            <p:nvSpPr>
              <p:cNvPr id="22" name="Oval 21">
                <a:extLst>
                  <a:ext uri="{FF2B5EF4-FFF2-40B4-BE49-F238E27FC236}">
                    <a16:creationId xmlns:a16="http://schemas.microsoft.com/office/drawing/2014/main" id="{0DC6EA1B-42E3-0F8A-87FD-05CAF1FDA5FA}"/>
                  </a:ext>
                </a:extLst>
              </p:cNvPr>
              <p:cNvSpPr/>
              <p:nvPr>
                <p:custDataLst>
                  <p:tags r:id="rId32"/>
                </p:custDataLst>
              </p:nvPr>
            </p:nvSpPr>
            <p:spPr>
              <a:xfrm>
                <a:off x="762000" y="1270000"/>
                <a:ext cx="254000" cy="254000"/>
              </a:xfrm>
              <a:prstGeom prst="ellipse">
                <a:avLst/>
              </a:prstGeom>
              <a:solidFill>
                <a:srgbClr val="CCCCCC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 err="1">
                  <a:solidFill>
                    <a:schemeClr val="tx1"/>
                  </a:solidFill>
                </a:endParaRPr>
              </a:p>
            </p:txBody>
          </p:sp>
          <p:sp>
            <p:nvSpPr>
              <p:cNvPr id="23" name="Arc 22">
                <a:extLst>
                  <a:ext uri="{FF2B5EF4-FFF2-40B4-BE49-F238E27FC236}">
                    <a16:creationId xmlns:a16="http://schemas.microsoft.com/office/drawing/2014/main" id="{349961EB-4044-DDFA-0CF7-F5D66FDD64FA}"/>
                  </a:ext>
                </a:extLst>
              </p:cNvPr>
              <p:cNvSpPr/>
              <p:nvPr>
                <p:custDataLst>
                  <p:tags r:id="rId33"/>
                </p:custDataLst>
              </p:nvPr>
            </p:nvSpPr>
            <p:spPr>
              <a:xfrm>
                <a:off x="762000" y="1270000"/>
                <a:ext cx="254000" cy="254000"/>
              </a:xfrm>
              <a:prstGeom prst="arc">
                <a:avLst>
                  <a:gd name="adj1" fmla="val 16200000"/>
                  <a:gd name="adj2" fmla="val 0"/>
                </a:avLst>
              </a:prstGeom>
              <a:solidFill>
                <a:schemeClr val="accent1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12" name="MoonLegend3">
              <a:extLst>
                <a:ext uri="{FF2B5EF4-FFF2-40B4-BE49-F238E27FC236}">
                  <a16:creationId xmlns:a16="http://schemas.microsoft.com/office/drawing/2014/main" id="{81D58525-2DB4-58E3-4841-2B88C4F9BBE1}"/>
                </a:ext>
              </a:extLst>
            </p:cNvPr>
            <p:cNvGrpSpPr>
              <a:grpSpLocks noChangeAspect="1"/>
            </p:cNvGrpSpPr>
            <p:nvPr>
              <p:custDataLst>
                <p:tags r:id="rId23"/>
              </p:custDataLst>
            </p:nvPr>
          </p:nvGrpSpPr>
          <p:grpSpPr>
            <a:xfrm>
              <a:off x="7723680" y="2454085"/>
              <a:ext cx="228600" cy="228600"/>
              <a:chOff x="762000" y="1270000"/>
              <a:chExt cx="254000" cy="254000"/>
            </a:xfrm>
          </p:grpSpPr>
          <p:sp>
            <p:nvSpPr>
              <p:cNvPr id="20" name="Oval 19">
                <a:extLst>
                  <a:ext uri="{FF2B5EF4-FFF2-40B4-BE49-F238E27FC236}">
                    <a16:creationId xmlns:a16="http://schemas.microsoft.com/office/drawing/2014/main" id="{6D052903-9CD8-AB5E-E69F-03405F848828}"/>
                  </a:ext>
                </a:extLst>
              </p:cNvPr>
              <p:cNvSpPr/>
              <p:nvPr>
                <p:custDataLst>
                  <p:tags r:id="rId30"/>
                </p:custDataLst>
              </p:nvPr>
            </p:nvSpPr>
            <p:spPr>
              <a:xfrm>
                <a:off x="762000" y="1270000"/>
                <a:ext cx="254000" cy="254000"/>
              </a:xfrm>
              <a:prstGeom prst="ellipse">
                <a:avLst/>
              </a:prstGeom>
              <a:solidFill>
                <a:srgbClr val="CCCCCC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 err="1">
                  <a:solidFill>
                    <a:schemeClr val="tx1"/>
                  </a:solidFill>
                </a:endParaRPr>
              </a:p>
            </p:txBody>
          </p:sp>
          <p:sp>
            <p:nvSpPr>
              <p:cNvPr id="21" name="Arc 20">
                <a:extLst>
                  <a:ext uri="{FF2B5EF4-FFF2-40B4-BE49-F238E27FC236}">
                    <a16:creationId xmlns:a16="http://schemas.microsoft.com/office/drawing/2014/main" id="{BB370F7E-886E-6962-667A-24DD8C636B1C}"/>
                  </a:ext>
                </a:extLst>
              </p:cNvPr>
              <p:cNvSpPr/>
              <p:nvPr>
                <p:custDataLst>
                  <p:tags r:id="rId31"/>
                </p:custDataLst>
              </p:nvPr>
            </p:nvSpPr>
            <p:spPr>
              <a:xfrm>
                <a:off x="762000" y="1270000"/>
                <a:ext cx="254000" cy="254000"/>
              </a:xfrm>
              <a:prstGeom prst="arc">
                <a:avLst>
                  <a:gd name="adj1" fmla="val 16200000"/>
                  <a:gd name="adj2" fmla="val 5400000"/>
                </a:avLst>
              </a:prstGeom>
              <a:solidFill>
                <a:schemeClr val="accent1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13" name="MoonLegend4">
              <a:extLst>
                <a:ext uri="{FF2B5EF4-FFF2-40B4-BE49-F238E27FC236}">
                  <a16:creationId xmlns:a16="http://schemas.microsoft.com/office/drawing/2014/main" id="{12DC2918-BD74-B2EB-0BB2-D46E7084496E}"/>
                </a:ext>
              </a:extLst>
            </p:cNvPr>
            <p:cNvGrpSpPr>
              <a:grpSpLocks noChangeAspect="1"/>
            </p:cNvGrpSpPr>
            <p:nvPr>
              <p:custDataLst>
                <p:tags r:id="rId24"/>
              </p:custDataLst>
            </p:nvPr>
          </p:nvGrpSpPr>
          <p:grpSpPr>
            <a:xfrm>
              <a:off x="7723680" y="2829900"/>
              <a:ext cx="228600" cy="228600"/>
              <a:chOff x="762000" y="1270000"/>
              <a:chExt cx="254000" cy="254000"/>
            </a:xfrm>
          </p:grpSpPr>
          <p:sp>
            <p:nvSpPr>
              <p:cNvPr id="18" name="Oval 17">
                <a:extLst>
                  <a:ext uri="{FF2B5EF4-FFF2-40B4-BE49-F238E27FC236}">
                    <a16:creationId xmlns:a16="http://schemas.microsoft.com/office/drawing/2014/main" id="{78309338-2E0C-8EAB-278B-36BB84E8955A}"/>
                  </a:ext>
                </a:extLst>
              </p:cNvPr>
              <p:cNvSpPr/>
              <p:nvPr>
                <p:custDataLst>
                  <p:tags r:id="rId28"/>
                </p:custDataLst>
              </p:nvPr>
            </p:nvSpPr>
            <p:spPr>
              <a:xfrm>
                <a:off x="762000" y="1270000"/>
                <a:ext cx="254000" cy="254000"/>
              </a:xfrm>
              <a:prstGeom prst="ellipse">
                <a:avLst/>
              </a:prstGeom>
              <a:solidFill>
                <a:srgbClr val="CCCCCC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 err="1">
                  <a:solidFill>
                    <a:schemeClr val="tx1"/>
                  </a:solidFill>
                </a:endParaRPr>
              </a:p>
            </p:txBody>
          </p:sp>
          <p:sp>
            <p:nvSpPr>
              <p:cNvPr id="19" name="Arc 18">
                <a:extLst>
                  <a:ext uri="{FF2B5EF4-FFF2-40B4-BE49-F238E27FC236}">
                    <a16:creationId xmlns:a16="http://schemas.microsoft.com/office/drawing/2014/main" id="{28AA2C47-9903-4C18-8098-1106BE8B1977}"/>
                  </a:ext>
                </a:extLst>
              </p:cNvPr>
              <p:cNvSpPr/>
              <p:nvPr>
                <p:custDataLst>
                  <p:tags r:id="rId29"/>
                </p:custDataLst>
              </p:nvPr>
            </p:nvSpPr>
            <p:spPr>
              <a:xfrm>
                <a:off x="762000" y="1270000"/>
                <a:ext cx="254000" cy="254000"/>
              </a:xfrm>
              <a:prstGeom prst="arc">
                <a:avLst>
                  <a:gd name="adj1" fmla="val 16200000"/>
                  <a:gd name="adj2" fmla="val 10800000"/>
                </a:avLst>
              </a:prstGeom>
              <a:solidFill>
                <a:schemeClr val="accent1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14" name="MoonLegend5">
              <a:extLst>
                <a:ext uri="{FF2B5EF4-FFF2-40B4-BE49-F238E27FC236}">
                  <a16:creationId xmlns:a16="http://schemas.microsoft.com/office/drawing/2014/main" id="{85016F10-0401-6973-A0D0-23D227FF8FED}"/>
                </a:ext>
              </a:extLst>
            </p:cNvPr>
            <p:cNvGrpSpPr>
              <a:grpSpLocks noChangeAspect="1"/>
            </p:cNvGrpSpPr>
            <p:nvPr>
              <p:custDataLst>
                <p:tags r:id="rId25"/>
              </p:custDataLst>
            </p:nvPr>
          </p:nvGrpSpPr>
          <p:grpSpPr>
            <a:xfrm>
              <a:off x="7723680" y="3205716"/>
              <a:ext cx="228600" cy="228600"/>
              <a:chOff x="762000" y="1270000"/>
              <a:chExt cx="254000" cy="254000"/>
            </a:xfrm>
          </p:grpSpPr>
          <p:sp>
            <p:nvSpPr>
              <p:cNvPr id="15" name="Oval 14">
                <a:extLst>
                  <a:ext uri="{FF2B5EF4-FFF2-40B4-BE49-F238E27FC236}">
                    <a16:creationId xmlns:a16="http://schemas.microsoft.com/office/drawing/2014/main" id="{88041A10-C91C-7EF2-F7EA-D1D0412188C6}"/>
                  </a:ext>
                </a:extLst>
              </p:cNvPr>
              <p:cNvSpPr/>
              <p:nvPr>
                <p:custDataLst>
                  <p:tags r:id="rId26"/>
                </p:custDataLst>
              </p:nvPr>
            </p:nvSpPr>
            <p:spPr>
              <a:xfrm>
                <a:off x="762000" y="1270000"/>
                <a:ext cx="254000" cy="254000"/>
              </a:xfrm>
              <a:prstGeom prst="ellipse">
                <a:avLst/>
              </a:prstGeom>
              <a:solidFill>
                <a:srgbClr val="CCCCCC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 err="1">
                  <a:solidFill>
                    <a:schemeClr val="tx1"/>
                  </a:solidFill>
                </a:endParaRPr>
              </a:p>
            </p:txBody>
          </p:sp>
          <p:sp>
            <p:nvSpPr>
              <p:cNvPr id="17" name="Arc 16">
                <a:extLst>
                  <a:ext uri="{FF2B5EF4-FFF2-40B4-BE49-F238E27FC236}">
                    <a16:creationId xmlns:a16="http://schemas.microsoft.com/office/drawing/2014/main" id="{B1A7ADC8-55DF-963B-3C8A-AAB44F2EF672}"/>
                  </a:ext>
                </a:extLst>
              </p:cNvPr>
              <p:cNvSpPr/>
              <p:nvPr>
                <p:custDataLst>
                  <p:tags r:id="rId27"/>
                </p:custDataLst>
              </p:nvPr>
            </p:nvSpPr>
            <p:spPr>
              <a:xfrm>
                <a:off x="762000" y="1270000"/>
                <a:ext cx="254000" cy="254000"/>
              </a:xfrm>
              <a:prstGeom prst="arc">
                <a:avLst>
                  <a:gd name="adj1" fmla="val 16200000"/>
                  <a:gd name="adj2" fmla="val 16200000"/>
                </a:avLst>
              </a:prstGeom>
              <a:solidFill>
                <a:schemeClr val="accent1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</p:grpSp>
      <p:grpSp>
        <p:nvGrpSpPr>
          <p:cNvPr id="169" name="Sticker" hidden="1">
            <a:extLst>
              <a:ext uri="{FF2B5EF4-FFF2-40B4-BE49-F238E27FC236}">
                <a16:creationId xmlns:a16="http://schemas.microsoft.com/office/drawing/2014/main" id="{2FA9271D-5EE0-4D66-9FDF-E4D1535949E8}"/>
              </a:ext>
            </a:extLst>
          </p:cNvPr>
          <p:cNvGrpSpPr>
            <a:grpSpLocks noChangeAspect="1"/>
          </p:cNvGrpSpPr>
          <p:nvPr userDrawn="1"/>
        </p:nvGrpSpPr>
        <p:grpSpPr bwMode="gray">
          <a:xfrm>
            <a:off x="558192" y="1289273"/>
            <a:ext cx="429605" cy="156997"/>
            <a:chOff x="8456447" y="272180"/>
            <a:chExt cx="322188" cy="156966"/>
          </a:xfrm>
        </p:grpSpPr>
        <p:sp>
          <p:nvSpPr>
            <p:cNvPr id="170" name="StickerRectangle">
              <a:extLst>
                <a:ext uri="{FF2B5EF4-FFF2-40B4-BE49-F238E27FC236}">
                  <a16:creationId xmlns:a16="http://schemas.microsoft.com/office/drawing/2014/main" id="{27342EFB-A6AF-4379-A9C9-4F8DD97D160E}"/>
                </a:ext>
              </a:extLst>
            </p:cNvPr>
            <p:cNvSpPr>
              <a:spLocks noChangeArrowheads="1"/>
            </p:cNvSpPr>
            <p:nvPr userDrawn="1"/>
          </p:nvSpPr>
          <p:spPr bwMode="gray">
            <a:xfrm>
              <a:off x="8456447" y="272180"/>
              <a:ext cx="322188" cy="156966"/>
            </a:xfrm>
            <a:prstGeom prst="leftRightArrow">
              <a:avLst>
                <a:gd name="adj1" fmla="val 100000"/>
                <a:gd name="adj2" fmla="val 0"/>
              </a:avLst>
            </a:prstGeom>
            <a:noFill/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0" tIns="0" rIns="0" bIns="18288" anchor="t" anchorCtr="0">
              <a:spAutoFit/>
            </a:bodyPr>
            <a:lstStyle/>
            <a:p>
              <a:pPr algn="l" defTabSz="1193860">
                <a:buClr>
                  <a:schemeClr val="tx2"/>
                </a:buClr>
              </a:pPr>
              <a:r>
                <a:rPr lang="en-US" sz="900" b="1" spc="50" dirty="0">
                  <a:ln w="3175">
                    <a:noFill/>
                  </a:ln>
                  <a:solidFill>
                    <a:schemeClr val="tx1"/>
                  </a:solidFill>
                </a:rPr>
                <a:t>Sticker</a:t>
              </a:r>
              <a:endParaRPr lang="en-US" sz="800" baseline="0" dirty="0">
                <a:solidFill>
                  <a:schemeClr val="tx1"/>
                </a:solidFill>
                <a:latin typeface="+mn-lt"/>
                <a:ea typeface="+mn-ea"/>
              </a:endParaRPr>
            </a:p>
          </p:txBody>
        </p:sp>
        <p:cxnSp>
          <p:nvCxnSpPr>
            <p:cNvPr id="171" name="StickerUnderline">
              <a:extLst>
                <a:ext uri="{FF2B5EF4-FFF2-40B4-BE49-F238E27FC236}">
                  <a16:creationId xmlns:a16="http://schemas.microsoft.com/office/drawing/2014/main" id="{AC518518-EC41-445B-B558-9DBD24A778EA}"/>
                </a:ext>
              </a:extLst>
            </p:cNvPr>
            <p:cNvCxnSpPr>
              <a:cxnSpLocks noChangeShapeType="1"/>
              <a:stCxn id="170" idx="4"/>
              <a:endCxn id="170" idx="6"/>
            </p:cNvCxnSpPr>
            <p:nvPr/>
          </p:nvCxnSpPr>
          <p:spPr bwMode="gray">
            <a:xfrm>
              <a:off x="8456447" y="429146"/>
              <a:ext cx="322188" cy="0"/>
            </a:xfrm>
            <a:prstGeom prst="straightConnector1">
              <a:avLst/>
            </a:prstGeom>
            <a:noFill/>
            <a:ln w="4191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</p:grpSp>
      <p:grpSp>
        <p:nvGrpSpPr>
          <p:cNvPr id="179" name="LegendLines" hidden="1">
            <a:extLst>
              <a:ext uri="{FF2B5EF4-FFF2-40B4-BE49-F238E27FC236}">
                <a16:creationId xmlns:a16="http://schemas.microsoft.com/office/drawing/2014/main" id="{BA3F11B7-574B-46B5-AA05-051B7C0195CA}"/>
              </a:ext>
            </a:extLst>
          </p:cNvPr>
          <p:cNvGrpSpPr/>
          <p:nvPr userDrawn="1"/>
        </p:nvGrpSpPr>
        <p:grpSpPr>
          <a:xfrm>
            <a:off x="10440000" y="3243600"/>
            <a:ext cx="1269335" cy="958286"/>
            <a:chOff x="4372690" y="3739101"/>
            <a:chExt cx="1269335" cy="958286"/>
          </a:xfrm>
        </p:grpSpPr>
        <p:sp>
          <p:nvSpPr>
            <p:cNvPr id="180" name="Legend1">
              <a:extLst>
                <a:ext uri="{FF2B5EF4-FFF2-40B4-BE49-F238E27FC236}">
                  <a16:creationId xmlns:a16="http://schemas.microsoft.com/office/drawing/2014/main" id="{A89F3277-B9B0-4605-94B5-1A0F3CF3FD94}"/>
                </a:ext>
              </a:extLst>
            </p:cNvPr>
            <p:cNvSpPr txBox="1"/>
            <p:nvPr/>
          </p:nvSpPr>
          <p:spPr>
            <a:xfrm>
              <a:off x="4988914" y="3739101"/>
              <a:ext cx="653111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 dirty="0"/>
                <a:t>Legend</a:t>
              </a:r>
            </a:p>
          </p:txBody>
        </p:sp>
        <p:sp>
          <p:nvSpPr>
            <p:cNvPr id="181" name="Legend2">
              <a:extLst>
                <a:ext uri="{FF2B5EF4-FFF2-40B4-BE49-F238E27FC236}">
                  <a16:creationId xmlns:a16="http://schemas.microsoft.com/office/drawing/2014/main" id="{728FD0F6-6F17-4DBC-A433-275600325C11}"/>
                </a:ext>
              </a:extLst>
            </p:cNvPr>
            <p:cNvSpPr txBox="1"/>
            <p:nvPr/>
          </p:nvSpPr>
          <p:spPr>
            <a:xfrm>
              <a:off x="4988914" y="4110522"/>
              <a:ext cx="653111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 dirty="0"/>
                <a:t>Legend</a:t>
              </a:r>
            </a:p>
          </p:txBody>
        </p:sp>
        <p:sp>
          <p:nvSpPr>
            <p:cNvPr id="182" name="Legend3">
              <a:extLst>
                <a:ext uri="{FF2B5EF4-FFF2-40B4-BE49-F238E27FC236}">
                  <a16:creationId xmlns:a16="http://schemas.microsoft.com/office/drawing/2014/main" id="{824D0AAE-0E8B-4539-A5E0-724A7C2C5FB7}"/>
                </a:ext>
              </a:extLst>
            </p:cNvPr>
            <p:cNvSpPr txBox="1"/>
            <p:nvPr/>
          </p:nvSpPr>
          <p:spPr>
            <a:xfrm>
              <a:off x="4988914" y="4481943"/>
              <a:ext cx="653111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 dirty="0"/>
                <a:t>Legend</a:t>
              </a:r>
            </a:p>
          </p:txBody>
        </p:sp>
        <p:sp>
          <p:nvSpPr>
            <p:cNvPr id="183" name="LineLegend3">
              <a:extLst>
                <a:ext uri="{FF2B5EF4-FFF2-40B4-BE49-F238E27FC236}">
                  <a16:creationId xmlns:a16="http://schemas.microsoft.com/office/drawing/2014/main" id="{15B966CE-74A4-42D7-84D1-50EE1BD807B7}"/>
                </a:ext>
              </a:extLst>
            </p:cNvPr>
            <p:cNvSpPr>
              <a:spLocks noChangeShapeType="1"/>
            </p:cNvSpPr>
            <p:nvPr/>
          </p:nvSpPr>
          <p:spPr bwMode="gray">
            <a:xfrm>
              <a:off x="4372690" y="4588113"/>
              <a:ext cx="457200" cy="0"/>
            </a:xfrm>
            <a:prstGeom prst="line">
              <a:avLst/>
            </a:prstGeom>
            <a:noFill/>
            <a:ln w="28575">
              <a:solidFill>
                <a:schemeClr val="accent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 baseline="0" dirty="0">
                <a:latin typeface="+mn-lt"/>
                <a:ea typeface="+mn-ea"/>
              </a:endParaRPr>
            </a:p>
          </p:txBody>
        </p:sp>
        <p:sp>
          <p:nvSpPr>
            <p:cNvPr id="184" name="LineLegend2">
              <a:extLst>
                <a:ext uri="{FF2B5EF4-FFF2-40B4-BE49-F238E27FC236}">
                  <a16:creationId xmlns:a16="http://schemas.microsoft.com/office/drawing/2014/main" id="{4AD11E2E-205C-4B89-BD31-DA18921C3385}"/>
                </a:ext>
              </a:extLst>
            </p:cNvPr>
            <p:cNvSpPr>
              <a:spLocks noChangeShapeType="1"/>
            </p:cNvSpPr>
            <p:nvPr/>
          </p:nvSpPr>
          <p:spPr bwMode="gray">
            <a:xfrm>
              <a:off x="4372690" y="4214754"/>
              <a:ext cx="457200" cy="0"/>
            </a:xfrm>
            <a:prstGeom prst="line">
              <a:avLst/>
            </a:prstGeom>
            <a:noFill/>
            <a:ln w="28575">
              <a:solidFill>
                <a:schemeClr val="accent1"/>
              </a:solidFill>
              <a:prstDash val="dash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 baseline="0" dirty="0">
                <a:latin typeface="+mn-lt"/>
                <a:ea typeface="+mn-ea"/>
              </a:endParaRPr>
            </a:p>
          </p:txBody>
        </p:sp>
        <p:sp>
          <p:nvSpPr>
            <p:cNvPr id="185" name="LineLegend1">
              <a:extLst>
                <a:ext uri="{FF2B5EF4-FFF2-40B4-BE49-F238E27FC236}">
                  <a16:creationId xmlns:a16="http://schemas.microsoft.com/office/drawing/2014/main" id="{393D5D55-EAFF-4EBE-B2CF-AF057C324E68}"/>
                </a:ext>
              </a:extLst>
            </p:cNvPr>
            <p:cNvSpPr>
              <a:spLocks noChangeShapeType="1"/>
            </p:cNvSpPr>
            <p:nvPr/>
          </p:nvSpPr>
          <p:spPr bwMode="gray">
            <a:xfrm>
              <a:off x="4372690" y="3846823"/>
              <a:ext cx="457200" cy="0"/>
            </a:xfrm>
            <a:prstGeom prst="line">
              <a:avLst/>
            </a:prstGeom>
            <a:noFill/>
            <a:ln w="28575">
              <a:solidFill>
                <a:schemeClr val="accent1"/>
              </a:solidFill>
              <a:prstDash val="sysDot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 baseline="0" dirty="0">
                <a:latin typeface="+mn-lt"/>
                <a:ea typeface="+mn-ea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96922974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94" r:id="rId1"/>
    <p:sldLayoutId id="2147483654" r:id="rId2"/>
    <p:sldLayoutId id="2147483807" r:id="rId3"/>
    <p:sldLayoutId id="2147483800" r:id="rId4"/>
    <p:sldLayoutId id="2147483659" r:id="rId5"/>
    <p:sldLayoutId id="2147483804" r:id="rId6"/>
    <p:sldLayoutId id="2147483886" r:id="rId7"/>
    <p:sldLayoutId id="2147483887" r:id="rId8"/>
    <p:sldLayoutId id="2147483888" r:id="rId9"/>
    <p:sldLayoutId id="2147483889" r:id="rId10"/>
    <p:sldLayoutId id="2147483890" r:id="rId11"/>
    <p:sldLayoutId id="2147483879" r:id="rId12"/>
    <p:sldLayoutId id="2147483706" r:id="rId13"/>
    <p:sldLayoutId id="2147483718" r:id="rId14"/>
  </p:sldLayoutIdLst>
  <p:txStyles>
    <p:titleStyle>
      <a:lvl1pPr algn="l" defTabSz="914400" rtl="0" eaLnBrk="1" latinLnBrk="0" hangingPunct="1">
        <a:lnSpc>
          <a:spcPct val="93000"/>
        </a:lnSpc>
        <a:spcBef>
          <a:spcPct val="0"/>
        </a:spcBef>
        <a:buNone/>
        <a:defRPr sz="2500" b="1" kern="1200" spc="0" baseline="0">
          <a:ln w="6350" cap="flat">
            <a:noFill/>
            <a:miter lim="800000"/>
          </a:ln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0" indent="0" algn="l" defTabSz="914400" rtl="0" eaLnBrk="1" latinLnBrk="0" hangingPunct="1">
        <a:lnSpc>
          <a:spcPct val="100000"/>
        </a:lnSpc>
        <a:spcBef>
          <a:spcPts val="300"/>
        </a:spcBef>
        <a:spcAft>
          <a:spcPts val="300"/>
        </a:spcAft>
        <a:buFont typeface="Segoe UI" panose="020B0502040204020203" pitchFamily="34" charset="0"/>
        <a:buChar char="​"/>
        <a:defRPr sz="1600" kern="1200">
          <a:solidFill>
            <a:schemeClr val="tx1"/>
          </a:solidFill>
          <a:latin typeface="+mn-lt"/>
          <a:ea typeface="+mn-ea"/>
          <a:cs typeface="Arial" panose="020B0604020202020204" pitchFamily="34" charset="0"/>
        </a:defRPr>
      </a:lvl1pPr>
      <a:lvl2pPr marL="228600" indent="-225425" algn="l" defTabSz="914400" rtl="0" eaLnBrk="1" latinLnBrk="0" hangingPunct="1">
        <a:lnSpc>
          <a:spcPct val="100000"/>
        </a:lnSpc>
        <a:spcBef>
          <a:spcPts val="0"/>
        </a:spcBef>
        <a:spcAft>
          <a:spcPts val="300"/>
        </a:spcAft>
        <a:buFont typeface="Wingdings" panose="05000000000000000000" pitchFamily="2" charset="2"/>
        <a:buChar char=""/>
        <a:defRPr sz="1600" kern="1200">
          <a:solidFill>
            <a:schemeClr val="tx1"/>
          </a:solidFill>
          <a:latin typeface="+mn-lt"/>
          <a:ea typeface="+mn-ea"/>
          <a:cs typeface="Arial" panose="020B0604020202020204" pitchFamily="34" charset="0"/>
        </a:defRPr>
      </a:lvl2pPr>
      <a:lvl3pPr marL="515938" indent="-287338" algn="l" defTabSz="914400" rtl="0" eaLnBrk="1" latinLnBrk="0" hangingPunct="1">
        <a:lnSpc>
          <a:spcPct val="100000"/>
        </a:lnSpc>
        <a:spcBef>
          <a:spcPts val="0"/>
        </a:spcBef>
        <a:spcAft>
          <a:spcPts val="300"/>
        </a:spcAft>
        <a:buFont typeface="Arial" panose="020B0604020202020204" pitchFamily="34" charset="0"/>
        <a:buChar char="—"/>
        <a:defRPr sz="1600" kern="1200">
          <a:solidFill>
            <a:schemeClr val="tx1"/>
          </a:solidFill>
          <a:latin typeface="+mn-lt"/>
          <a:ea typeface="+mn-ea"/>
          <a:cs typeface="Arial" panose="020B0604020202020204" pitchFamily="34" charset="0"/>
        </a:defRPr>
      </a:lvl3pPr>
      <a:lvl4pPr marL="742950" indent="-182563" algn="l" defTabSz="914400" rtl="0" eaLnBrk="1" latinLnBrk="0" hangingPunct="1">
        <a:lnSpc>
          <a:spcPct val="100000"/>
        </a:lnSpc>
        <a:spcBef>
          <a:spcPts val="0"/>
        </a:spcBef>
        <a:spcAft>
          <a:spcPts val="300"/>
        </a:spcAft>
        <a:buFont typeface="Arial" panose="020B0604020202020204" pitchFamily="34" charset="0"/>
        <a:buChar char="»"/>
        <a:defRPr sz="1600" kern="1200">
          <a:solidFill>
            <a:schemeClr val="tx1"/>
          </a:solidFill>
          <a:latin typeface="+mn-lt"/>
          <a:ea typeface="+mn-ea"/>
          <a:cs typeface="Arial" panose="020B0604020202020204" pitchFamily="34" charset="0"/>
        </a:defRPr>
      </a:lvl4pPr>
      <a:lvl5pPr marL="914400" indent="-136525" algn="l" defTabSz="914400" rtl="0" eaLnBrk="1" latinLnBrk="0" hangingPunct="1">
        <a:lnSpc>
          <a:spcPct val="100000"/>
        </a:lnSpc>
        <a:spcBef>
          <a:spcPts val="0"/>
        </a:spcBef>
        <a:spcAft>
          <a:spcPts val="300"/>
        </a:spcAft>
        <a:buSzPct val="100000"/>
        <a:buFont typeface="Arial" panose="020B0604020202020204" pitchFamily="34" charset="0"/>
        <a:buChar char="›"/>
        <a:defRPr sz="1600" kern="1200">
          <a:solidFill>
            <a:schemeClr val="tx1"/>
          </a:solidFill>
          <a:latin typeface="+mn-lt"/>
          <a:ea typeface="+mn-ea"/>
          <a:cs typeface="Arial" panose="020B0604020202020204" pitchFamily="34" charset="0"/>
        </a:defRPr>
      </a:lvl5pPr>
      <a:lvl6pPr marL="1085850" indent="-171450" algn="l" defTabSz="914400" rtl="0" eaLnBrk="1" latinLnBrk="0" hangingPunct="1">
        <a:lnSpc>
          <a:spcPct val="100000"/>
        </a:lnSpc>
        <a:spcBef>
          <a:spcPts val="0"/>
        </a:spcBef>
        <a:spcAft>
          <a:spcPts val="300"/>
        </a:spcAft>
        <a:buSzPct val="100000"/>
        <a:buFont typeface="Arial" panose="020B0604020202020204" pitchFamily="34" charset="0"/>
        <a:buChar char="▫"/>
        <a:defRPr sz="1600" kern="1200">
          <a:solidFill>
            <a:schemeClr val="tx1"/>
          </a:solidFill>
          <a:latin typeface="+mn-lt"/>
          <a:ea typeface="+mn-ea"/>
          <a:cs typeface="Arial" panose="020B0604020202020204" pitchFamily="34" charset="0"/>
        </a:defRPr>
      </a:lvl6pPr>
      <a:lvl7pPr marL="1085850" indent="-171450" algn="l" defTabSz="914400" rtl="0" eaLnBrk="1" latinLnBrk="0" hangingPunct="1">
        <a:lnSpc>
          <a:spcPct val="100000"/>
        </a:lnSpc>
        <a:spcBef>
          <a:spcPts val="0"/>
        </a:spcBef>
        <a:spcAft>
          <a:spcPts val="300"/>
        </a:spcAft>
        <a:buSzPct val="100000"/>
        <a:buFont typeface="Arial" panose="020B0604020202020204" pitchFamily="34" charset="0"/>
        <a:buChar char="▫"/>
        <a:defRPr sz="1600" kern="1200">
          <a:solidFill>
            <a:schemeClr val="tx1"/>
          </a:solidFill>
          <a:latin typeface="+mn-lt"/>
          <a:ea typeface="+mn-ea"/>
          <a:cs typeface="Arial" panose="020B0604020202020204" pitchFamily="34" charset="0"/>
        </a:defRPr>
      </a:lvl7pPr>
      <a:lvl8pPr marL="1085850" indent="-171450" algn="l" defTabSz="914400" rtl="0" eaLnBrk="1" latinLnBrk="0" hangingPunct="1">
        <a:lnSpc>
          <a:spcPct val="100000"/>
        </a:lnSpc>
        <a:spcBef>
          <a:spcPts val="0"/>
        </a:spcBef>
        <a:spcAft>
          <a:spcPts val="300"/>
        </a:spcAft>
        <a:buSzPct val="100000"/>
        <a:buFont typeface="Arial" panose="020B0604020202020204" pitchFamily="34" charset="0"/>
        <a:buChar char="▫"/>
        <a:defRPr sz="1600" kern="1200">
          <a:solidFill>
            <a:schemeClr val="tx1"/>
          </a:solidFill>
          <a:latin typeface="+mn-lt"/>
          <a:ea typeface="+mn-ea"/>
          <a:cs typeface="Arial" panose="020B0604020202020204" pitchFamily="34" charset="0"/>
        </a:defRPr>
      </a:lvl8pPr>
      <a:lvl9pPr marL="1085850" indent="-171450" algn="l" defTabSz="914400" rtl="0" eaLnBrk="1" latinLnBrk="0" hangingPunct="1">
        <a:lnSpc>
          <a:spcPct val="100000"/>
        </a:lnSpc>
        <a:spcBef>
          <a:spcPts val="0"/>
        </a:spcBef>
        <a:spcAft>
          <a:spcPts val="300"/>
        </a:spcAft>
        <a:buSzPct val="100000"/>
        <a:buFont typeface="Arial" panose="020B0604020202020204" pitchFamily="34" charset="0"/>
        <a:buChar char="▫"/>
        <a:defRPr sz="1600" kern="1200">
          <a:solidFill>
            <a:schemeClr val="tx1"/>
          </a:solidFill>
          <a:latin typeface="+mn-lt"/>
          <a:ea typeface="+mn-ea"/>
          <a:cs typeface="Arial" panose="020B0604020202020204" pitchFamily="34" charset="0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1368">
          <p15:clr>
            <a:srgbClr val="5ACBF0"/>
          </p15:clr>
        </p15:guide>
        <p15:guide id="3" orient="horz" pos="3912">
          <p15:clr>
            <a:srgbClr val="5ACBF0"/>
          </p15:clr>
        </p15:guide>
        <p15:guide id="4" orient="horz" pos="1075">
          <p15:clr>
            <a:srgbClr val="F26B43"/>
          </p15:clr>
        </p15:guide>
        <p15:guide id="5" pos="7329">
          <p15:clr>
            <a:srgbClr val="F26B43"/>
          </p15:clr>
        </p15:guide>
        <p15:guide id="6" pos="345">
          <p15:clr>
            <a:srgbClr val="F26B43"/>
          </p15:clr>
        </p15:guide>
        <p15:guide id="8" orient="horz" pos="4063">
          <p15:clr>
            <a:srgbClr val="F26B43"/>
          </p15:clr>
        </p15:guide>
      </p15:sldGuideLst>
    </p:ext>
  </p:extLst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Object 2" hidden="1">
            <a:extLst>
              <a:ext uri="{FF2B5EF4-FFF2-40B4-BE49-F238E27FC236}">
                <a16:creationId xmlns:a16="http://schemas.microsoft.com/office/drawing/2014/main" id="{08800E62-ECD5-472D-995B-013B57BB4C07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9"/>
            </p:custDataLst>
            <p:extLst>
              <p:ext uri="{D42A27DB-BD31-4B8C-83A1-F6EECF244321}">
                <p14:modId xmlns:p14="http://schemas.microsoft.com/office/powerpoint/2010/main" val="2364437393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0" imgW="344" imgH="344" progId="TCLayout.ActiveDocument.1">
                  <p:embed/>
                </p:oleObj>
              </mc:Choice>
              <mc:Fallback>
                <p:oleObj name="think-cell Slide" r:id="rId40" imgW="344" imgH="344" progId="TCLayout.ActiveDocument.1">
                  <p:embed/>
                  <p:pic>
                    <p:nvPicPr>
                      <p:cNvPr id="3" name="Object 2" hidden="1">
                        <a:extLst>
                          <a:ext uri="{FF2B5EF4-FFF2-40B4-BE49-F238E27FC236}">
                            <a16:creationId xmlns:a16="http://schemas.microsoft.com/office/drawing/2014/main" id="{08800E62-ECD5-472D-995B-013B57BB4C07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1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Rectangle 1" hidden="1">
            <a:extLst>
              <a:ext uri="{FF2B5EF4-FFF2-40B4-BE49-F238E27FC236}">
                <a16:creationId xmlns:a16="http://schemas.microsoft.com/office/drawing/2014/main" id="{1D1744EB-7E76-4AE2-88F6-C0D4CE03B5BB}"/>
              </a:ext>
            </a:extLst>
          </p:cNvPr>
          <p:cNvSpPr/>
          <p:nvPr userDrawn="1">
            <p:custDataLst>
              <p:tags r:id="rId20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  <a:solidFill>
            <a:schemeClr val="tx1"/>
          </a:solidFill>
          <a:ln w="6350" cap="sq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lvl="0" indent="0" algn="ctr">
              <a:spcBef>
                <a:spcPts val="300"/>
              </a:spcBef>
              <a:spcAft>
                <a:spcPts val="300"/>
              </a:spcAft>
            </a:pPr>
            <a:endParaRPr lang="en-US" sz="2500" b="1" i="0" baseline="0" dirty="0" err="1">
              <a:solidFill>
                <a:schemeClr val="bg1"/>
              </a:solidFill>
              <a:latin typeface="Georgia" panose="02040502050405020303" pitchFamily="18" charset="0"/>
              <a:ea typeface="+mj-ea"/>
              <a:cs typeface="+mj-cs"/>
              <a:sym typeface="Georgia" panose="02040502050405020303" pitchFamily="18" charset="0"/>
            </a:endParaRPr>
          </a:p>
        </p:txBody>
      </p:sp>
      <p:sp>
        <p:nvSpPr>
          <p:cNvPr id="103" name="SlideLogoText">
            <a:extLst>
              <a:ext uri="{FF2B5EF4-FFF2-40B4-BE49-F238E27FC236}">
                <a16:creationId xmlns:a16="http://schemas.microsoft.com/office/drawing/2014/main" id="{69FC0062-74AE-4BDA-ACE7-D069B448DDBC}"/>
              </a:ext>
            </a:extLst>
          </p:cNvPr>
          <p:cNvSpPr txBox="1"/>
          <p:nvPr userDrawn="1">
            <p:custDataLst>
              <p:tags r:id="rId21"/>
            </p:custDataLst>
          </p:nvPr>
        </p:nvSpPr>
        <p:spPr bwMode="black">
          <a:xfrm>
            <a:off x="10142505" y="6499381"/>
            <a:ext cx="1134927" cy="138499"/>
          </a:xfrm>
          <a:prstGeom prst="rect">
            <a:avLst/>
          </a:prstGeom>
          <a:noFill/>
        </p:spPr>
        <p:txBody>
          <a:bodyPr wrap="none" lIns="0" tIns="0" rIns="0" bIns="0" rtlCol="0" anchor="b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9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rPr>
              <a:t>McKinsey &amp; Company</a:t>
            </a:r>
          </a:p>
        </p:txBody>
      </p:sp>
      <p:sp>
        <p:nvSpPr>
          <p:cNvPr id="53" name="2. Slide Title">
            <a:extLst>
              <a:ext uri="{FF2B5EF4-FFF2-40B4-BE49-F238E27FC236}">
                <a16:creationId xmlns:a16="http://schemas.microsoft.com/office/drawing/2014/main" id="{7C8D601E-A2E1-4979-AE83-B694B9829662}"/>
              </a:ext>
            </a:extLst>
          </p:cNvPr>
          <p:cNvSpPr>
            <a:spLocks noGrp="1"/>
          </p:cNvSpPr>
          <p:nvPr>
            <p:ph type="title"/>
            <p:custDataLst>
              <p:tags r:id="rId22"/>
            </p:custDataLst>
          </p:nvPr>
        </p:nvSpPr>
        <p:spPr>
          <a:xfrm>
            <a:off x="554736" y="172212"/>
            <a:ext cx="11082528" cy="731520"/>
          </a:xfrm>
          <a:prstGeom prst="rect">
            <a:avLst/>
          </a:prstGeom>
        </p:spPr>
        <p:txBody>
          <a:bodyPr vert="horz" wrap="square" lIns="0" tIns="0" rIns="0" bIns="0" rtlCol="0" anchor="b" anchorCtr="0">
            <a:no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54" name="Text Placeholder 2">
            <a:extLst>
              <a:ext uri="{FF2B5EF4-FFF2-40B4-BE49-F238E27FC236}">
                <a16:creationId xmlns:a16="http://schemas.microsoft.com/office/drawing/2014/main" id="{6A9C4AD8-E579-4AD3-9B92-5A31AC8DDA0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54736" y="2171700"/>
            <a:ext cx="11082528" cy="2523768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/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pic>
        <p:nvPicPr>
          <p:cNvPr id="25" name="Grid" hidden="1">
            <a:extLst>
              <a:ext uri="{FF2B5EF4-FFF2-40B4-BE49-F238E27FC236}">
                <a16:creationId xmlns:a16="http://schemas.microsoft.com/office/drawing/2014/main" id="{4ADF17BC-6AB0-D905-BDC8-DB658360EB6C}"/>
              </a:ext>
            </a:extLst>
          </p:cNvPr>
          <p:cNvPicPr>
            <a:picLocks noChangeAspect="1"/>
          </p:cNvPicPr>
          <p:nvPr userDrawn="1">
            <p:custDataLst>
              <p:tags r:id="rId23"/>
            </p:custDataLst>
          </p:nvPr>
        </p:nvPicPr>
        <p:blipFill>
          <a:blip>
            <a:extLst>
              <a:ext uri="{96DAC541-7B7A-43D3-8B79-37D633B846F1}">
                <asvg:svgBlip xmlns:asvg="http://schemas.microsoft.com/office/drawing/2016/SVG/main" r:embed="rId42"/>
              </a:ext>
            </a:extLst>
          </a:blip>
          <a:stretch>
            <a:fillRect/>
          </a:stretch>
        </p:blipFill>
        <p:spPr>
          <a:xfrm>
            <a:off x="3699" y="0"/>
            <a:ext cx="12184602" cy="6858000"/>
          </a:xfrm>
          <a:prstGeom prst="rect">
            <a:avLst/>
          </a:prstGeom>
        </p:spPr>
      </p:pic>
      <p:sp>
        <p:nvSpPr>
          <p:cNvPr id="145" name="4. Footnote" hidden="1">
            <a:extLst>
              <a:ext uri="{FF2B5EF4-FFF2-40B4-BE49-F238E27FC236}">
                <a16:creationId xmlns:a16="http://schemas.microsoft.com/office/drawing/2014/main" id="{56E3DC21-21DB-42FE-8721-1BC0E89F13AE}"/>
              </a:ext>
            </a:extLst>
          </p:cNvPr>
          <p:cNvSpPr txBox="1"/>
          <p:nvPr userDrawn="1">
            <p:custDataLst>
              <p:tags r:id="rId24"/>
            </p:custDataLst>
          </p:nvPr>
        </p:nvSpPr>
        <p:spPr>
          <a:xfrm>
            <a:off x="553972" y="6279028"/>
            <a:ext cx="7278624" cy="123111"/>
          </a:xfrm>
          <a:prstGeom prst="rect">
            <a:avLst/>
          </a:prstGeom>
          <a:noFill/>
        </p:spPr>
        <p:txBody>
          <a:bodyPr wrap="square" lIns="0" tIns="0" rIns="0" bIns="0" rtlCol="0" anchor="b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800" kern="1200" dirty="0">
                <a:latin typeface="+mn-lt"/>
                <a:ea typeface="+mn-ea"/>
                <a:cs typeface="Arial" panose="020B0604020202020204" pitchFamily="34" charset="0"/>
              </a:rPr>
              <a:t>Footnotes</a:t>
            </a:r>
          </a:p>
        </p:txBody>
      </p:sp>
      <p:grpSp>
        <p:nvGrpSpPr>
          <p:cNvPr id="185" name="LegendBoxes" hidden="1">
            <a:extLst>
              <a:ext uri="{FF2B5EF4-FFF2-40B4-BE49-F238E27FC236}">
                <a16:creationId xmlns:a16="http://schemas.microsoft.com/office/drawing/2014/main" id="{28785628-9685-42DD-85C6-4A7FDEAEB9E4}"/>
              </a:ext>
            </a:extLst>
          </p:cNvPr>
          <p:cNvGrpSpPr/>
          <p:nvPr userDrawn="1"/>
        </p:nvGrpSpPr>
        <p:grpSpPr>
          <a:xfrm>
            <a:off x="10722394" y="4323600"/>
            <a:ext cx="984864" cy="1717282"/>
            <a:chOff x="9585951" y="2980105"/>
            <a:chExt cx="984864" cy="1717282"/>
          </a:xfrm>
        </p:grpSpPr>
        <p:sp>
          <p:nvSpPr>
            <p:cNvPr id="186" name="RectangleLegend1">
              <a:extLst>
                <a:ext uri="{FF2B5EF4-FFF2-40B4-BE49-F238E27FC236}">
                  <a16:creationId xmlns:a16="http://schemas.microsoft.com/office/drawing/2014/main" id="{F6C915EA-5130-4DA7-8B9A-5E522A1DBE2F}"/>
                </a:ext>
              </a:extLst>
            </p:cNvPr>
            <p:cNvSpPr/>
            <p:nvPr/>
          </p:nvSpPr>
          <p:spPr>
            <a:xfrm>
              <a:off x="9585951" y="3001463"/>
              <a:ext cx="172729" cy="172729"/>
            </a:xfrm>
            <a:prstGeom prst="rect">
              <a:avLst/>
            </a:prstGeom>
            <a:solidFill>
              <a:schemeClr val="accent1"/>
            </a:solidFill>
            <a:ln w="6350" cap="sq">
              <a:noFill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sz="1400" err="1">
                <a:solidFill>
                  <a:schemeClr val="tx1"/>
                </a:solidFill>
              </a:endParaRPr>
            </a:p>
          </p:txBody>
        </p:sp>
        <p:sp>
          <p:nvSpPr>
            <p:cNvPr id="187" name="RectangleLegend2">
              <a:extLst>
                <a:ext uri="{FF2B5EF4-FFF2-40B4-BE49-F238E27FC236}">
                  <a16:creationId xmlns:a16="http://schemas.microsoft.com/office/drawing/2014/main" id="{056BAC0D-94D9-4BAA-A238-909A42CD485B}"/>
                </a:ext>
              </a:extLst>
            </p:cNvPr>
            <p:cNvSpPr/>
            <p:nvPr/>
          </p:nvSpPr>
          <p:spPr>
            <a:xfrm>
              <a:off x="9585951" y="3380961"/>
              <a:ext cx="172729" cy="172729"/>
            </a:xfrm>
            <a:prstGeom prst="rect">
              <a:avLst/>
            </a:prstGeom>
            <a:solidFill>
              <a:schemeClr val="accent2"/>
            </a:solidFill>
            <a:ln w="6350" cap="sq">
              <a:noFill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sz="1400" err="1">
                <a:solidFill>
                  <a:schemeClr val="tx1"/>
                </a:solidFill>
              </a:endParaRPr>
            </a:p>
          </p:txBody>
        </p:sp>
        <p:sp>
          <p:nvSpPr>
            <p:cNvPr id="188" name="RectangleLegend3">
              <a:extLst>
                <a:ext uri="{FF2B5EF4-FFF2-40B4-BE49-F238E27FC236}">
                  <a16:creationId xmlns:a16="http://schemas.microsoft.com/office/drawing/2014/main" id="{BC7BB400-0474-421B-B1C4-D9D83F8D7025}"/>
                </a:ext>
              </a:extLst>
            </p:cNvPr>
            <p:cNvSpPr/>
            <p:nvPr/>
          </p:nvSpPr>
          <p:spPr>
            <a:xfrm>
              <a:off x="9585951" y="3754557"/>
              <a:ext cx="172729" cy="172729"/>
            </a:xfrm>
            <a:prstGeom prst="rect">
              <a:avLst/>
            </a:prstGeom>
            <a:solidFill>
              <a:schemeClr val="accent3"/>
            </a:solidFill>
            <a:ln w="6350" cap="sq">
              <a:noFill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sz="1400" err="1">
                <a:solidFill>
                  <a:schemeClr val="tx1"/>
                </a:solidFill>
              </a:endParaRPr>
            </a:p>
          </p:txBody>
        </p:sp>
        <p:sp>
          <p:nvSpPr>
            <p:cNvPr id="189" name="RectangleLegend4">
              <a:extLst>
                <a:ext uri="{FF2B5EF4-FFF2-40B4-BE49-F238E27FC236}">
                  <a16:creationId xmlns:a16="http://schemas.microsoft.com/office/drawing/2014/main" id="{5D84FBCC-8195-429D-ADA2-ADF26D0822E2}"/>
                </a:ext>
              </a:extLst>
            </p:cNvPr>
            <p:cNvSpPr/>
            <p:nvPr/>
          </p:nvSpPr>
          <p:spPr>
            <a:xfrm>
              <a:off x="9585951" y="4128153"/>
              <a:ext cx="172729" cy="172729"/>
            </a:xfrm>
            <a:prstGeom prst="rect">
              <a:avLst/>
            </a:prstGeom>
            <a:solidFill>
              <a:schemeClr val="accent4"/>
            </a:solidFill>
            <a:ln w="6350" cap="sq">
              <a:noFill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sz="1400" err="1">
                <a:solidFill>
                  <a:schemeClr val="tx1"/>
                </a:solidFill>
              </a:endParaRPr>
            </a:p>
          </p:txBody>
        </p:sp>
        <p:sp>
          <p:nvSpPr>
            <p:cNvPr id="190" name="RectangleLegend5">
              <a:extLst>
                <a:ext uri="{FF2B5EF4-FFF2-40B4-BE49-F238E27FC236}">
                  <a16:creationId xmlns:a16="http://schemas.microsoft.com/office/drawing/2014/main" id="{655825D0-671B-44EC-90C5-7913A4E7BAB9}"/>
                </a:ext>
              </a:extLst>
            </p:cNvPr>
            <p:cNvSpPr/>
            <p:nvPr/>
          </p:nvSpPr>
          <p:spPr>
            <a:xfrm>
              <a:off x="9585951" y="4501749"/>
              <a:ext cx="172729" cy="172729"/>
            </a:xfrm>
            <a:prstGeom prst="rect">
              <a:avLst/>
            </a:prstGeom>
            <a:solidFill>
              <a:schemeClr val="accent5"/>
            </a:solidFill>
            <a:ln w="6350" cap="sq">
              <a:noFill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sz="1400" err="1">
                <a:solidFill>
                  <a:schemeClr val="tx1"/>
                </a:solidFill>
              </a:endParaRPr>
            </a:p>
          </p:txBody>
        </p:sp>
        <p:sp>
          <p:nvSpPr>
            <p:cNvPr id="191" name="Legend1">
              <a:extLst>
                <a:ext uri="{FF2B5EF4-FFF2-40B4-BE49-F238E27FC236}">
                  <a16:creationId xmlns:a16="http://schemas.microsoft.com/office/drawing/2014/main" id="{CD018A8B-4FD0-4C99-AA47-D684D1049136}"/>
                </a:ext>
              </a:extLst>
            </p:cNvPr>
            <p:cNvSpPr txBox="1"/>
            <p:nvPr/>
          </p:nvSpPr>
          <p:spPr>
            <a:xfrm>
              <a:off x="9912097" y="2980105"/>
              <a:ext cx="658718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 dirty="0"/>
                <a:t>Legend</a:t>
              </a:r>
            </a:p>
          </p:txBody>
        </p:sp>
        <p:sp>
          <p:nvSpPr>
            <p:cNvPr id="192" name="Legend2">
              <a:extLst>
                <a:ext uri="{FF2B5EF4-FFF2-40B4-BE49-F238E27FC236}">
                  <a16:creationId xmlns:a16="http://schemas.microsoft.com/office/drawing/2014/main" id="{24E194E3-38A9-4A3A-AEBA-D1DCF1935051}"/>
                </a:ext>
              </a:extLst>
            </p:cNvPr>
            <p:cNvSpPr txBox="1"/>
            <p:nvPr/>
          </p:nvSpPr>
          <p:spPr>
            <a:xfrm>
              <a:off x="9912097" y="3359603"/>
              <a:ext cx="658718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 dirty="0"/>
                <a:t>Legend</a:t>
              </a:r>
            </a:p>
          </p:txBody>
        </p:sp>
        <p:sp>
          <p:nvSpPr>
            <p:cNvPr id="193" name="Legend3">
              <a:extLst>
                <a:ext uri="{FF2B5EF4-FFF2-40B4-BE49-F238E27FC236}">
                  <a16:creationId xmlns:a16="http://schemas.microsoft.com/office/drawing/2014/main" id="{DCCF084D-A8B2-46B3-BE03-CFDA8E58B2B9}"/>
                </a:ext>
              </a:extLst>
            </p:cNvPr>
            <p:cNvSpPr txBox="1"/>
            <p:nvPr/>
          </p:nvSpPr>
          <p:spPr>
            <a:xfrm>
              <a:off x="9912097" y="3739101"/>
              <a:ext cx="658718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 dirty="0"/>
                <a:t>Legend</a:t>
              </a:r>
            </a:p>
          </p:txBody>
        </p:sp>
        <p:sp>
          <p:nvSpPr>
            <p:cNvPr id="194" name="Legend4">
              <a:extLst>
                <a:ext uri="{FF2B5EF4-FFF2-40B4-BE49-F238E27FC236}">
                  <a16:creationId xmlns:a16="http://schemas.microsoft.com/office/drawing/2014/main" id="{0E49468C-EFEE-4C9A-BECB-CC10BE34BF4B}"/>
                </a:ext>
              </a:extLst>
            </p:cNvPr>
            <p:cNvSpPr txBox="1"/>
            <p:nvPr/>
          </p:nvSpPr>
          <p:spPr>
            <a:xfrm>
              <a:off x="9912097" y="4110522"/>
              <a:ext cx="658718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 dirty="0"/>
                <a:t>Legend</a:t>
              </a:r>
            </a:p>
          </p:txBody>
        </p:sp>
        <p:sp>
          <p:nvSpPr>
            <p:cNvPr id="195" name="Legend5">
              <a:extLst>
                <a:ext uri="{FF2B5EF4-FFF2-40B4-BE49-F238E27FC236}">
                  <a16:creationId xmlns:a16="http://schemas.microsoft.com/office/drawing/2014/main" id="{443480AB-89E7-497E-A131-91869590BDB0}"/>
                </a:ext>
              </a:extLst>
            </p:cNvPr>
            <p:cNvSpPr txBox="1"/>
            <p:nvPr/>
          </p:nvSpPr>
          <p:spPr>
            <a:xfrm>
              <a:off x="9912097" y="4481943"/>
              <a:ext cx="653111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 dirty="0"/>
                <a:t>Legend</a:t>
              </a:r>
            </a:p>
          </p:txBody>
        </p:sp>
      </p:grpSp>
      <p:grpSp>
        <p:nvGrpSpPr>
          <p:cNvPr id="4" name="LegendMoons" hidden="1">
            <a:extLst>
              <a:ext uri="{FF2B5EF4-FFF2-40B4-BE49-F238E27FC236}">
                <a16:creationId xmlns:a16="http://schemas.microsoft.com/office/drawing/2014/main" id="{78CA310D-6D76-F64D-43BD-A9F8058D0B83}"/>
              </a:ext>
            </a:extLst>
          </p:cNvPr>
          <p:cNvGrpSpPr/>
          <p:nvPr userDrawn="1"/>
        </p:nvGrpSpPr>
        <p:grpSpPr>
          <a:xfrm>
            <a:off x="10692000" y="1339200"/>
            <a:ext cx="1023616" cy="1731859"/>
            <a:chOff x="7723680" y="1702457"/>
            <a:chExt cx="1023616" cy="1731859"/>
          </a:xfrm>
        </p:grpSpPr>
        <p:sp>
          <p:nvSpPr>
            <p:cNvPr id="5" name="Legend1">
              <a:extLst>
                <a:ext uri="{FF2B5EF4-FFF2-40B4-BE49-F238E27FC236}">
                  <a16:creationId xmlns:a16="http://schemas.microsoft.com/office/drawing/2014/main" id="{5EB4C1BD-D02B-BD12-5727-6F58C39BD4CB}"/>
                </a:ext>
              </a:extLst>
            </p:cNvPr>
            <p:cNvSpPr txBox="1"/>
            <p:nvPr/>
          </p:nvSpPr>
          <p:spPr>
            <a:xfrm>
              <a:off x="8076312" y="1709816"/>
              <a:ext cx="670984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 dirty="0"/>
                <a:t>Legend</a:t>
              </a:r>
            </a:p>
          </p:txBody>
        </p:sp>
        <p:sp>
          <p:nvSpPr>
            <p:cNvPr id="6" name="Legend2">
              <a:extLst>
                <a:ext uri="{FF2B5EF4-FFF2-40B4-BE49-F238E27FC236}">
                  <a16:creationId xmlns:a16="http://schemas.microsoft.com/office/drawing/2014/main" id="{760D5CA7-F2EA-45CF-81C8-C3EDA5FA3954}"/>
                </a:ext>
              </a:extLst>
            </p:cNvPr>
            <p:cNvSpPr txBox="1"/>
            <p:nvPr/>
          </p:nvSpPr>
          <p:spPr>
            <a:xfrm>
              <a:off x="8076312" y="2085275"/>
              <a:ext cx="670984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 dirty="0"/>
                <a:t>Legend</a:t>
              </a:r>
            </a:p>
          </p:txBody>
        </p:sp>
        <p:sp>
          <p:nvSpPr>
            <p:cNvPr id="7" name="Legend3">
              <a:extLst>
                <a:ext uri="{FF2B5EF4-FFF2-40B4-BE49-F238E27FC236}">
                  <a16:creationId xmlns:a16="http://schemas.microsoft.com/office/drawing/2014/main" id="{EB43A491-1FC0-C08D-DC0F-9312F78D3BB5}"/>
                </a:ext>
              </a:extLst>
            </p:cNvPr>
            <p:cNvSpPr txBox="1"/>
            <p:nvPr/>
          </p:nvSpPr>
          <p:spPr>
            <a:xfrm>
              <a:off x="8076312" y="2460734"/>
              <a:ext cx="670984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 dirty="0"/>
                <a:t>Legend</a:t>
              </a:r>
            </a:p>
          </p:txBody>
        </p:sp>
        <p:sp>
          <p:nvSpPr>
            <p:cNvPr id="8" name="Legend4">
              <a:extLst>
                <a:ext uri="{FF2B5EF4-FFF2-40B4-BE49-F238E27FC236}">
                  <a16:creationId xmlns:a16="http://schemas.microsoft.com/office/drawing/2014/main" id="{41DC0170-C64F-96F4-DD57-F6BBE781B8CA}"/>
                </a:ext>
              </a:extLst>
            </p:cNvPr>
            <p:cNvSpPr txBox="1"/>
            <p:nvPr/>
          </p:nvSpPr>
          <p:spPr>
            <a:xfrm>
              <a:off x="8076312" y="2836193"/>
              <a:ext cx="670984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 dirty="0"/>
                <a:t>Legend</a:t>
              </a:r>
            </a:p>
          </p:txBody>
        </p:sp>
        <p:sp>
          <p:nvSpPr>
            <p:cNvPr id="9" name="Legend5">
              <a:extLst>
                <a:ext uri="{FF2B5EF4-FFF2-40B4-BE49-F238E27FC236}">
                  <a16:creationId xmlns:a16="http://schemas.microsoft.com/office/drawing/2014/main" id="{7E1C2B9C-8B0A-AC6B-B386-E28E8F253128}"/>
                </a:ext>
              </a:extLst>
            </p:cNvPr>
            <p:cNvSpPr txBox="1"/>
            <p:nvPr/>
          </p:nvSpPr>
          <p:spPr>
            <a:xfrm>
              <a:off x="8076312" y="3211654"/>
              <a:ext cx="670984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 dirty="0"/>
                <a:t>Legend</a:t>
              </a:r>
            </a:p>
          </p:txBody>
        </p:sp>
        <p:grpSp>
          <p:nvGrpSpPr>
            <p:cNvPr id="10" name="MoonLegend1">
              <a:extLst>
                <a:ext uri="{FF2B5EF4-FFF2-40B4-BE49-F238E27FC236}">
                  <a16:creationId xmlns:a16="http://schemas.microsoft.com/office/drawing/2014/main" id="{C1E862B0-BA6B-93BC-31CC-9EDF1CA824BB}"/>
                </a:ext>
              </a:extLst>
            </p:cNvPr>
            <p:cNvGrpSpPr>
              <a:grpSpLocks noChangeAspect="1"/>
            </p:cNvGrpSpPr>
            <p:nvPr>
              <p:custDataLst>
                <p:tags r:id="rId25"/>
              </p:custDataLst>
            </p:nvPr>
          </p:nvGrpSpPr>
          <p:grpSpPr>
            <a:xfrm>
              <a:off x="7723680" y="1702457"/>
              <a:ext cx="228600" cy="228600"/>
              <a:chOff x="762000" y="1270000"/>
              <a:chExt cx="254000" cy="254000"/>
            </a:xfrm>
          </p:grpSpPr>
          <p:sp>
            <p:nvSpPr>
              <p:cNvPr id="23" name="Oval 22">
                <a:extLst>
                  <a:ext uri="{FF2B5EF4-FFF2-40B4-BE49-F238E27FC236}">
                    <a16:creationId xmlns:a16="http://schemas.microsoft.com/office/drawing/2014/main" id="{34A84F48-2944-98CC-156D-EC5FA62990B9}"/>
                  </a:ext>
                </a:extLst>
              </p:cNvPr>
              <p:cNvSpPr/>
              <p:nvPr>
                <p:custDataLst>
                  <p:tags r:id="rId38"/>
                </p:custDataLst>
              </p:nvPr>
            </p:nvSpPr>
            <p:spPr>
              <a:xfrm>
                <a:off x="762000" y="1270000"/>
                <a:ext cx="254000" cy="254000"/>
              </a:xfrm>
              <a:prstGeom prst="ellipse">
                <a:avLst/>
              </a:prstGeom>
              <a:solidFill>
                <a:srgbClr val="757575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 err="1">
                  <a:solidFill>
                    <a:schemeClr val="tx1"/>
                  </a:solidFill>
                </a:endParaRPr>
              </a:p>
            </p:txBody>
          </p:sp>
          <p:sp>
            <p:nvSpPr>
              <p:cNvPr id="24" name="Arc 23" hidden="1">
                <a:extLst>
                  <a:ext uri="{FF2B5EF4-FFF2-40B4-BE49-F238E27FC236}">
                    <a16:creationId xmlns:a16="http://schemas.microsoft.com/office/drawing/2014/main" id="{49AE9D7C-3BC5-C5DD-0AFA-71D915D9D8D1}"/>
                  </a:ext>
                </a:extLst>
              </p:cNvPr>
              <p:cNvSpPr/>
              <p:nvPr>
                <p:custDataLst>
                  <p:tags r:id="rId39"/>
                </p:custDataLst>
              </p:nvPr>
            </p:nvSpPr>
            <p:spPr>
              <a:xfrm>
                <a:off x="762000" y="1270000"/>
                <a:ext cx="254000" cy="254000"/>
              </a:xfrm>
              <a:prstGeom prst="arc">
                <a:avLst>
                  <a:gd name="adj1" fmla="val 16200000"/>
                  <a:gd name="adj2" fmla="val 5400000"/>
                </a:avLst>
              </a:prstGeom>
              <a:solidFill>
                <a:schemeClr val="accent1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11" name="MoonLegend2">
              <a:extLst>
                <a:ext uri="{FF2B5EF4-FFF2-40B4-BE49-F238E27FC236}">
                  <a16:creationId xmlns:a16="http://schemas.microsoft.com/office/drawing/2014/main" id="{3623EFE0-7A55-35A0-763D-A7CCEABC5767}"/>
                </a:ext>
              </a:extLst>
            </p:cNvPr>
            <p:cNvGrpSpPr>
              <a:grpSpLocks noChangeAspect="1"/>
            </p:cNvGrpSpPr>
            <p:nvPr>
              <p:custDataLst>
                <p:tags r:id="rId26"/>
              </p:custDataLst>
            </p:nvPr>
          </p:nvGrpSpPr>
          <p:grpSpPr>
            <a:xfrm>
              <a:off x="7723680" y="2078270"/>
              <a:ext cx="228600" cy="228600"/>
              <a:chOff x="762000" y="1270000"/>
              <a:chExt cx="254000" cy="254000"/>
            </a:xfrm>
          </p:grpSpPr>
          <p:sp>
            <p:nvSpPr>
              <p:cNvPr id="21" name="Oval 20">
                <a:extLst>
                  <a:ext uri="{FF2B5EF4-FFF2-40B4-BE49-F238E27FC236}">
                    <a16:creationId xmlns:a16="http://schemas.microsoft.com/office/drawing/2014/main" id="{FA3B4311-025C-426B-9E06-BDDA476EF4AE}"/>
                  </a:ext>
                </a:extLst>
              </p:cNvPr>
              <p:cNvSpPr/>
              <p:nvPr>
                <p:custDataLst>
                  <p:tags r:id="rId36"/>
                </p:custDataLst>
              </p:nvPr>
            </p:nvSpPr>
            <p:spPr>
              <a:xfrm>
                <a:off x="762000" y="1270000"/>
                <a:ext cx="254000" cy="254000"/>
              </a:xfrm>
              <a:prstGeom prst="ellipse">
                <a:avLst/>
              </a:prstGeom>
              <a:solidFill>
                <a:srgbClr val="757575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 err="1">
                  <a:solidFill>
                    <a:schemeClr val="tx1"/>
                  </a:solidFill>
                </a:endParaRPr>
              </a:p>
            </p:txBody>
          </p:sp>
          <p:sp>
            <p:nvSpPr>
              <p:cNvPr id="22" name="Arc 21">
                <a:extLst>
                  <a:ext uri="{FF2B5EF4-FFF2-40B4-BE49-F238E27FC236}">
                    <a16:creationId xmlns:a16="http://schemas.microsoft.com/office/drawing/2014/main" id="{9ABB8959-417A-20E2-3BFB-820D653F8B1E}"/>
                  </a:ext>
                </a:extLst>
              </p:cNvPr>
              <p:cNvSpPr/>
              <p:nvPr>
                <p:custDataLst>
                  <p:tags r:id="rId37"/>
                </p:custDataLst>
              </p:nvPr>
            </p:nvSpPr>
            <p:spPr>
              <a:xfrm>
                <a:off x="762000" y="1270000"/>
                <a:ext cx="254000" cy="254000"/>
              </a:xfrm>
              <a:prstGeom prst="arc">
                <a:avLst>
                  <a:gd name="adj1" fmla="val 16200000"/>
                  <a:gd name="adj2" fmla="val 0"/>
                </a:avLst>
              </a:prstGeom>
              <a:solidFill>
                <a:schemeClr val="accent1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12" name="MoonLegend3">
              <a:extLst>
                <a:ext uri="{FF2B5EF4-FFF2-40B4-BE49-F238E27FC236}">
                  <a16:creationId xmlns:a16="http://schemas.microsoft.com/office/drawing/2014/main" id="{7A7E4CBF-9B94-C8D7-EF8F-9662FD33055A}"/>
                </a:ext>
              </a:extLst>
            </p:cNvPr>
            <p:cNvGrpSpPr>
              <a:grpSpLocks noChangeAspect="1"/>
            </p:cNvGrpSpPr>
            <p:nvPr>
              <p:custDataLst>
                <p:tags r:id="rId27"/>
              </p:custDataLst>
            </p:nvPr>
          </p:nvGrpSpPr>
          <p:grpSpPr>
            <a:xfrm>
              <a:off x="7723680" y="2454085"/>
              <a:ext cx="228600" cy="228600"/>
              <a:chOff x="762000" y="1270000"/>
              <a:chExt cx="254000" cy="254000"/>
            </a:xfrm>
          </p:grpSpPr>
          <p:sp>
            <p:nvSpPr>
              <p:cNvPr id="19" name="Oval 18">
                <a:extLst>
                  <a:ext uri="{FF2B5EF4-FFF2-40B4-BE49-F238E27FC236}">
                    <a16:creationId xmlns:a16="http://schemas.microsoft.com/office/drawing/2014/main" id="{25A66490-5468-AC46-5ED5-E8212992AFCC}"/>
                  </a:ext>
                </a:extLst>
              </p:cNvPr>
              <p:cNvSpPr/>
              <p:nvPr>
                <p:custDataLst>
                  <p:tags r:id="rId34"/>
                </p:custDataLst>
              </p:nvPr>
            </p:nvSpPr>
            <p:spPr>
              <a:xfrm>
                <a:off x="762000" y="1270000"/>
                <a:ext cx="254000" cy="254000"/>
              </a:xfrm>
              <a:prstGeom prst="ellipse">
                <a:avLst/>
              </a:prstGeom>
              <a:solidFill>
                <a:srgbClr val="757575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 err="1">
                  <a:solidFill>
                    <a:schemeClr val="tx1"/>
                  </a:solidFill>
                </a:endParaRPr>
              </a:p>
            </p:txBody>
          </p:sp>
          <p:sp>
            <p:nvSpPr>
              <p:cNvPr id="20" name="Arc 19">
                <a:extLst>
                  <a:ext uri="{FF2B5EF4-FFF2-40B4-BE49-F238E27FC236}">
                    <a16:creationId xmlns:a16="http://schemas.microsoft.com/office/drawing/2014/main" id="{2164DC02-AF00-DEB2-344B-46D05BDC2865}"/>
                  </a:ext>
                </a:extLst>
              </p:cNvPr>
              <p:cNvSpPr/>
              <p:nvPr>
                <p:custDataLst>
                  <p:tags r:id="rId35"/>
                </p:custDataLst>
              </p:nvPr>
            </p:nvSpPr>
            <p:spPr>
              <a:xfrm>
                <a:off x="762000" y="1270000"/>
                <a:ext cx="254000" cy="254000"/>
              </a:xfrm>
              <a:prstGeom prst="arc">
                <a:avLst>
                  <a:gd name="adj1" fmla="val 16200000"/>
                  <a:gd name="adj2" fmla="val 5400000"/>
                </a:avLst>
              </a:prstGeom>
              <a:solidFill>
                <a:schemeClr val="accent1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13" name="MoonLegend4">
              <a:extLst>
                <a:ext uri="{FF2B5EF4-FFF2-40B4-BE49-F238E27FC236}">
                  <a16:creationId xmlns:a16="http://schemas.microsoft.com/office/drawing/2014/main" id="{37ACCC41-9C6B-7C20-5C62-B34B467FA718}"/>
                </a:ext>
              </a:extLst>
            </p:cNvPr>
            <p:cNvGrpSpPr>
              <a:grpSpLocks noChangeAspect="1"/>
            </p:cNvGrpSpPr>
            <p:nvPr>
              <p:custDataLst>
                <p:tags r:id="rId28"/>
              </p:custDataLst>
            </p:nvPr>
          </p:nvGrpSpPr>
          <p:grpSpPr>
            <a:xfrm>
              <a:off x="7723680" y="2829900"/>
              <a:ext cx="228600" cy="228600"/>
              <a:chOff x="762000" y="1270000"/>
              <a:chExt cx="254000" cy="254000"/>
            </a:xfrm>
          </p:grpSpPr>
          <p:sp>
            <p:nvSpPr>
              <p:cNvPr id="17" name="Oval 16">
                <a:extLst>
                  <a:ext uri="{FF2B5EF4-FFF2-40B4-BE49-F238E27FC236}">
                    <a16:creationId xmlns:a16="http://schemas.microsoft.com/office/drawing/2014/main" id="{14731651-049D-FD74-10A9-3B77CDA9C266}"/>
                  </a:ext>
                </a:extLst>
              </p:cNvPr>
              <p:cNvSpPr/>
              <p:nvPr>
                <p:custDataLst>
                  <p:tags r:id="rId32"/>
                </p:custDataLst>
              </p:nvPr>
            </p:nvSpPr>
            <p:spPr>
              <a:xfrm>
                <a:off x="762000" y="1270000"/>
                <a:ext cx="254000" cy="254000"/>
              </a:xfrm>
              <a:prstGeom prst="ellipse">
                <a:avLst/>
              </a:prstGeom>
              <a:solidFill>
                <a:srgbClr val="757575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 err="1">
                  <a:solidFill>
                    <a:schemeClr val="tx1"/>
                  </a:solidFill>
                </a:endParaRPr>
              </a:p>
            </p:txBody>
          </p:sp>
          <p:sp>
            <p:nvSpPr>
              <p:cNvPr id="18" name="Arc 17">
                <a:extLst>
                  <a:ext uri="{FF2B5EF4-FFF2-40B4-BE49-F238E27FC236}">
                    <a16:creationId xmlns:a16="http://schemas.microsoft.com/office/drawing/2014/main" id="{5AADA01A-6C4E-7E32-6930-9C7BE1CCCDFC}"/>
                  </a:ext>
                </a:extLst>
              </p:cNvPr>
              <p:cNvSpPr/>
              <p:nvPr>
                <p:custDataLst>
                  <p:tags r:id="rId33"/>
                </p:custDataLst>
              </p:nvPr>
            </p:nvSpPr>
            <p:spPr>
              <a:xfrm>
                <a:off x="762000" y="1270000"/>
                <a:ext cx="254000" cy="254000"/>
              </a:xfrm>
              <a:prstGeom prst="arc">
                <a:avLst>
                  <a:gd name="adj1" fmla="val 16200000"/>
                  <a:gd name="adj2" fmla="val 10800000"/>
                </a:avLst>
              </a:prstGeom>
              <a:solidFill>
                <a:schemeClr val="accent1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14" name="MoonLegend5">
              <a:extLst>
                <a:ext uri="{FF2B5EF4-FFF2-40B4-BE49-F238E27FC236}">
                  <a16:creationId xmlns:a16="http://schemas.microsoft.com/office/drawing/2014/main" id="{E9C1FE7B-027B-2A18-4D77-A6B6DC1EDC9F}"/>
                </a:ext>
              </a:extLst>
            </p:cNvPr>
            <p:cNvGrpSpPr>
              <a:grpSpLocks noChangeAspect="1"/>
            </p:cNvGrpSpPr>
            <p:nvPr>
              <p:custDataLst>
                <p:tags r:id="rId29"/>
              </p:custDataLst>
            </p:nvPr>
          </p:nvGrpSpPr>
          <p:grpSpPr>
            <a:xfrm>
              <a:off x="7723680" y="3205716"/>
              <a:ext cx="228600" cy="228600"/>
              <a:chOff x="762000" y="1270000"/>
              <a:chExt cx="254000" cy="254000"/>
            </a:xfrm>
          </p:grpSpPr>
          <p:sp>
            <p:nvSpPr>
              <p:cNvPr id="15" name="Oval 14">
                <a:extLst>
                  <a:ext uri="{FF2B5EF4-FFF2-40B4-BE49-F238E27FC236}">
                    <a16:creationId xmlns:a16="http://schemas.microsoft.com/office/drawing/2014/main" id="{25520F20-D7D9-7F64-BF4E-B26721F00ED8}"/>
                  </a:ext>
                </a:extLst>
              </p:cNvPr>
              <p:cNvSpPr/>
              <p:nvPr>
                <p:custDataLst>
                  <p:tags r:id="rId30"/>
                </p:custDataLst>
              </p:nvPr>
            </p:nvSpPr>
            <p:spPr>
              <a:xfrm>
                <a:off x="762000" y="1270000"/>
                <a:ext cx="254000" cy="254000"/>
              </a:xfrm>
              <a:prstGeom prst="ellipse">
                <a:avLst/>
              </a:prstGeom>
              <a:solidFill>
                <a:srgbClr val="757575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 err="1">
                  <a:solidFill>
                    <a:schemeClr val="tx1"/>
                  </a:solidFill>
                </a:endParaRPr>
              </a:p>
            </p:txBody>
          </p:sp>
          <p:sp>
            <p:nvSpPr>
              <p:cNvPr id="16" name="Arc 15">
                <a:extLst>
                  <a:ext uri="{FF2B5EF4-FFF2-40B4-BE49-F238E27FC236}">
                    <a16:creationId xmlns:a16="http://schemas.microsoft.com/office/drawing/2014/main" id="{1AC3D5E5-FFBA-7695-4382-807739B76632}"/>
                  </a:ext>
                </a:extLst>
              </p:cNvPr>
              <p:cNvSpPr/>
              <p:nvPr>
                <p:custDataLst>
                  <p:tags r:id="rId31"/>
                </p:custDataLst>
              </p:nvPr>
            </p:nvSpPr>
            <p:spPr>
              <a:xfrm>
                <a:off x="762000" y="1270000"/>
                <a:ext cx="254000" cy="254000"/>
              </a:xfrm>
              <a:prstGeom prst="arc">
                <a:avLst>
                  <a:gd name="adj1" fmla="val 16200000"/>
                  <a:gd name="adj2" fmla="val 16200000"/>
                </a:avLst>
              </a:prstGeom>
              <a:solidFill>
                <a:schemeClr val="accent1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</p:grpSp>
      <p:grpSp>
        <p:nvGrpSpPr>
          <p:cNvPr id="167" name="Sticker" hidden="1">
            <a:extLst>
              <a:ext uri="{FF2B5EF4-FFF2-40B4-BE49-F238E27FC236}">
                <a16:creationId xmlns:a16="http://schemas.microsoft.com/office/drawing/2014/main" id="{174FA759-1A16-45E2-B8DB-6AC61DFC92D4}"/>
              </a:ext>
            </a:extLst>
          </p:cNvPr>
          <p:cNvGrpSpPr>
            <a:grpSpLocks noChangeAspect="1"/>
          </p:cNvGrpSpPr>
          <p:nvPr userDrawn="1"/>
        </p:nvGrpSpPr>
        <p:grpSpPr bwMode="gray">
          <a:xfrm>
            <a:off x="559460" y="1289273"/>
            <a:ext cx="428337" cy="156997"/>
            <a:chOff x="8456447" y="272180"/>
            <a:chExt cx="322188" cy="156966"/>
          </a:xfrm>
        </p:grpSpPr>
        <p:sp>
          <p:nvSpPr>
            <p:cNvPr id="168" name="StickerRectangle">
              <a:extLst>
                <a:ext uri="{FF2B5EF4-FFF2-40B4-BE49-F238E27FC236}">
                  <a16:creationId xmlns:a16="http://schemas.microsoft.com/office/drawing/2014/main" id="{99FB5892-A9FF-4D0E-8661-19A39D5E096E}"/>
                </a:ext>
              </a:extLst>
            </p:cNvPr>
            <p:cNvSpPr>
              <a:spLocks noChangeArrowheads="1"/>
            </p:cNvSpPr>
            <p:nvPr userDrawn="1"/>
          </p:nvSpPr>
          <p:spPr bwMode="gray">
            <a:xfrm>
              <a:off x="8456447" y="272180"/>
              <a:ext cx="322188" cy="156966"/>
            </a:xfrm>
            <a:prstGeom prst="leftRightArrow">
              <a:avLst>
                <a:gd name="adj1" fmla="val 100000"/>
                <a:gd name="adj2" fmla="val 0"/>
              </a:avLst>
            </a:prstGeom>
            <a:noFill/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0" tIns="0" rIns="0" bIns="18288" anchor="t" anchorCtr="0">
              <a:spAutoFit/>
            </a:bodyPr>
            <a:lstStyle/>
            <a:p>
              <a:pPr algn="l" defTabSz="1193860">
                <a:buClr>
                  <a:schemeClr val="tx2"/>
                </a:buClr>
              </a:pPr>
              <a:r>
                <a:rPr lang="en-US" sz="900" b="1" spc="50" dirty="0">
                  <a:ln w="3175">
                    <a:noFill/>
                  </a:ln>
                  <a:solidFill>
                    <a:schemeClr val="tx1"/>
                  </a:solidFill>
                </a:rPr>
                <a:t>Sticker</a:t>
              </a:r>
              <a:endParaRPr lang="en-US" sz="800" baseline="0" dirty="0">
                <a:solidFill>
                  <a:schemeClr val="tx1"/>
                </a:solidFill>
                <a:latin typeface="+mn-lt"/>
                <a:ea typeface="+mn-ea"/>
              </a:endParaRPr>
            </a:p>
          </p:txBody>
        </p:sp>
        <p:cxnSp>
          <p:nvCxnSpPr>
            <p:cNvPr id="169" name="StickerUnderline">
              <a:extLst>
                <a:ext uri="{FF2B5EF4-FFF2-40B4-BE49-F238E27FC236}">
                  <a16:creationId xmlns:a16="http://schemas.microsoft.com/office/drawing/2014/main" id="{B821CB31-49E5-49E7-966F-3C5449557168}"/>
                </a:ext>
              </a:extLst>
            </p:cNvPr>
            <p:cNvCxnSpPr>
              <a:cxnSpLocks noChangeShapeType="1"/>
              <a:stCxn id="168" idx="4"/>
              <a:endCxn id="168" idx="6"/>
            </p:cNvCxnSpPr>
            <p:nvPr/>
          </p:nvCxnSpPr>
          <p:spPr bwMode="gray">
            <a:xfrm>
              <a:off x="8456447" y="429146"/>
              <a:ext cx="322188" cy="0"/>
            </a:xfrm>
            <a:prstGeom prst="straightConnector1">
              <a:avLst/>
            </a:prstGeom>
            <a:noFill/>
            <a:ln w="4191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</p:grpSp>
      <p:grpSp>
        <p:nvGrpSpPr>
          <p:cNvPr id="144" name="LegendLines" hidden="1">
            <a:extLst>
              <a:ext uri="{FF2B5EF4-FFF2-40B4-BE49-F238E27FC236}">
                <a16:creationId xmlns:a16="http://schemas.microsoft.com/office/drawing/2014/main" id="{96520A0D-E8D0-48B5-8162-BA1976A5C3E1}"/>
              </a:ext>
            </a:extLst>
          </p:cNvPr>
          <p:cNvGrpSpPr/>
          <p:nvPr userDrawn="1"/>
        </p:nvGrpSpPr>
        <p:grpSpPr>
          <a:xfrm>
            <a:off x="10440000" y="3243600"/>
            <a:ext cx="1269335" cy="958286"/>
            <a:chOff x="4372690" y="3739101"/>
            <a:chExt cx="1269335" cy="958286"/>
          </a:xfrm>
        </p:grpSpPr>
        <p:sp>
          <p:nvSpPr>
            <p:cNvPr id="170" name="Legend1">
              <a:extLst>
                <a:ext uri="{FF2B5EF4-FFF2-40B4-BE49-F238E27FC236}">
                  <a16:creationId xmlns:a16="http://schemas.microsoft.com/office/drawing/2014/main" id="{D5E27233-7661-43E0-8C1B-859EBE562598}"/>
                </a:ext>
              </a:extLst>
            </p:cNvPr>
            <p:cNvSpPr txBox="1"/>
            <p:nvPr/>
          </p:nvSpPr>
          <p:spPr>
            <a:xfrm>
              <a:off x="4988914" y="3739101"/>
              <a:ext cx="653111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 dirty="0"/>
                <a:t>Legend</a:t>
              </a:r>
            </a:p>
          </p:txBody>
        </p:sp>
        <p:sp>
          <p:nvSpPr>
            <p:cNvPr id="171" name="Legend2">
              <a:extLst>
                <a:ext uri="{FF2B5EF4-FFF2-40B4-BE49-F238E27FC236}">
                  <a16:creationId xmlns:a16="http://schemas.microsoft.com/office/drawing/2014/main" id="{215BA769-FC3A-4971-81E8-16C8E7138029}"/>
                </a:ext>
              </a:extLst>
            </p:cNvPr>
            <p:cNvSpPr txBox="1"/>
            <p:nvPr/>
          </p:nvSpPr>
          <p:spPr>
            <a:xfrm>
              <a:off x="4988914" y="4110522"/>
              <a:ext cx="653111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 dirty="0"/>
                <a:t>Legend</a:t>
              </a:r>
            </a:p>
          </p:txBody>
        </p:sp>
        <p:sp>
          <p:nvSpPr>
            <p:cNvPr id="172" name="Legend3">
              <a:extLst>
                <a:ext uri="{FF2B5EF4-FFF2-40B4-BE49-F238E27FC236}">
                  <a16:creationId xmlns:a16="http://schemas.microsoft.com/office/drawing/2014/main" id="{75880242-A8D7-441D-805E-B817DF5CA854}"/>
                </a:ext>
              </a:extLst>
            </p:cNvPr>
            <p:cNvSpPr txBox="1"/>
            <p:nvPr/>
          </p:nvSpPr>
          <p:spPr>
            <a:xfrm>
              <a:off x="4988914" y="4481943"/>
              <a:ext cx="653111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 dirty="0"/>
                <a:t>Legend</a:t>
              </a:r>
            </a:p>
          </p:txBody>
        </p:sp>
        <p:sp>
          <p:nvSpPr>
            <p:cNvPr id="173" name="LineLegend3">
              <a:extLst>
                <a:ext uri="{FF2B5EF4-FFF2-40B4-BE49-F238E27FC236}">
                  <a16:creationId xmlns:a16="http://schemas.microsoft.com/office/drawing/2014/main" id="{5C3089E9-5649-4103-BA5F-72175F24BEF8}"/>
                </a:ext>
              </a:extLst>
            </p:cNvPr>
            <p:cNvSpPr>
              <a:spLocks noChangeShapeType="1"/>
            </p:cNvSpPr>
            <p:nvPr/>
          </p:nvSpPr>
          <p:spPr bwMode="gray">
            <a:xfrm>
              <a:off x="4372690" y="4588113"/>
              <a:ext cx="457200" cy="0"/>
            </a:xfrm>
            <a:prstGeom prst="line">
              <a:avLst/>
            </a:prstGeom>
            <a:noFill/>
            <a:ln w="28575">
              <a:solidFill>
                <a:schemeClr val="accent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 baseline="0" dirty="0">
                <a:latin typeface="+mn-lt"/>
                <a:ea typeface="+mn-ea"/>
              </a:endParaRPr>
            </a:p>
          </p:txBody>
        </p:sp>
        <p:sp>
          <p:nvSpPr>
            <p:cNvPr id="174" name="LineLegend2">
              <a:extLst>
                <a:ext uri="{FF2B5EF4-FFF2-40B4-BE49-F238E27FC236}">
                  <a16:creationId xmlns:a16="http://schemas.microsoft.com/office/drawing/2014/main" id="{70A7CFCE-D526-433E-9FBC-6DEF2F5E9EB4}"/>
                </a:ext>
              </a:extLst>
            </p:cNvPr>
            <p:cNvSpPr>
              <a:spLocks noChangeShapeType="1"/>
            </p:cNvSpPr>
            <p:nvPr/>
          </p:nvSpPr>
          <p:spPr bwMode="gray">
            <a:xfrm>
              <a:off x="4372690" y="4214754"/>
              <a:ext cx="457200" cy="0"/>
            </a:xfrm>
            <a:prstGeom prst="line">
              <a:avLst/>
            </a:prstGeom>
            <a:noFill/>
            <a:ln w="28575">
              <a:solidFill>
                <a:schemeClr val="accent1"/>
              </a:solidFill>
              <a:prstDash val="dash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 baseline="0" dirty="0">
                <a:latin typeface="+mn-lt"/>
                <a:ea typeface="+mn-ea"/>
              </a:endParaRPr>
            </a:p>
          </p:txBody>
        </p:sp>
        <p:sp>
          <p:nvSpPr>
            <p:cNvPr id="175" name="LineLegend1">
              <a:extLst>
                <a:ext uri="{FF2B5EF4-FFF2-40B4-BE49-F238E27FC236}">
                  <a16:creationId xmlns:a16="http://schemas.microsoft.com/office/drawing/2014/main" id="{4AD9EC0A-8F45-49FA-BB0F-195682A6F6BE}"/>
                </a:ext>
              </a:extLst>
            </p:cNvPr>
            <p:cNvSpPr>
              <a:spLocks noChangeShapeType="1"/>
            </p:cNvSpPr>
            <p:nvPr/>
          </p:nvSpPr>
          <p:spPr bwMode="gray">
            <a:xfrm>
              <a:off x="4372690" y="3846823"/>
              <a:ext cx="457200" cy="0"/>
            </a:xfrm>
            <a:prstGeom prst="line">
              <a:avLst/>
            </a:prstGeom>
            <a:noFill/>
            <a:ln w="28575">
              <a:solidFill>
                <a:schemeClr val="accent1"/>
              </a:solidFill>
              <a:prstDash val="sysDot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 baseline="0" dirty="0">
                <a:latin typeface="+mn-lt"/>
                <a:ea typeface="+mn-ea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38652524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65" r:id="rId1"/>
    <p:sldLayoutId id="2147483866" r:id="rId2"/>
    <p:sldLayoutId id="2147483867" r:id="rId3"/>
    <p:sldLayoutId id="2147483868" r:id="rId4"/>
    <p:sldLayoutId id="2147483870" r:id="rId5"/>
    <p:sldLayoutId id="2147483871" r:id="rId6"/>
    <p:sldLayoutId id="2147483891" r:id="rId7"/>
    <p:sldLayoutId id="2147483892" r:id="rId8"/>
    <p:sldLayoutId id="2147483893" r:id="rId9"/>
    <p:sldLayoutId id="2147483894" r:id="rId10"/>
    <p:sldLayoutId id="2147483895" r:id="rId11"/>
    <p:sldLayoutId id="2147483896" r:id="rId12"/>
    <p:sldLayoutId id="2147483897" r:id="rId13"/>
    <p:sldLayoutId id="2147483898" r:id="rId14"/>
    <p:sldLayoutId id="2147483880" r:id="rId15"/>
    <p:sldLayoutId id="2147483877" r:id="rId16"/>
    <p:sldLayoutId id="2147483899" r:id="rId17"/>
  </p:sldLayoutIdLst>
  <p:txStyles>
    <p:titleStyle>
      <a:lvl1pPr algn="l" defTabSz="914400" rtl="0" eaLnBrk="1" latinLnBrk="0" hangingPunct="1">
        <a:lnSpc>
          <a:spcPct val="93000"/>
        </a:lnSpc>
        <a:spcBef>
          <a:spcPct val="0"/>
        </a:spcBef>
        <a:buNone/>
        <a:defRPr sz="2500" b="1" kern="1200" spc="0" baseline="0">
          <a:ln w="6350" cap="flat">
            <a:noFill/>
            <a:miter lim="800000"/>
          </a:ln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0" indent="0" algn="l" defTabSz="914400" rtl="0" eaLnBrk="1" latinLnBrk="0" hangingPunct="1">
        <a:lnSpc>
          <a:spcPct val="100000"/>
        </a:lnSpc>
        <a:spcBef>
          <a:spcPts val="300"/>
        </a:spcBef>
        <a:spcAft>
          <a:spcPts val="300"/>
        </a:spcAft>
        <a:buFont typeface="Segoe UI" panose="020B0502040204020203" pitchFamily="34" charset="0"/>
        <a:buChar char="​"/>
        <a:defRPr sz="1600" kern="1200">
          <a:solidFill>
            <a:schemeClr val="tx1"/>
          </a:solidFill>
          <a:latin typeface="+mn-lt"/>
          <a:ea typeface="+mn-ea"/>
          <a:cs typeface="Arial" panose="020B0604020202020204" pitchFamily="34" charset="0"/>
        </a:defRPr>
      </a:lvl1pPr>
      <a:lvl2pPr marL="228600" indent="-225425" algn="l" defTabSz="914400" rtl="0" eaLnBrk="1" latinLnBrk="0" hangingPunct="1">
        <a:lnSpc>
          <a:spcPct val="100000"/>
        </a:lnSpc>
        <a:spcBef>
          <a:spcPts val="0"/>
        </a:spcBef>
        <a:spcAft>
          <a:spcPts val="300"/>
        </a:spcAft>
        <a:buClr>
          <a:schemeClr val="tx1"/>
        </a:buClr>
        <a:buFont typeface="Wingdings" panose="05000000000000000000" pitchFamily="2" charset="2"/>
        <a:buChar char=""/>
        <a:defRPr sz="1600" kern="1200">
          <a:solidFill>
            <a:schemeClr val="tx1"/>
          </a:solidFill>
          <a:latin typeface="+mn-lt"/>
          <a:ea typeface="+mn-ea"/>
          <a:cs typeface="Arial" panose="020B0604020202020204" pitchFamily="34" charset="0"/>
        </a:defRPr>
      </a:lvl2pPr>
      <a:lvl3pPr marL="515938" indent="-287338" algn="l" defTabSz="914400" rtl="0" eaLnBrk="1" latinLnBrk="0" hangingPunct="1">
        <a:lnSpc>
          <a:spcPct val="100000"/>
        </a:lnSpc>
        <a:spcBef>
          <a:spcPts val="0"/>
        </a:spcBef>
        <a:spcAft>
          <a:spcPts val="300"/>
        </a:spcAft>
        <a:buClr>
          <a:schemeClr val="tx1"/>
        </a:buClr>
        <a:buFont typeface="Arial" panose="020B0604020202020204" pitchFamily="34" charset="0"/>
        <a:buChar char="—"/>
        <a:defRPr sz="1600" kern="1200">
          <a:solidFill>
            <a:schemeClr val="tx1"/>
          </a:solidFill>
          <a:latin typeface="+mn-lt"/>
          <a:ea typeface="+mn-ea"/>
          <a:cs typeface="Arial" panose="020B0604020202020204" pitchFamily="34" charset="0"/>
        </a:defRPr>
      </a:lvl3pPr>
      <a:lvl4pPr marL="742950" indent="-182563" algn="l" defTabSz="914400" rtl="0" eaLnBrk="1" latinLnBrk="0" hangingPunct="1">
        <a:lnSpc>
          <a:spcPct val="100000"/>
        </a:lnSpc>
        <a:spcBef>
          <a:spcPts val="0"/>
        </a:spcBef>
        <a:spcAft>
          <a:spcPts val="300"/>
        </a:spcAft>
        <a:buClr>
          <a:schemeClr val="tx1"/>
        </a:buClr>
        <a:buFont typeface="Arial" panose="020B0604020202020204" pitchFamily="34" charset="0"/>
        <a:buChar char="»"/>
        <a:defRPr sz="1600" kern="1200">
          <a:solidFill>
            <a:schemeClr val="tx1"/>
          </a:solidFill>
          <a:latin typeface="+mn-lt"/>
          <a:ea typeface="+mn-ea"/>
          <a:cs typeface="Arial" panose="020B0604020202020204" pitchFamily="34" charset="0"/>
        </a:defRPr>
      </a:lvl4pPr>
      <a:lvl5pPr marL="914400" indent="-136525" algn="l" defTabSz="914400" rtl="0" eaLnBrk="1" latinLnBrk="0" hangingPunct="1">
        <a:lnSpc>
          <a:spcPct val="100000"/>
        </a:lnSpc>
        <a:spcBef>
          <a:spcPts val="0"/>
        </a:spcBef>
        <a:spcAft>
          <a:spcPts val="300"/>
        </a:spcAft>
        <a:buClr>
          <a:schemeClr val="tx1"/>
        </a:buClr>
        <a:buSzPct val="100000"/>
        <a:buFont typeface="Arial" panose="020B0604020202020204" pitchFamily="34" charset="0"/>
        <a:buChar char="›"/>
        <a:defRPr sz="1600" kern="1200">
          <a:solidFill>
            <a:schemeClr val="tx1"/>
          </a:solidFill>
          <a:latin typeface="+mn-lt"/>
          <a:ea typeface="+mn-ea"/>
          <a:cs typeface="Arial" panose="020B0604020202020204" pitchFamily="34" charset="0"/>
        </a:defRPr>
      </a:lvl5pPr>
      <a:lvl6pPr marL="914400" indent="0" algn="l" defTabSz="914400" rtl="0" eaLnBrk="1" latinLnBrk="0" hangingPunct="1">
        <a:lnSpc>
          <a:spcPct val="100000"/>
        </a:lnSpc>
        <a:spcBef>
          <a:spcPts val="0"/>
        </a:spcBef>
        <a:spcAft>
          <a:spcPts val="300"/>
        </a:spcAft>
        <a:buSzPct val="100000"/>
        <a:buFont typeface="Arial" panose="020B0604020202020204" pitchFamily="34" charset="0"/>
        <a:buNone/>
        <a:defRPr sz="1600" kern="1200">
          <a:solidFill>
            <a:schemeClr val="tx1"/>
          </a:solidFill>
          <a:latin typeface="+mn-lt"/>
          <a:ea typeface="+mn-ea"/>
          <a:cs typeface="Arial" panose="020B0604020202020204" pitchFamily="34" charset="0"/>
        </a:defRPr>
      </a:lvl6pPr>
      <a:lvl7pPr marL="914400" indent="0" algn="l" defTabSz="914400" rtl="0" eaLnBrk="1" latinLnBrk="0" hangingPunct="1">
        <a:lnSpc>
          <a:spcPct val="100000"/>
        </a:lnSpc>
        <a:spcBef>
          <a:spcPts val="0"/>
        </a:spcBef>
        <a:spcAft>
          <a:spcPts val="300"/>
        </a:spcAft>
        <a:buSzPct val="100000"/>
        <a:buFont typeface="Arial" panose="020B0604020202020204" pitchFamily="34" charset="0"/>
        <a:buNone/>
        <a:defRPr sz="1600" kern="1200">
          <a:solidFill>
            <a:schemeClr val="tx1"/>
          </a:solidFill>
          <a:latin typeface="+mn-lt"/>
          <a:ea typeface="+mn-ea"/>
          <a:cs typeface="Arial" panose="020B0604020202020204" pitchFamily="34" charset="0"/>
        </a:defRPr>
      </a:lvl7pPr>
      <a:lvl8pPr marL="914400" indent="0" algn="l" defTabSz="914400" rtl="0" eaLnBrk="1" latinLnBrk="0" hangingPunct="1">
        <a:lnSpc>
          <a:spcPct val="100000"/>
        </a:lnSpc>
        <a:spcBef>
          <a:spcPts val="0"/>
        </a:spcBef>
        <a:spcAft>
          <a:spcPts val="300"/>
        </a:spcAft>
        <a:buSzPct val="100000"/>
        <a:buFont typeface="Arial" panose="020B0604020202020204" pitchFamily="34" charset="0"/>
        <a:buNone/>
        <a:defRPr sz="1600" kern="1200">
          <a:solidFill>
            <a:schemeClr val="tx1"/>
          </a:solidFill>
          <a:latin typeface="+mn-lt"/>
          <a:ea typeface="+mn-ea"/>
          <a:cs typeface="Arial" panose="020B0604020202020204" pitchFamily="34" charset="0"/>
        </a:defRPr>
      </a:lvl8pPr>
      <a:lvl9pPr marL="914400" indent="0" algn="l" defTabSz="914400" rtl="0" eaLnBrk="1" latinLnBrk="0" hangingPunct="1">
        <a:lnSpc>
          <a:spcPct val="100000"/>
        </a:lnSpc>
        <a:spcBef>
          <a:spcPts val="0"/>
        </a:spcBef>
        <a:spcAft>
          <a:spcPts val="300"/>
        </a:spcAft>
        <a:buSzPct val="100000"/>
        <a:buFont typeface="Arial" panose="020B0604020202020204" pitchFamily="34" charset="0"/>
        <a:buNone/>
        <a:defRPr sz="1600" kern="1200">
          <a:solidFill>
            <a:schemeClr val="tx1"/>
          </a:solidFill>
          <a:latin typeface="+mn-lt"/>
          <a:ea typeface="+mn-ea"/>
          <a:cs typeface="Arial" panose="020B0604020202020204" pitchFamily="34" charset="0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1368">
          <p15:clr>
            <a:srgbClr val="5ACBF0"/>
          </p15:clr>
        </p15:guide>
        <p15:guide id="3" orient="horz" pos="3912">
          <p15:clr>
            <a:srgbClr val="5ACBF0"/>
          </p15:clr>
        </p15:guide>
        <p15:guide id="4" orient="horz" pos="1075">
          <p15:clr>
            <a:srgbClr val="F26B43"/>
          </p15:clr>
        </p15:guide>
        <p15:guide id="5" pos="7329">
          <p15:clr>
            <a:srgbClr val="F26B43"/>
          </p15:clr>
        </p15:guide>
        <p15:guide id="6" pos="345">
          <p15:clr>
            <a:srgbClr val="F26B43"/>
          </p15:clr>
        </p15:guide>
        <p15:guide id="8" orient="horz" pos="4063">
          <p15:clr>
            <a:srgbClr val="F26B43"/>
          </p15:clr>
        </p15:guide>
      </p15:sldGuideLst>
    </p:ext>
  </p:extLst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40737891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901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0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svg"/><Relationship Id="rId2" Type="http://schemas.openxmlformats.org/officeDocument/2006/relationships/image" Target="../media/image11.svg"/><Relationship Id="rId1" Type="http://schemas.openxmlformats.org/officeDocument/2006/relationships/slideLayout" Target="../slideLayouts/slideLayout16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6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3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2.xml"/><Relationship Id="rId4" Type="http://schemas.openxmlformats.org/officeDocument/2006/relationships/image" Target="../media/image17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2.xml"/><Relationship Id="rId4" Type="http://schemas.openxmlformats.org/officeDocument/2006/relationships/image" Target="../media/image19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2.xml"/><Relationship Id="rId5" Type="http://schemas.openxmlformats.org/officeDocument/2006/relationships/image" Target="../media/image22.png"/><Relationship Id="rId4" Type="http://schemas.openxmlformats.org/officeDocument/2006/relationships/image" Target="../media/image21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2.xml"/><Relationship Id="rId5" Type="http://schemas.openxmlformats.org/officeDocument/2006/relationships/image" Target="../media/image25.png"/><Relationship Id="rId4" Type="http://schemas.openxmlformats.org/officeDocument/2006/relationships/image" Target="../media/image24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svg"/><Relationship Id="rId2" Type="http://schemas.openxmlformats.org/officeDocument/2006/relationships/image" Target="../media/image27.svg"/><Relationship Id="rId1" Type="http://schemas.openxmlformats.org/officeDocument/2006/relationships/slideLayout" Target="../slideLayouts/slideLayout25.xml"/><Relationship Id="rId4" Type="http://schemas.openxmlformats.org/officeDocument/2006/relationships/image" Target="../media/image29.sv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svg"/><Relationship Id="rId2" Type="http://schemas.openxmlformats.org/officeDocument/2006/relationships/image" Target="../media/image30.svg"/><Relationship Id="rId1" Type="http://schemas.openxmlformats.org/officeDocument/2006/relationships/slideLayout" Target="../slideLayouts/slideLayout23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8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27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emf"/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24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svg"/><Relationship Id="rId2" Type="http://schemas.openxmlformats.org/officeDocument/2006/relationships/image" Target="../media/image35.svg"/><Relationship Id="rId1" Type="http://schemas.openxmlformats.org/officeDocument/2006/relationships/slideLayout" Target="../slideLayouts/slideLayout23.xml"/><Relationship Id="rId6" Type="http://schemas.openxmlformats.org/officeDocument/2006/relationships/image" Target="../media/image37.svg"/><Relationship Id="rId5" Type="http://schemas.openxmlformats.org/officeDocument/2006/relationships/image" Target="../media/image36.svg"/><Relationship Id="rId4" Type="http://schemas.openxmlformats.org/officeDocument/2006/relationships/image" Target="../media/image28.sv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itle 13">
            <a:extLst>
              <a:ext uri="{FF2B5EF4-FFF2-40B4-BE49-F238E27FC236}">
                <a16:creationId xmlns:a16="http://schemas.microsoft.com/office/drawing/2014/main" id="{DC3A9A3A-46DD-F296-143E-F24C05C3F2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05712" y="3106234"/>
            <a:ext cx="9180576" cy="973215"/>
          </a:xfrm>
        </p:spPr>
        <p:txBody>
          <a:bodyPr/>
          <a:lstStyle/>
          <a:p>
            <a:r>
              <a:rPr lang="en-GB" dirty="0"/>
              <a:t>Unlocking Diversity and Reducing Compute with Trivia Augmentation</a:t>
            </a:r>
          </a:p>
        </p:txBody>
      </p:sp>
      <p:sp>
        <p:nvSpPr>
          <p:cNvPr id="15" name="Subtitle 14">
            <a:extLst>
              <a:ext uri="{FF2B5EF4-FFF2-40B4-BE49-F238E27FC236}">
                <a16:creationId xmlns:a16="http://schemas.microsoft.com/office/drawing/2014/main" id="{2453EE92-4CB9-1D13-C4B2-01C8BD0DF98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05712" y="4284630"/>
            <a:ext cx="9180576" cy="569387"/>
          </a:xfrm>
        </p:spPr>
        <p:txBody>
          <a:bodyPr/>
          <a:lstStyle/>
          <a:p>
            <a:r>
              <a:rPr lang="en-GB" i="1" dirty="0"/>
              <a:t>By Anna Grebenchtchikova and Chung Wong</a:t>
            </a:r>
          </a:p>
          <a:p>
            <a:r>
              <a:rPr lang="en-GB" i="1" dirty="0"/>
              <a:t>Stanford CS224R Spring 2026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4F41537E-D18F-D3F1-29E8-BD0303C642A7}"/>
              </a:ext>
            </a:extLst>
          </p:cNvPr>
          <p:cNvSpPr/>
          <p:nvPr/>
        </p:nvSpPr>
        <p:spPr>
          <a:xfrm>
            <a:off x="9922996" y="6432393"/>
            <a:ext cx="1526583" cy="271220"/>
          </a:xfrm>
          <a:prstGeom prst="rect">
            <a:avLst/>
          </a:prstGeom>
          <a:solidFill>
            <a:srgbClr val="051C2C"/>
          </a:solidFill>
          <a:ln w="6350" cap="sq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endParaRPr lang="en-GB" sz="1600" dirty="0" err="1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60445518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Title 57">
            <a:extLst>
              <a:ext uri="{FF2B5EF4-FFF2-40B4-BE49-F238E27FC236}">
                <a16:creationId xmlns:a16="http://schemas.microsoft.com/office/drawing/2014/main" id="{1FB6EE3A-5F89-AFF6-D2DC-9B09C896D3DC}"/>
              </a:ext>
            </a:extLst>
          </p:cNvPr>
          <p:cNvSpPr txBox="1">
            <a:spLocks/>
          </p:cNvSpPr>
          <p:nvPr/>
        </p:nvSpPr>
        <p:spPr>
          <a:xfrm>
            <a:off x="554735" y="218044"/>
            <a:ext cx="10843734" cy="731520"/>
          </a:xfrm>
          <a:prstGeom prst="rect">
            <a:avLst/>
          </a:prstGeom>
        </p:spPr>
        <p:txBody>
          <a:bodyPr vert="horz" wrap="square" lIns="0" tIns="0" rIns="0" bIns="0" rtlCol="0" anchor="b" anchorCtr="0">
            <a:noAutofit/>
          </a:bodyPr>
          <a:lstStyle>
            <a:lvl1pPr algn="l" defTabSz="914400" rtl="0" eaLnBrk="1" latinLnBrk="0" hangingPunct="1">
              <a:lnSpc>
                <a:spcPct val="93000"/>
              </a:lnSpc>
              <a:spcBef>
                <a:spcPct val="0"/>
              </a:spcBef>
              <a:buNone/>
              <a:defRPr sz="2500" b="1" kern="1200" spc="0" baseline="0">
                <a:ln w="6350" cap="flat">
                  <a:noFill/>
                  <a:miter lim="800000"/>
                </a:ln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GB" dirty="0"/>
              <a:t>Modern LLM improvement suffers due to the reasoning vs diversity trade-off; and endless increasing compute requirements</a:t>
            </a:r>
          </a:p>
        </p:txBody>
      </p:sp>
      <p:pic>
        <p:nvPicPr>
          <p:cNvPr id="15" name="Graphic 14" descr="Iceberg with solid fill">
            <a:extLst>
              <a:ext uri="{FF2B5EF4-FFF2-40B4-BE49-F238E27FC236}">
                <a16:creationId xmlns:a16="http://schemas.microsoft.com/office/drawing/2014/main" id="{008CDF42-A2B9-F430-DD3F-003B492F04CD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2517227" y="1418296"/>
            <a:ext cx="914400" cy="914400"/>
          </a:xfrm>
          <a:prstGeom prst="rect">
            <a:avLst/>
          </a:prstGeom>
        </p:spPr>
      </p:pic>
      <p:sp>
        <p:nvSpPr>
          <p:cNvPr id="16" name="TextBox 15">
            <a:extLst>
              <a:ext uri="{FF2B5EF4-FFF2-40B4-BE49-F238E27FC236}">
                <a16:creationId xmlns:a16="http://schemas.microsoft.com/office/drawing/2014/main" id="{EC8C89B3-783C-6CC3-D7D2-F3215CC5E007}"/>
              </a:ext>
            </a:extLst>
          </p:cNvPr>
          <p:cNvSpPr txBox="1"/>
          <p:nvPr/>
        </p:nvSpPr>
        <p:spPr>
          <a:xfrm>
            <a:off x="1600200" y="2492065"/>
            <a:ext cx="2623239" cy="43088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>
            <a:lvl1pPr lvl="0"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sz="1600">
                <a:cs typeface="Arial" panose="020B0604020202020204" pitchFamily="34" charset="0"/>
              </a:defRPr>
            </a:lvl1pPr>
            <a:lvl2pPr marL="228600" lvl="1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lvl="2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lvl="3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lvl="4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pPr>
              <a:buNone/>
            </a:pPr>
            <a:r>
              <a:rPr lang="en-US" sz="1400" b="1" dirty="0"/>
              <a:t>Improved reasoning comes at the cost of reduced diversity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91E064F7-C170-A08A-5276-71836E2440C6}"/>
              </a:ext>
            </a:extLst>
          </p:cNvPr>
          <p:cNvSpPr txBox="1"/>
          <p:nvPr/>
        </p:nvSpPr>
        <p:spPr>
          <a:xfrm>
            <a:off x="7712420" y="2492065"/>
            <a:ext cx="3008132" cy="43088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>
            <a:lvl1pPr lvl="0"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sz="1600">
                <a:cs typeface="Arial" panose="020B0604020202020204" pitchFamily="34" charset="0"/>
              </a:defRPr>
            </a:lvl1pPr>
            <a:lvl2pPr marL="228600" lvl="1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lvl="2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lvl="3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lvl="4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pPr>
              <a:buNone/>
            </a:pPr>
            <a:r>
              <a:rPr lang="en-US" sz="1400" b="1" dirty="0"/>
              <a:t>Improvement comes at ever higher compute cost</a:t>
            </a:r>
          </a:p>
        </p:txBody>
      </p:sp>
      <p:pic>
        <p:nvPicPr>
          <p:cNvPr id="21" name="Graphic 20" descr="Flying Money outline">
            <a:extLst>
              <a:ext uri="{FF2B5EF4-FFF2-40B4-BE49-F238E27FC236}">
                <a16:creationId xmlns:a16="http://schemas.microsoft.com/office/drawing/2014/main" id="{140B04FB-80ED-CB4D-E1BB-02B2499D5F69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759286" y="1418296"/>
            <a:ext cx="914400" cy="914400"/>
          </a:xfrm>
          <a:prstGeom prst="rect">
            <a:avLst/>
          </a:prstGeom>
        </p:spPr>
      </p:pic>
      <p:sp>
        <p:nvSpPr>
          <p:cNvPr id="34" name="TextBox 33">
            <a:extLst>
              <a:ext uri="{FF2B5EF4-FFF2-40B4-BE49-F238E27FC236}">
                <a16:creationId xmlns:a16="http://schemas.microsoft.com/office/drawing/2014/main" id="{DDF82DDA-6F69-AACB-4860-B1FD905FEA75}"/>
              </a:ext>
            </a:extLst>
          </p:cNvPr>
          <p:cNvSpPr txBox="1">
            <a:spLocks/>
          </p:cNvSpPr>
          <p:nvPr/>
        </p:nvSpPr>
        <p:spPr>
          <a:xfrm>
            <a:off x="1043150" y="3185555"/>
            <a:ext cx="3862553" cy="3057099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 lvl="0"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sz="1600">
                <a:cs typeface="Arial" panose="020B0604020202020204" pitchFamily="34" charset="0"/>
              </a:defRPr>
            </a:lvl1pPr>
            <a:lvl2pPr marL="228600" lvl="1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lvl="2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lvl="3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lvl="4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pPr lvl="1">
              <a:defRPr/>
            </a:pPr>
            <a:r>
              <a:rPr lang="en-GB" sz="1100" dirty="0"/>
              <a:t>Reinforcement learning with verifiable rewards significantly improves LLM reasoning, but severely degrades output diversity</a:t>
            </a:r>
          </a:p>
          <a:p>
            <a:pPr lvl="1">
              <a:defRPr/>
            </a:pPr>
            <a:r>
              <a:rPr lang="en-GB" sz="1100" dirty="0"/>
              <a:t>To be scalable, an LLM must go beyond learning a final correct answer to a test set, lest it collapses onto a narrow set of brittle, repetitive solutions</a:t>
            </a:r>
          </a:p>
          <a:p>
            <a:pPr lvl="1">
              <a:defRPr/>
            </a:pPr>
            <a:r>
              <a:rPr lang="en-GB" sz="1100" dirty="0"/>
              <a:t>Post Training can deliver significant improvement to maintain diversity</a:t>
            </a:r>
            <a:br>
              <a:rPr lang="en-GB" sz="1100" dirty="0"/>
            </a:br>
            <a:br>
              <a:rPr lang="en-GB" sz="1100" dirty="0"/>
            </a:br>
            <a:endParaRPr lang="en-GB" sz="1100" b="1" dirty="0"/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3D56E05F-F496-AF0E-3559-F90E161B8F08}"/>
              </a:ext>
            </a:extLst>
          </p:cNvPr>
          <p:cNvSpPr txBox="1">
            <a:spLocks/>
          </p:cNvSpPr>
          <p:nvPr/>
        </p:nvSpPr>
        <p:spPr>
          <a:xfrm>
            <a:off x="7286299" y="3185555"/>
            <a:ext cx="3862553" cy="3057099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 lvl="0"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sz="1600">
                <a:cs typeface="Arial" panose="020B0604020202020204" pitchFamily="34" charset="0"/>
              </a:defRPr>
            </a:lvl1pPr>
            <a:lvl2pPr marL="228600" lvl="1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lvl="2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lvl="3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lvl="4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pPr lvl="1">
              <a:defRPr/>
            </a:pPr>
            <a:r>
              <a:rPr lang="en-GB" sz="1100" dirty="0"/>
              <a:t>As LLMs grow in size, both their training and inference costs are ever-increasing</a:t>
            </a:r>
          </a:p>
          <a:p>
            <a:pPr lvl="1">
              <a:defRPr/>
            </a:pPr>
            <a:r>
              <a:rPr lang="en-GB" sz="1100" dirty="0"/>
              <a:t>Excessive post-training to maintain diversity would further raise the bill</a:t>
            </a:r>
            <a:br>
              <a:rPr lang="en-GB" sz="1100" dirty="0"/>
            </a:br>
            <a:br>
              <a:rPr lang="en-GB" sz="1100" dirty="0"/>
            </a:br>
            <a:endParaRPr lang="en-GB" sz="1100" b="1" dirty="0"/>
          </a:p>
        </p:txBody>
      </p:sp>
    </p:spTree>
    <p:extLst>
      <p:ext uri="{BB962C8B-B14F-4D97-AF65-F5344CB8AC3E}">
        <p14:creationId xmlns:p14="http://schemas.microsoft.com/office/powerpoint/2010/main" val="371889036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4C4E48-7498-00D6-10FE-B24C2028F5E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Previous studies show (…)</a:t>
            </a:r>
          </a:p>
        </p:txBody>
      </p:sp>
      <p:sp>
        <p:nvSpPr>
          <p:cNvPr id="5" name="Subtitle 4">
            <a:extLst>
              <a:ext uri="{FF2B5EF4-FFF2-40B4-BE49-F238E27FC236}">
                <a16:creationId xmlns:a16="http://schemas.microsoft.com/office/drawing/2014/main" id="{4A5881E8-7133-7D3B-D216-23094BAD1C22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9D4D8BB4-590C-D029-A105-504AFF42A187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4134AB5D-3522-F14A-D1EA-FB3D6065CF36}"/>
              </a:ext>
            </a:extLst>
          </p:cNvPr>
          <p:cNvSpPr txBox="1"/>
          <p:nvPr/>
        </p:nvSpPr>
        <p:spPr>
          <a:xfrm>
            <a:off x="849730" y="1563245"/>
            <a:ext cx="4174097" cy="21544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>
            <a:lvl1pPr lvl="0"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sz="1600">
                <a:cs typeface="Arial" panose="020B0604020202020204" pitchFamily="34" charset="0"/>
              </a:defRPr>
            </a:lvl1pPr>
            <a:lvl2pPr marL="228600" lvl="1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lvl="2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lvl="3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lvl="4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/>
              <a:t>Summarize key papers in 1-2 bullet points</a:t>
            </a:r>
          </a:p>
        </p:txBody>
      </p:sp>
      <p:graphicFrame>
        <p:nvGraphicFramePr>
          <p:cNvPr id="9" name="Table 0">
            <a:extLst>
              <a:ext uri="{FF2B5EF4-FFF2-40B4-BE49-F238E27FC236}">
                <a16:creationId xmlns:a16="http://schemas.microsoft.com/office/drawing/2014/main" id="{A50FAE1B-BA94-4CF0-1B69-01E93D25367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96478044"/>
              </p:ext>
            </p:extLst>
          </p:nvPr>
        </p:nvGraphicFramePr>
        <p:xfrm>
          <a:off x="6462793" y="2342845"/>
          <a:ext cx="5318939" cy="2285706"/>
        </p:xfrm>
        <a:graphic>
          <a:graphicData uri="http://schemas.openxmlformats.org/drawingml/2006/table">
            <a:tbl>
              <a:tblPr/>
              <a:tblGrid>
                <a:gridCol w="85173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9635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9635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96356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496356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496356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496356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496356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496356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496356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</a:tblGrid>
              <a:tr h="430871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marL="0" indent="0" algn="l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Approach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51C2C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AIME w/o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51C2C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AIME w/abs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51C2C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AIME best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51C2C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DSR w/o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51C2C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DSR w/abs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51C2C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DSR best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51C2C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AMC w/o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51C2C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AMC w/abs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51C2C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AMC best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51C2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94262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marL="0" indent="0" algn="l">
                        <a:buNone/>
                      </a:pPr>
                      <a:r>
                        <a:rPr lang="en-US" sz="1050" b="1" dirty="0">
                          <a:solidFill>
                            <a:srgbClr val="051C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Qwen3-1.7B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EF2F5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520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33.75 </a:t>
                      </a:r>
                      <a:endParaRPr lang="en-US" sz="1200" dirty="0"/>
                    </a:p>
                  </a:txBody>
                  <a:tcPr anchor="ctr">
                    <a:lnL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520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36.25 </a:t>
                      </a:r>
                      <a:r>
                        <a:rPr lang="en-US" sz="1000" b="1" dirty="0">
                          <a:solidFill>
                            <a:srgbClr val="2E7D3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▲</a:t>
                      </a:r>
                      <a:endParaRPr lang="en-US" sz="1200" dirty="0"/>
                    </a:p>
                  </a:txBody>
                  <a:tcPr anchor="ctr">
                    <a:lnL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6F9FB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520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40.00 </a:t>
                      </a:r>
                      <a:endParaRPr lang="en-US" sz="1200" dirty="0"/>
                    </a:p>
                  </a:txBody>
                  <a:tcPr anchor="ctr">
                    <a:lnL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6F9FB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520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20.21 </a:t>
                      </a:r>
                      <a:endParaRPr lang="en-US" sz="1200" dirty="0"/>
                    </a:p>
                  </a:txBody>
                  <a:tcPr anchor="ctr">
                    <a:lnL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520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22.14 </a:t>
                      </a:r>
                      <a:r>
                        <a:rPr lang="en-US" sz="1000" b="1" dirty="0">
                          <a:solidFill>
                            <a:srgbClr val="2E7D3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▲</a:t>
                      </a:r>
                      <a:endParaRPr lang="en-US" sz="1200" dirty="0"/>
                    </a:p>
                  </a:txBody>
                  <a:tcPr anchor="ctr">
                    <a:lnL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6F9FB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520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32.50 </a:t>
                      </a:r>
                      <a:endParaRPr lang="en-US" sz="1200" dirty="0"/>
                    </a:p>
                  </a:txBody>
                  <a:tcPr anchor="ctr">
                    <a:lnL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6F9FB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520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86.41 </a:t>
                      </a:r>
                      <a:endParaRPr lang="en-US" sz="1200" dirty="0"/>
                    </a:p>
                  </a:txBody>
                  <a:tcPr anchor="ctr">
                    <a:lnL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520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78.01 </a:t>
                      </a:r>
                      <a:r>
                        <a:rPr lang="en-US" sz="1000" b="1" dirty="0">
                          <a:solidFill>
                            <a:srgbClr val="CD303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▼</a:t>
                      </a:r>
                      <a:endParaRPr lang="en-US" sz="1200" dirty="0"/>
                    </a:p>
                  </a:txBody>
                  <a:tcPr anchor="ctr">
                    <a:lnL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6F9FB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520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84.53 </a:t>
                      </a:r>
                      <a:endParaRPr lang="en-US" sz="1200" dirty="0"/>
                    </a:p>
                  </a:txBody>
                  <a:tcPr anchor="ctr">
                    <a:lnL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6F9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94262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marL="0" indent="0" algn="l">
                        <a:buNone/>
                      </a:pPr>
                      <a:r>
                        <a:rPr lang="en-US" sz="1050" b="1" dirty="0">
                          <a:solidFill>
                            <a:srgbClr val="051C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 DAPO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EF2F5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520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37.92 </a:t>
                      </a:r>
                      <a:endParaRPr lang="en-US" sz="1200" dirty="0"/>
                    </a:p>
                  </a:txBody>
                  <a:tcPr anchor="ctr">
                    <a:lnL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520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34.90 </a:t>
                      </a:r>
                      <a:r>
                        <a:rPr lang="en-US" sz="1000" b="1" dirty="0">
                          <a:solidFill>
                            <a:srgbClr val="CD303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▼</a:t>
                      </a:r>
                      <a:endParaRPr lang="en-US" sz="1200" dirty="0"/>
                    </a:p>
                  </a:txBody>
                  <a:tcPr anchor="ctr">
                    <a:lnL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6F9FB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520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39.79 </a:t>
                      </a:r>
                      <a:endParaRPr lang="en-US" sz="1200" dirty="0"/>
                    </a:p>
                  </a:txBody>
                  <a:tcPr anchor="ctr">
                    <a:lnL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6F9FB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520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21.67 </a:t>
                      </a:r>
                      <a:endParaRPr lang="en-US" sz="1200" dirty="0"/>
                    </a:p>
                  </a:txBody>
                  <a:tcPr anchor="ctr">
                    <a:lnL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520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21.88 </a:t>
                      </a:r>
                      <a:r>
                        <a:rPr lang="en-US" sz="1000" b="1" dirty="0">
                          <a:solidFill>
                            <a:srgbClr val="2E7D3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▲</a:t>
                      </a:r>
                      <a:endParaRPr lang="en-US" sz="1200" dirty="0"/>
                    </a:p>
                  </a:txBody>
                  <a:tcPr anchor="ctr">
                    <a:lnL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6F9FB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520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33.54 </a:t>
                      </a:r>
                      <a:endParaRPr lang="en-US" sz="1200" dirty="0"/>
                    </a:p>
                  </a:txBody>
                  <a:tcPr anchor="ctr">
                    <a:lnL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6F9FB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520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86.41 </a:t>
                      </a:r>
                      <a:endParaRPr lang="en-US" sz="1200" dirty="0"/>
                    </a:p>
                  </a:txBody>
                  <a:tcPr anchor="ctr">
                    <a:lnL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520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81.99 </a:t>
                      </a:r>
                      <a:r>
                        <a:rPr lang="en-US" sz="1000" b="1" dirty="0">
                          <a:solidFill>
                            <a:srgbClr val="CD303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▼</a:t>
                      </a:r>
                      <a:endParaRPr lang="en-US" sz="1200" dirty="0"/>
                    </a:p>
                  </a:txBody>
                  <a:tcPr anchor="ctr">
                    <a:lnL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6F9FB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520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88.44 </a:t>
                      </a:r>
                      <a:endParaRPr lang="en-US" sz="1200" dirty="0"/>
                    </a:p>
                  </a:txBody>
                  <a:tcPr anchor="ctr">
                    <a:lnL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6F9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94262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marL="0" indent="0" algn="l">
                        <a:buNone/>
                      </a:pPr>
                      <a:r>
                        <a:rPr lang="en-US" sz="1050" b="1" dirty="0">
                          <a:solidFill>
                            <a:srgbClr val="051C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 RLAD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EF2F5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520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38.04 </a:t>
                      </a:r>
                      <a:endParaRPr lang="en-US" sz="1200" dirty="0"/>
                    </a:p>
                  </a:txBody>
                  <a:tcPr anchor="ctr">
                    <a:lnL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520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42.45 </a:t>
                      </a:r>
                      <a:r>
                        <a:rPr lang="en-US" sz="1000" b="1" dirty="0">
                          <a:solidFill>
                            <a:srgbClr val="2E7D3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▲</a:t>
                      </a:r>
                      <a:endParaRPr lang="en-US" sz="1200" dirty="0"/>
                    </a:p>
                  </a:txBody>
                  <a:tcPr anchor="ctr">
                    <a:lnL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6F9FB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520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48.33 </a:t>
                      </a:r>
                      <a:endParaRPr lang="en-US" sz="1200" dirty="0"/>
                    </a:p>
                  </a:txBody>
                  <a:tcPr anchor="ctr">
                    <a:lnL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6F9FB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520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23.54 </a:t>
                      </a:r>
                      <a:endParaRPr lang="en-US" sz="1200" dirty="0"/>
                    </a:p>
                  </a:txBody>
                  <a:tcPr anchor="ctr">
                    <a:lnL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520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24.84 </a:t>
                      </a:r>
                      <a:r>
                        <a:rPr lang="en-US" sz="1000" b="1" dirty="0">
                          <a:solidFill>
                            <a:srgbClr val="2E7D3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▲</a:t>
                      </a:r>
                      <a:endParaRPr lang="en-US" sz="1200" dirty="0"/>
                    </a:p>
                  </a:txBody>
                  <a:tcPr anchor="ctr">
                    <a:lnL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6F9FB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520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35.54 </a:t>
                      </a:r>
                      <a:endParaRPr lang="en-US" sz="1200" dirty="0"/>
                    </a:p>
                  </a:txBody>
                  <a:tcPr anchor="ctr">
                    <a:lnL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6F9FB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520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87.25 </a:t>
                      </a:r>
                      <a:endParaRPr lang="en-US" sz="1200" dirty="0"/>
                    </a:p>
                  </a:txBody>
                  <a:tcPr anchor="ctr">
                    <a:lnL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520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88.35 </a:t>
                      </a:r>
                      <a:r>
                        <a:rPr lang="en-US" sz="1000" b="1" dirty="0">
                          <a:solidFill>
                            <a:srgbClr val="2E7D3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▲</a:t>
                      </a:r>
                      <a:endParaRPr lang="en-US" sz="1200" dirty="0"/>
                    </a:p>
                  </a:txBody>
                  <a:tcPr anchor="ctr">
                    <a:lnL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6F9FB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520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91.72 </a:t>
                      </a:r>
                      <a:endParaRPr lang="en-US" sz="1200" dirty="0"/>
                    </a:p>
                  </a:txBody>
                  <a:tcPr anchor="ctr">
                    <a:lnL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6F9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10" name="Shape 2">
            <a:extLst>
              <a:ext uri="{FF2B5EF4-FFF2-40B4-BE49-F238E27FC236}">
                <a16:creationId xmlns:a16="http://schemas.microsoft.com/office/drawing/2014/main" id="{E2F6B3A9-2723-1CB4-265E-FEC9BDBFFE8A}"/>
              </a:ext>
            </a:extLst>
          </p:cNvPr>
          <p:cNvSpPr/>
          <p:nvPr/>
        </p:nvSpPr>
        <p:spPr>
          <a:xfrm>
            <a:off x="6734012" y="4709160"/>
            <a:ext cx="4811449" cy="1234440"/>
          </a:xfrm>
          <a:prstGeom prst="rect">
            <a:avLst/>
          </a:prstGeom>
          <a:solidFill>
            <a:srgbClr val="EEF2F5"/>
          </a:solidFill>
          <a:ln w="12700">
            <a:solidFill>
              <a:srgbClr val="C9D2D8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1" name="Text 3">
            <a:extLst>
              <a:ext uri="{FF2B5EF4-FFF2-40B4-BE49-F238E27FC236}">
                <a16:creationId xmlns:a16="http://schemas.microsoft.com/office/drawing/2014/main" id="{317FD673-F245-EBD4-A421-A888B1E5F97C}"/>
              </a:ext>
            </a:extLst>
          </p:cNvPr>
          <p:cNvSpPr/>
          <p:nvPr/>
        </p:nvSpPr>
        <p:spPr>
          <a:xfrm>
            <a:off x="6828650" y="4818888"/>
            <a:ext cx="4625371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051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Inconsistent across models AND benchmarks.  </a:t>
            </a:r>
            <a:r>
              <a:rPr lang="en-US" sz="1300" dirty="0">
                <a:solidFill>
                  <a:srgbClr val="1520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same intervention helps here, hurts there — and the model improves even </a:t>
            </a:r>
            <a:r>
              <a:rPr lang="en-US" sz="1300" i="1" dirty="0">
                <a:solidFill>
                  <a:srgbClr val="1520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without</a:t>
            </a:r>
            <a:r>
              <a:rPr lang="en-US" sz="1300" dirty="0">
                <a:solidFill>
                  <a:srgbClr val="1520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the hints, by amounts that swing widely. If content-rich hints are this unstable, what is the variation actually doing?</a:t>
            </a:r>
            <a:endParaRPr lang="en-US" sz="1300" dirty="0"/>
          </a:p>
        </p:txBody>
      </p:sp>
    </p:spTree>
    <p:extLst>
      <p:ext uri="{BB962C8B-B14F-4D97-AF65-F5344CB8AC3E}">
        <p14:creationId xmlns:p14="http://schemas.microsoft.com/office/powerpoint/2010/main" val="302603831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500E68F4-7915-0088-A388-125F2BC8907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4735" y="249543"/>
            <a:ext cx="4296233" cy="769441"/>
          </a:xfrm>
        </p:spPr>
        <p:txBody>
          <a:bodyPr/>
          <a:lstStyle/>
          <a:p>
            <a:r>
              <a:rPr lang="en-GB" dirty="0"/>
              <a:t>Initial result; setup of further experiments</a:t>
            </a:r>
          </a:p>
        </p:txBody>
      </p:sp>
      <p:sp>
        <p:nvSpPr>
          <p:cNvPr id="6" name="Subtitle 5">
            <a:extLst>
              <a:ext uri="{FF2B5EF4-FFF2-40B4-BE49-F238E27FC236}">
                <a16:creationId xmlns:a16="http://schemas.microsoft.com/office/drawing/2014/main" id="{D0C42BCD-BA68-BF54-A99F-E7869D240D8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54735" y="1141932"/>
            <a:ext cx="3465575" cy="492443"/>
          </a:xfrm>
        </p:spPr>
        <p:txBody>
          <a:bodyPr/>
          <a:lstStyle/>
          <a:p>
            <a:r>
              <a:rPr lang="en-GB" dirty="0" err="1"/>
              <a:t>Intial</a:t>
            </a:r>
            <a:r>
              <a:rPr lang="en-GB" dirty="0"/>
              <a:t> result of accuracy and lesser cost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6BF11FBB-2835-893E-FC7B-7F7B600C4B6E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8" name="Subtitle 5">
            <a:extLst>
              <a:ext uri="{FF2B5EF4-FFF2-40B4-BE49-F238E27FC236}">
                <a16:creationId xmlns:a16="http://schemas.microsoft.com/office/drawing/2014/main" id="{F1D835A5-0930-D156-ABAA-CDE33E716C3B}"/>
              </a:ext>
            </a:extLst>
          </p:cNvPr>
          <p:cNvSpPr txBox="1">
            <a:spLocks/>
          </p:cNvSpPr>
          <p:nvPr/>
        </p:nvSpPr>
        <p:spPr>
          <a:xfrm>
            <a:off x="7156704" y="3659644"/>
            <a:ext cx="3465575" cy="492443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None/>
              <a:defRPr sz="1600" b="0" kern="1200">
                <a:solidFill>
                  <a:schemeClr val="bg2"/>
                </a:solidFill>
                <a:latin typeface="+mn-lt"/>
                <a:ea typeface="+mn-ea"/>
                <a:cs typeface="Arial" panose="020B0604020202020204" pitchFamily="34" charset="0"/>
              </a:defRPr>
            </a:lvl1pPr>
            <a:lvl2pPr marL="457178" indent="0" algn="ctr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Font typeface="Wingdings" panose="05000000000000000000" pitchFamily="2" charset="2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2pPr>
            <a:lvl3pPr marL="914354" indent="0" algn="ctr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3pPr>
            <a:lvl4pPr marL="1371532" indent="0" algn="ctr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4pPr>
            <a:lvl5pPr marL="1828709" indent="0" algn="ctr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5pPr>
            <a:lvl6pPr marL="2285886" indent="0" algn="ctr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6pPr>
            <a:lvl7pPr marL="2743062" indent="0" algn="ctr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7pPr>
            <a:lvl8pPr marL="3200240" indent="0" algn="ctr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8pPr>
            <a:lvl9pPr marL="3657418" indent="0" algn="ctr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9pPr>
          </a:lstStyle>
          <a:p>
            <a:r>
              <a:rPr lang="en-GB" dirty="0">
                <a:solidFill>
                  <a:schemeClr val="tx1"/>
                </a:solidFill>
              </a:rPr>
              <a:t>Table overview of further experiment setup</a:t>
            </a: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125476DE-A083-A58F-A2E2-C35CDC4E83A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8961" y="1657247"/>
            <a:ext cx="2876951" cy="1914792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EA3A6A72-4B75-C8E2-F7C6-1381565109C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8961" y="3799127"/>
            <a:ext cx="2762636" cy="19719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9858269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74320"/>
            <a:ext cx="85039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ct val="98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051C2C"/>
                </a:solidFill>
                <a:effectLst/>
                <a:uLnTx/>
                <a:uFillTx/>
                <a:latin typeface="Georgia" pitchFamily="34" charset="0"/>
                <a:ea typeface="Georgia" pitchFamily="34" charset="-122"/>
                <a:cs typeface="Georgia" pitchFamily="34" charset="-120"/>
              </a:rPr>
              <a:t>Trivia keeps accuracy and reaches peak on roughly half the tokens</a:t>
            </a: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3" name="Image 0" descr="/home/claude/figs/f2_paret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" y="1439337"/>
            <a:ext cx="7818120" cy="4802285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8823960" y="0"/>
            <a:ext cx="3367735" cy="6858000"/>
          </a:xfrm>
          <a:prstGeom prst="rect">
            <a:avLst/>
          </a:prstGeom>
          <a:solidFill>
            <a:srgbClr val="051C2C"/>
          </a:solidFill>
          <a:ln/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" name="Text 2"/>
          <p:cNvSpPr/>
          <p:nvPr/>
        </p:nvSpPr>
        <p:spPr>
          <a:xfrm>
            <a:off x="9052560" y="457200"/>
            <a:ext cx="2926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9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Georgia" pitchFamily="34" charset="0"/>
                <a:ea typeface="Georgia" pitchFamily="34" charset="-122"/>
                <a:cs typeface="Georgia" pitchFamily="34" charset="-120"/>
              </a:rPr>
              <a:t>What we see</a:t>
            </a:r>
            <a:endParaRPr kumimoji="0" lang="en-US" sz="19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" name="Text 3"/>
          <p:cNvSpPr/>
          <p:nvPr/>
        </p:nvSpPr>
        <p:spPr>
          <a:xfrm>
            <a:off x="9052560" y="1234440"/>
            <a:ext cx="292608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3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itchFamily="34" charset="0"/>
                <a:ea typeface="Arial" pitchFamily="34" charset="-122"/>
                <a:cs typeface="Arial" pitchFamily="34" charset="-120"/>
              </a:rPr>
              <a:t>In-distribution accuracy preserved</a:t>
            </a:r>
            <a:endParaRPr kumimoji="0" lang="en-US" sz="13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rgbClr val="D5EBFA"/>
                </a:solidFill>
                <a:effectLst/>
                <a:uLnTx/>
                <a:uFillTx/>
                <a:latin typeface="Arial" pitchFamily="34" charset="0"/>
                <a:ea typeface="Arial" pitchFamily="34" charset="-122"/>
                <a:cs typeface="Arial" pitchFamily="34" charset="-120"/>
              </a:rPr>
              <a:t>trivia tracks clean on GSM8K</a:t>
            </a:r>
            <a:endParaRPr kumimoji="0" lang="en-US" sz="13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" name="Text 4"/>
          <p:cNvSpPr/>
          <p:nvPr/>
        </p:nvSpPr>
        <p:spPr>
          <a:xfrm>
            <a:off x="9052560" y="2240280"/>
            <a:ext cx="292608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3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itchFamily="34" charset="0"/>
                <a:ea typeface="Arial" pitchFamily="34" charset="-122"/>
                <a:cs typeface="Arial" pitchFamily="34" charset="-120"/>
              </a:rPr>
              <a:t>Fewer truncations</a:t>
            </a:r>
            <a:endParaRPr kumimoji="0" lang="en-US" sz="13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rgbClr val="D5EBFA"/>
                </a:solidFill>
                <a:effectLst/>
                <a:uLnTx/>
                <a:uFillTx/>
                <a:latin typeface="Arial" pitchFamily="34" charset="0"/>
                <a:ea typeface="Arial" pitchFamily="34" charset="-122"/>
                <a:cs typeface="Arial" pitchFamily="34" charset="-120"/>
              </a:rPr>
              <a:t>16% → 14% of rollouts</a:t>
            </a:r>
            <a:endParaRPr kumimoji="0" lang="en-US" sz="13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8" name="Text 5"/>
          <p:cNvSpPr/>
          <p:nvPr/>
        </p:nvSpPr>
        <p:spPr>
          <a:xfrm>
            <a:off x="9052560" y="3383280"/>
            <a:ext cx="2926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4000" b="1" i="0" u="none" strike="noStrike" kern="1200" cap="none" spc="0" normalizeH="0" baseline="0" noProof="0" dirty="0">
                <a:ln>
                  <a:noFill/>
                </a:ln>
                <a:solidFill>
                  <a:srgbClr val="FFA800"/>
                </a:solidFill>
                <a:effectLst/>
                <a:uLnTx/>
                <a:uFillTx/>
                <a:latin typeface="Georgia" pitchFamily="34" charset="0"/>
                <a:ea typeface="Georgia" pitchFamily="34" charset="-122"/>
                <a:cs typeface="Georgia" pitchFamily="34" charset="-120"/>
              </a:rPr>
              <a:t>~21M</a:t>
            </a:r>
            <a:endParaRPr kumimoji="0" lang="en-US" sz="4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9" name="Text 6"/>
          <p:cNvSpPr/>
          <p:nvPr/>
        </p:nvSpPr>
        <p:spPr>
          <a:xfrm>
            <a:off x="9052560" y="4069080"/>
            <a:ext cx="292608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3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itchFamily="34" charset="0"/>
                <a:ea typeface="Arial" pitchFamily="34" charset="-122"/>
                <a:cs typeface="Arial" pitchFamily="34" charset="-120"/>
              </a:rPr>
              <a:t>tokens to peak for e3+trivia, vs ~40M for plain GRPO</a:t>
            </a:r>
            <a:endParaRPr kumimoji="0" lang="en-US" sz="13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0" name="Text 7"/>
          <p:cNvSpPr/>
          <p:nvPr/>
        </p:nvSpPr>
        <p:spPr>
          <a:xfrm>
            <a:off x="9052560" y="5852160"/>
            <a:ext cx="292608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1" u="none" strike="noStrike" kern="1200" cap="none" spc="0" normalizeH="0" baseline="0" noProof="0" dirty="0">
                <a:ln>
                  <a:noFill/>
                </a:ln>
                <a:solidFill>
                  <a:srgbClr val="D5EBFA"/>
                </a:solidFill>
                <a:effectLst/>
                <a:uLnTx/>
                <a:uFillTx/>
                <a:latin typeface="Arial" pitchFamily="34" charset="0"/>
                <a:ea typeface="Arial" pitchFamily="34" charset="-122"/>
                <a:cs typeface="Arial" pitchFamily="34" charset="-120"/>
              </a:rPr>
              <a:t>Hardware-independent: a token count, not a clock.</a:t>
            </a:r>
            <a:endParaRPr kumimoji="0" lang="en-US" sz="1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1" name="Text 8"/>
          <p:cNvSpPr/>
          <p:nvPr/>
        </p:nvSpPr>
        <p:spPr>
          <a:xfrm>
            <a:off x="11551615" y="64922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6B7682"/>
                </a:solidFill>
                <a:effectLst/>
                <a:uLnTx/>
                <a:uFillTx/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5D74837-AC57-AEAC-A1C4-064AAA3DFD5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EVERYTHING AFTER THIS IS VERY WIP IN TERMS OF SETUP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F57B3E1-4CDD-8E61-97A9-D446E5922DCF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08FEB48-F1C3-ECA5-1868-E89C3F5ADFB2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/>
        <p:txBody>
          <a:bodyPr/>
          <a:lstStyle/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52640545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74320"/>
            <a:ext cx="78638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ct val="98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051C2C"/>
                </a:solidFill>
                <a:effectLst/>
                <a:uLnTx/>
                <a:uFillTx/>
                <a:latin typeface="Georgia" pitchFamily="34" charset="0"/>
                <a:ea typeface="Georgia" pitchFamily="34" charset="-122"/>
                <a:cs typeface="Georgia" pitchFamily="34" charset="-120"/>
              </a:rPr>
              <a:t>MATH: far leaner in-distribution, fragile out-of-distribution</a:t>
            </a: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" name="Text 1"/>
          <p:cNvSpPr/>
          <p:nvPr/>
        </p:nvSpPr>
        <p:spPr>
          <a:xfrm>
            <a:off x="502920" y="1463040"/>
            <a:ext cx="4297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051C2C"/>
                </a:solidFill>
                <a:effectLst/>
                <a:uLnTx/>
                <a:uFillTx/>
                <a:latin typeface="Arial" pitchFamily="34" charset="0"/>
                <a:ea typeface="Arial" pitchFamily="34" charset="-122"/>
                <a:cs typeface="Arial" pitchFamily="34" charset="-120"/>
              </a:rPr>
              <a:t>Response length (clean eval)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4" name="Image 0" descr="/home/claude/figs/f3b_math_length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" y="1945653"/>
            <a:ext cx="4297680" cy="300327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4983480" y="1463040"/>
            <a:ext cx="2834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051C2C"/>
                </a:solidFill>
                <a:effectLst/>
                <a:uLnTx/>
                <a:uFillTx/>
                <a:latin typeface="Arial" pitchFamily="34" charset="0"/>
                <a:ea typeface="Arial" pitchFamily="34" charset="-122"/>
                <a:cs typeface="Arial" pitchFamily="34" charset="-120"/>
              </a:rPr>
              <a:t>AIME 2025 (out-of-distribution)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6" name="Image 1" descr="/home/claude/figs/aime_math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37760" y="2085053"/>
            <a:ext cx="2926080" cy="2724469"/>
          </a:xfrm>
          <a:prstGeom prst="rect">
            <a:avLst/>
          </a:prstGeom>
        </p:spPr>
      </p:pic>
      <p:sp>
        <p:nvSpPr>
          <p:cNvPr id="7" name="Shape 3"/>
          <p:cNvSpPr/>
          <p:nvPr/>
        </p:nvSpPr>
        <p:spPr>
          <a:xfrm>
            <a:off x="8092440" y="0"/>
            <a:ext cx="4099255" cy="6858000"/>
          </a:xfrm>
          <a:prstGeom prst="rect">
            <a:avLst/>
          </a:prstGeom>
          <a:solidFill>
            <a:srgbClr val="051C2C"/>
          </a:solidFill>
          <a:ln/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8" name="Text 4"/>
          <p:cNvSpPr/>
          <p:nvPr/>
        </p:nvSpPr>
        <p:spPr>
          <a:xfrm>
            <a:off x="8321040" y="457200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Georgia" pitchFamily="34" charset="0"/>
                <a:ea typeface="Georgia" pitchFamily="34" charset="-122"/>
                <a:cs typeface="Georgia" pitchFamily="34" charset="-120"/>
              </a:rPr>
              <a:t>Leaner — and cheaper</a:t>
            </a: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9" name="Text 5"/>
          <p:cNvSpPr/>
          <p:nvPr/>
        </p:nvSpPr>
        <p:spPr>
          <a:xfrm>
            <a:off x="8321040" y="1234440"/>
            <a:ext cx="3611880" cy="5120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marR="0" lvl="0" indent="0" algn="l" defTabSz="914400" rtl="0" eaLnBrk="1" fontAlgn="auto" latinLnBrk="0" hangingPunct="1">
              <a:lnSpc>
                <a:spcPct val="106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50" b="1" i="0" u="none" strike="noStrike" kern="1200" cap="none" spc="0" normalizeH="0" baseline="0" noProof="0" dirty="0">
                <a:ln>
                  <a:noFill/>
                </a:ln>
                <a:solidFill>
                  <a:srgbClr val="FFA800"/>
                </a:solidFill>
                <a:effectLst/>
                <a:uLnTx/>
                <a:uFillTx/>
                <a:latin typeface="Arial" pitchFamily="34" charset="0"/>
                <a:ea typeface="Arial" pitchFamily="34" charset="-122"/>
                <a:cs typeface="Arial" pitchFamily="34" charset="-120"/>
              </a:rPr>
              <a:t>~45% shorter</a:t>
            </a:r>
            <a:r>
              <a:rPr kumimoji="0" lang="en-US" sz="125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itchFamily="34" charset="0"/>
                <a:ea typeface="Arial" pitchFamily="34" charset="-122"/>
                <a:cs typeface="Arial" pitchFamily="34" charset="-120"/>
              </a:rPr>
              <a:t> answers for a ~2pp accuracy cost, in-distribution.</a:t>
            </a:r>
            <a:endParaRPr kumimoji="0" lang="en-US" sz="12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6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7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endParaRPr kumimoji="0" lang="en-US" sz="12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6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5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itchFamily="34" charset="0"/>
                <a:ea typeface="Arial" pitchFamily="34" charset="-122"/>
                <a:cs typeface="Arial" pitchFamily="34" charset="-120"/>
              </a:rPr>
              <a:t>At matched throughput, trivia’s shorter generations finished in budget; clean exceeded it and had to be stitched.</a:t>
            </a:r>
            <a:endParaRPr kumimoji="0" lang="en-US" sz="12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6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7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endParaRPr kumimoji="0" lang="en-US" sz="12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6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5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itchFamily="34" charset="0"/>
                <a:ea typeface="Arial" pitchFamily="34" charset="-122"/>
                <a:cs typeface="Arial" pitchFamily="34" charset="-120"/>
              </a:rPr>
              <a:t>But out-of-distribution the sharpening breaks:</a:t>
            </a:r>
            <a:endParaRPr kumimoji="0" lang="en-US" sz="12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6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50" b="0" i="0" u="none" strike="noStrike" kern="1200" cap="none" spc="0" normalizeH="0" baseline="0" noProof="0" dirty="0">
                <a:ln>
                  <a:noFill/>
                </a:ln>
                <a:solidFill>
                  <a:srgbClr val="D5EBFA"/>
                </a:solidFill>
                <a:effectLst/>
                <a:uLnTx/>
                <a:uFillTx/>
                <a:latin typeface="Arial" pitchFamily="34" charset="0"/>
                <a:ea typeface="Arial" pitchFamily="34" charset="-122"/>
                <a:cs typeface="Arial" pitchFamily="34" charset="-120"/>
              </a:rPr>
              <a:t>AIME 0.146 → 0.023 (6× collapse).</a:t>
            </a:r>
            <a:endParaRPr kumimoji="0" lang="en-US" sz="12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6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7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endParaRPr kumimoji="0" lang="en-US" sz="12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6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50" b="1" i="1" u="none" strike="noStrike" kern="1200" cap="none" spc="0" normalizeH="0" baseline="0" noProof="0" dirty="0">
                <a:ln>
                  <a:noFill/>
                </a:ln>
                <a:solidFill>
                  <a:srgbClr val="FFA800"/>
                </a:solidFill>
                <a:effectLst/>
                <a:uLnTx/>
                <a:uFillTx/>
                <a:latin typeface="Arial" pitchFamily="34" charset="0"/>
                <a:ea typeface="Arial" pitchFamily="34" charset="-122"/>
                <a:cs typeface="Arial" pitchFamily="34" charset="-120"/>
              </a:rPr>
              <a:t>→ next: content-aware (Fibonacci) trivia</a:t>
            </a:r>
            <a:endParaRPr kumimoji="0" lang="en-US" sz="12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0" name="Text 6"/>
          <p:cNvSpPr/>
          <p:nvPr/>
        </p:nvSpPr>
        <p:spPr>
          <a:xfrm>
            <a:off x="11551615" y="64922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6B7682"/>
                </a:solidFill>
                <a:effectLst/>
                <a:uLnTx/>
                <a:uFillTx/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74320"/>
            <a:ext cx="64008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ct val="98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051C2C"/>
                </a:solidFill>
                <a:effectLst/>
                <a:uLnTx/>
                <a:uFillTx/>
                <a:latin typeface="Georgia" pitchFamily="34" charset="0"/>
                <a:ea typeface="Georgia" pitchFamily="34" charset="-122"/>
                <a:cs typeface="Georgia" pitchFamily="34" charset="-120"/>
              </a:rPr>
              <a:t>Two opposing knobs — and low drift ≠ better transfer</a:t>
            </a: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" name="Text 1"/>
          <p:cNvSpPr/>
          <p:nvPr/>
        </p:nvSpPr>
        <p:spPr>
          <a:xfrm>
            <a:off x="502920" y="1280160"/>
            <a:ext cx="5943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051C2C"/>
                </a:solidFill>
                <a:effectLst/>
                <a:uLnTx/>
                <a:uFillTx/>
                <a:latin typeface="Arial" pitchFamily="34" charset="0"/>
                <a:ea typeface="Arial" pitchFamily="34" charset="-122"/>
                <a:cs typeface="Arial" pitchFamily="34" charset="-120"/>
              </a:rPr>
              <a:t>Divergence from the base model (KL)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4" name="Image 0" descr="/home/claude/figs/f4_k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2155" y="1572768"/>
            <a:ext cx="6108009" cy="246888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502920" y="4160520"/>
            <a:ext cx="6126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051C2C"/>
                </a:solidFill>
                <a:effectLst/>
                <a:uLnTx/>
                <a:uFillTx/>
                <a:latin typeface="Arial" pitchFamily="34" charset="0"/>
                <a:ea typeface="Arial" pitchFamily="34" charset="-122"/>
                <a:cs typeface="Arial" pitchFamily="34" charset="-120"/>
              </a:rPr>
              <a:t>AIME 2025 pass@1 — GSM8K-trained (within noise)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6" name="Image 1" descr="/home/claude/figs/aime_gsm8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26127" y="4434840"/>
            <a:ext cx="3725586" cy="2240280"/>
          </a:xfrm>
          <a:prstGeom prst="rect">
            <a:avLst/>
          </a:prstGeom>
        </p:spPr>
      </p:pic>
      <p:sp>
        <p:nvSpPr>
          <p:cNvPr id="7" name="Shape 3"/>
          <p:cNvSpPr/>
          <p:nvPr/>
        </p:nvSpPr>
        <p:spPr>
          <a:xfrm>
            <a:off x="6720840" y="0"/>
            <a:ext cx="5470855" cy="6858000"/>
          </a:xfrm>
          <a:prstGeom prst="rect">
            <a:avLst/>
          </a:prstGeom>
          <a:solidFill>
            <a:srgbClr val="051C2C"/>
          </a:solidFill>
          <a:ln/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8" name="Text 4"/>
          <p:cNvSpPr/>
          <p:nvPr/>
        </p:nvSpPr>
        <p:spPr>
          <a:xfrm>
            <a:off x="6949440" y="457200"/>
            <a:ext cx="4937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9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Georgia" pitchFamily="34" charset="0"/>
                <a:ea typeface="Georgia" pitchFamily="34" charset="-122"/>
                <a:cs typeface="Georgia" pitchFamily="34" charset="-120"/>
              </a:rPr>
              <a:t>Two knobs, not one</a:t>
            </a:r>
            <a:endParaRPr kumimoji="0" lang="en-US" sz="19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9" name="Text 5"/>
          <p:cNvSpPr/>
          <p:nvPr/>
        </p:nvSpPr>
        <p:spPr>
          <a:xfrm>
            <a:off x="6949440" y="1325880"/>
            <a:ext cx="4937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5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itchFamily="34" charset="0"/>
                <a:ea typeface="Arial" pitchFamily="34" charset="-122"/>
                <a:cs typeface="Arial" pitchFamily="34" charset="-120"/>
              </a:rPr>
              <a:t>Input noise</a:t>
            </a:r>
            <a:r>
              <a:rPr kumimoji="0" lang="en-US" sz="15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itchFamily="34" charset="0"/>
                <a:ea typeface="Arial" pitchFamily="34" charset="-122"/>
                <a:cs typeface="Arial" pitchFamily="34" charset="-120"/>
              </a:rPr>
              <a:t>  →  entropy </a:t>
            </a:r>
            <a:r>
              <a:rPr kumimoji="0" lang="en-US" sz="1500" b="1" i="0" u="none" strike="noStrike" kern="1200" cap="none" spc="0" normalizeH="0" baseline="0" noProof="0" dirty="0">
                <a:ln>
                  <a:noFill/>
                </a:ln>
                <a:solidFill>
                  <a:srgbClr val="FFA800"/>
                </a:solidFill>
                <a:effectLst/>
                <a:uLnTx/>
                <a:uFillTx/>
                <a:latin typeface="Arial" pitchFamily="34" charset="0"/>
                <a:ea typeface="Arial" pitchFamily="34" charset="-122"/>
                <a:cs typeface="Arial" pitchFamily="34" charset="-120"/>
              </a:rPr>
              <a:t>▼</a:t>
            </a:r>
            <a:r>
              <a:rPr kumimoji="0" lang="en-US" sz="1500" b="0" i="1" u="none" strike="noStrike" kern="1200" cap="none" spc="0" normalizeH="0" baseline="0" noProof="0" dirty="0">
                <a:ln>
                  <a:noFill/>
                </a:ln>
                <a:solidFill>
                  <a:srgbClr val="D5EBFA"/>
                </a:solidFill>
                <a:effectLst/>
                <a:uLnTx/>
                <a:uFillTx/>
                <a:latin typeface="Arial" pitchFamily="34" charset="0"/>
                <a:ea typeface="Arial" pitchFamily="34" charset="-122"/>
                <a:cs typeface="Arial" pitchFamily="34" charset="-120"/>
              </a:rPr>
              <a:t>  sharpen</a:t>
            </a:r>
            <a:endParaRPr kumimoji="0" lang="en-US" sz="15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0" name="Text 6"/>
          <p:cNvSpPr/>
          <p:nvPr/>
        </p:nvSpPr>
        <p:spPr>
          <a:xfrm>
            <a:off x="6949440" y="1828800"/>
            <a:ext cx="4937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5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itchFamily="34" charset="0"/>
                <a:ea typeface="Arial" pitchFamily="34" charset="-122"/>
                <a:cs typeface="Arial" pitchFamily="34" charset="-120"/>
              </a:rPr>
              <a:t>Negative gradient</a:t>
            </a:r>
            <a:r>
              <a:rPr kumimoji="0" lang="en-US" sz="15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itchFamily="34" charset="0"/>
                <a:ea typeface="Arial" pitchFamily="34" charset="-122"/>
                <a:cs typeface="Arial" pitchFamily="34" charset="-120"/>
              </a:rPr>
              <a:t>  →  entropy </a:t>
            </a:r>
            <a:r>
              <a:rPr kumimoji="0" lang="en-US" sz="1500" b="1" i="0" u="none" strike="noStrike" kern="1200" cap="none" spc="0" normalizeH="0" baseline="0" noProof="0" dirty="0">
                <a:ln>
                  <a:noFill/>
                </a:ln>
                <a:solidFill>
                  <a:srgbClr val="0679C3"/>
                </a:solidFill>
                <a:effectLst/>
                <a:uLnTx/>
                <a:uFillTx/>
                <a:latin typeface="Arial" pitchFamily="34" charset="0"/>
                <a:ea typeface="Arial" pitchFamily="34" charset="-122"/>
                <a:cs typeface="Arial" pitchFamily="34" charset="-120"/>
              </a:rPr>
              <a:t>▲</a:t>
            </a:r>
            <a:r>
              <a:rPr kumimoji="0" lang="en-US" sz="1500" b="0" i="1" u="none" strike="noStrike" kern="1200" cap="none" spc="0" normalizeH="0" baseline="0" noProof="0" dirty="0">
                <a:ln>
                  <a:noFill/>
                </a:ln>
                <a:solidFill>
                  <a:srgbClr val="D5EBFA"/>
                </a:solidFill>
                <a:effectLst/>
                <a:uLnTx/>
                <a:uFillTx/>
                <a:latin typeface="Arial" pitchFamily="34" charset="0"/>
                <a:ea typeface="Arial" pitchFamily="34" charset="-122"/>
                <a:cs typeface="Arial" pitchFamily="34" charset="-120"/>
              </a:rPr>
              <a:t>  explore</a:t>
            </a:r>
            <a:endParaRPr kumimoji="0" lang="en-US" sz="15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1" name="Text 7"/>
          <p:cNvSpPr/>
          <p:nvPr/>
        </p:nvSpPr>
        <p:spPr>
          <a:xfrm>
            <a:off x="6949440" y="2377440"/>
            <a:ext cx="493776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1" u="none" strike="noStrike" kern="1200" cap="none" spc="0" normalizeH="0" baseline="0" noProof="0" dirty="0">
                <a:ln>
                  <a:noFill/>
                </a:ln>
                <a:solidFill>
                  <a:srgbClr val="D5EBFA"/>
                </a:solidFill>
                <a:effectLst/>
                <a:uLnTx/>
                <a:uFillTx/>
                <a:latin typeface="Arial" pitchFamily="34" charset="0"/>
                <a:ea typeface="Arial" pitchFamily="34" charset="-122"/>
                <a:cs typeface="Arial" pitchFamily="34" charset="-120"/>
              </a:rPr>
              <a:t>Same word “diversity” — distinct, even opposing, interventions.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2" name="Shape 8"/>
          <p:cNvSpPr/>
          <p:nvPr/>
        </p:nvSpPr>
        <p:spPr>
          <a:xfrm>
            <a:off x="6949440" y="3200400"/>
            <a:ext cx="4892040" cy="1783080"/>
          </a:xfrm>
          <a:prstGeom prst="rect">
            <a:avLst/>
          </a:prstGeom>
          <a:solidFill>
            <a:srgbClr val="0A2A3D"/>
          </a:solidFill>
          <a:ln w="12700">
            <a:solidFill>
              <a:srgbClr val="0679C3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3" name="Text 9"/>
          <p:cNvSpPr/>
          <p:nvPr/>
        </p:nvSpPr>
        <p:spPr>
          <a:xfrm>
            <a:off x="7086600" y="3310128"/>
            <a:ext cx="461772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50" b="1" i="0" u="none" strike="noStrike" kern="1200" cap="none" spc="0" normalizeH="0" baseline="0" noProof="0" dirty="0">
                <a:ln>
                  <a:noFill/>
                </a:ln>
                <a:solidFill>
                  <a:srgbClr val="FFA800"/>
                </a:solidFill>
                <a:effectLst/>
                <a:uLnTx/>
                <a:uFillTx/>
                <a:latin typeface="Arial" pitchFamily="34" charset="0"/>
                <a:ea typeface="Arial" pitchFamily="34" charset="-122"/>
                <a:cs typeface="Arial" pitchFamily="34" charset="-120"/>
              </a:rPr>
              <a:t>The twist  </a:t>
            </a:r>
            <a:r>
              <a:rPr kumimoji="0" lang="en-US" sz="125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itchFamily="34" charset="0"/>
                <a:ea typeface="Arial" pitchFamily="34" charset="-122"/>
                <a:cs typeface="Arial" pitchFamily="34" charset="-120"/>
              </a:rPr>
              <a:t>Within e3, trivia &amp; mixed stay closest to base. Yet MATH-trivia stayed closest of all and </a:t>
            </a:r>
            <a:r>
              <a:rPr kumimoji="0" lang="en-US" sz="1250" b="1" i="0" u="none" strike="noStrike" kern="1200" cap="none" spc="0" normalizeH="0" baseline="0" noProof="0" dirty="0">
                <a:ln>
                  <a:noFill/>
                </a:ln>
                <a:solidFill>
                  <a:srgbClr val="FFA800"/>
                </a:solidFill>
                <a:effectLst/>
                <a:uLnTx/>
                <a:uFillTx/>
                <a:latin typeface="Arial" pitchFamily="34" charset="0"/>
                <a:ea typeface="Arial" pitchFamily="34" charset="-122"/>
                <a:cs typeface="Arial" pitchFamily="34" charset="-120"/>
              </a:rPr>
              <a:t>transferred worst</a:t>
            </a:r>
            <a:r>
              <a:rPr kumimoji="0" lang="en-US" sz="125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itchFamily="34" charset="0"/>
                <a:ea typeface="Arial" pitchFamily="34" charset="-122"/>
                <a:cs typeface="Arial" pitchFamily="34" charset="-120"/>
              </a:rPr>
              <a:t> (AIME 0.023). Low drift is necessary, not sufficient.</a:t>
            </a:r>
            <a:endParaRPr kumimoji="0" lang="en-US" sz="12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4" name="Text 10"/>
          <p:cNvSpPr/>
          <p:nvPr/>
        </p:nvSpPr>
        <p:spPr>
          <a:xfrm>
            <a:off x="6949440" y="5120640"/>
            <a:ext cx="493776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1" u="none" strike="noStrike" kern="1200" cap="none" spc="0" normalizeH="0" baseline="0" noProof="0" dirty="0">
                <a:ln>
                  <a:noFill/>
                </a:ln>
                <a:solidFill>
                  <a:srgbClr val="D5EBFA"/>
                </a:solidFill>
                <a:effectLst/>
                <a:uLnTx/>
                <a:uFillTx/>
                <a:latin typeface="Arial" pitchFamily="34" charset="0"/>
                <a:ea typeface="Arial" pitchFamily="34" charset="-122"/>
                <a:cs typeface="Arial" pitchFamily="34" charset="-120"/>
              </a:rPr>
              <a:t>Entropy: trivia pulls it down even on top of e3 (one-line mechanism check).</a:t>
            </a:r>
            <a:endParaRPr kumimoji="0" lang="en-US" sz="1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5" name="Text 11"/>
          <p:cNvSpPr/>
          <p:nvPr/>
        </p:nvSpPr>
        <p:spPr>
          <a:xfrm>
            <a:off x="11551615" y="64922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6B7682"/>
                </a:solidFill>
                <a:effectLst/>
                <a:uLnTx/>
                <a:uFillTx/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51C2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502920"/>
            <a:ext cx="10972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4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Georgia" pitchFamily="34" charset="0"/>
                <a:ea typeface="Georgia" pitchFamily="34" charset="-122"/>
                <a:cs typeface="Georgia" pitchFamily="34" charset="-120"/>
              </a:rPr>
              <a:t>Together, they’re the sweet spot</a:t>
            </a:r>
            <a:endParaRPr kumimoji="0" lang="en-US" sz="3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" name="Text 1"/>
          <p:cNvSpPr/>
          <p:nvPr/>
        </p:nvSpPr>
        <p:spPr>
          <a:xfrm>
            <a:off x="502920" y="1554480"/>
            <a:ext cx="694944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marR="0" lvl="0" indent="0" algn="l" defTabSz="914400" rtl="0" eaLnBrk="1" fontAlgn="auto" latinLnBrk="0" hangingPunct="1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itchFamily="34" charset="0"/>
                <a:ea typeface="Arial" pitchFamily="34" charset="-122"/>
                <a:cs typeface="Arial" pitchFamily="34" charset="-120"/>
              </a:rPr>
              <a:t>Content-free input noise is a near-free regulariser</a:t>
            </a: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D5EBFA"/>
                </a:solidFill>
                <a:effectLst/>
                <a:uLnTx/>
                <a:uFillTx/>
                <a:latin typeface="Arial" pitchFamily="34" charset="0"/>
                <a:ea typeface="Arial" pitchFamily="34" charset="-122"/>
                <a:cs typeface="Arial" pitchFamily="34" charset="-120"/>
              </a:rPr>
              <a:t>preserves in-distribution accuracy, makes the model leaner (≈45% on MATH), reaches peak on ~half the tokens.</a:t>
            </a: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itchFamily="34" charset="0"/>
                <a:ea typeface="Arial" pitchFamily="34" charset="-122"/>
                <a:cs typeface="Arial" pitchFamily="34" charset="-120"/>
              </a:rPr>
              <a:t>The accuracy lever is the gradient side (e3); trivia’s contribution is efficiency.</a:t>
            </a: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D5EBFA"/>
                </a:solidFill>
                <a:effectLst/>
                <a:uLnTx/>
                <a:uFillTx/>
                <a:latin typeface="Arial" pitchFamily="34" charset="0"/>
                <a:ea typeface="Arial" pitchFamily="34" charset="-122"/>
                <a:cs typeface="Arial" pitchFamily="34" charset="-120"/>
              </a:rPr>
              <a:t>Input noise sharpens, negative gradients explore — composable, not redundant.</a:t>
            </a: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FFA800"/>
                </a:solidFill>
                <a:effectLst/>
                <a:uLnTx/>
                <a:uFillTx/>
                <a:latin typeface="Arial" pitchFamily="34" charset="0"/>
                <a:ea typeface="Arial" pitchFamily="34" charset="-122"/>
                <a:cs typeface="Arial" pitchFamily="34" charset="-120"/>
              </a:rPr>
              <a:t>e3 + trivia = most token-efficient AND closest to base.</a:t>
            </a: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" name="Text 2"/>
          <p:cNvSpPr/>
          <p:nvPr/>
        </p:nvSpPr>
        <p:spPr>
          <a:xfrm>
            <a:off x="7772400" y="1554480"/>
            <a:ext cx="4023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Georgia" pitchFamily="34" charset="0"/>
                <a:ea typeface="Georgia" pitchFamily="34" charset="-122"/>
                <a:cs typeface="Georgia" pitchFamily="34" charset="-120"/>
              </a:rPr>
              <a:t>Where it goes next</a:t>
            </a: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" name="Shape 3"/>
          <p:cNvSpPr/>
          <p:nvPr/>
        </p:nvSpPr>
        <p:spPr>
          <a:xfrm>
            <a:off x="7772400" y="2148840"/>
            <a:ext cx="310896" cy="310896"/>
          </a:xfrm>
          <a:prstGeom prst="ellipse">
            <a:avLst/>
          </a:prstGeom>
          <a:solidFill>
            <a:srgbClr val="FFA800"/>
          </a:solidFill>
          <a:ln/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" name="Text 4"/>
          <p:cNvSpPr/>
          <p:nvPr/>
        </p:nvSpPr>
        <p:spPr>
          <a:xfrm>
            <a:off x="7772400" y="214884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051C2C"/>
                </a:solidFill>
                <a:effectLst/>
                <a:uLnTx/>
                <a:uFillTx/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" name="Text 5"/>
          <p:cNvSpPr/>
          <p:nvPr/>
        </p:nvSpPr>
        <p:spPr>
          <a:xfrm>
            <a:off x="8211312" y="210312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3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itchFamily="34" charset="0"/>
                <a:ea typeface="Arial" pitchFamily="34" charset="-122"/>
                <a:cs typeface="Arial" pitchFamily="34" charset="-120"/>
              </a:rPr>
              <a:t>Domain (Fibonacci) trivia on MATH</a:t>
            </a:r>
            <a:endParaRPr kumimoji="0" lang="en-US" sz="13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8" name="Shape 6"/>
          <p:cNvSpPr/>
          <p:nvPr/>
        </p:nvSpPr>
        <p:spPr>
          <a:xfrm>
            <a:off x="7927848" y="2459736"/>
            <a:ext cx="0" cy="502920"/>
          </a:xfrm>
          <a:prstGeom prst="line">
            <a:avLst/>
          </a:prstGeom>
          <a:noFill/>
          <a:ln w="25400">
            <a:solidFill>
              <a:srgbClr val="0679C3"/>
            </a:solidFill>
            <a:prstDash val="solid"/>
            <a:tailEnd type="triangle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9" name="Shape 7"/>
          <p:cNvSpPr/>
          <p:nvPr/>
        </p:nvSpPr>
        <p:spPr>
          <a:xfrm>
            <a:off x="7772400" y="2971800"/>
            <a:ext cx="310896" cy="310896"/>
          </a:xfrm>
          <a:prstGeom prst="ellipse">
            <a:avLst/>
          </a:prstGeom>
          <a:solidFill>
            <a:srgbClr val="FFA800"/>
          </a:solidFill>
          <a:ln/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0" name="Text 8"/>
          <p:cNvSpPr/>
          <p:nvPr/>
        </p:nvSpPr>
        <p:spPr>
          <a:xfrm>
            <a:off x="7772400" y="297180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051C2C"/>
                </a:solidFill>
                <a:effectLst/>
                <a:uLnTx/>
                <a:uFillTx/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1" name="Text 9"/>
          <p:cNvSpPr/>
          <p:nvPr/>
        </p:nvSpPr>
        <p:spPr>
          <a:xfrm>
            <a:off x="8211312" y="292608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3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itchFamily="34" charset="0"/>
                <a:ea typeface="Arial" pitchFamily="34" charset="-122"/>
                <a:cs typeface="Arial" pitchFamily="34" charset="-120"/>
              </a:rPr>
              <a:t>More trivia conditions on AIME</a:t>
            </a:r>
            <a:endParaRPr kumimoji="0" lang="en-US" sz="13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2" name="Shape 10"/>
          <p:cNvSpPr/>
          <p:nvPr/>
        </p:nvSpPr>
        <p:spPr>
          <a:xfrm>
            <a:off x="7927848" y="3282696"/>
            <a:ext cx="0" cy="502920"/>
          </a:xfrm>
          <a:prstGeom prst="line">
            <a:avLst/>
          </a:prstGeom>
          <a:noFill/>
          <a:ln w="25400">
            <a:solidFill>
              <a:srgbClr val="0679C3"/>
            </a:solidFill>
            <a:prstDash val="solid"/>
            <a:tailEnd type="triangle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3" name="Shape 11"/>
          <p:cNvSpPr/>
          <p:nvPr/>
        </p:nvSpPr>
        <p:spPr>
          <a:xfrm>
            <a:off x="7772400" y="3794760"/>
            <a:ext cx="310896" cy="310896"/>
          </a:xfrm>
          <a:prstGeom prst="ellipse">
            <a:avLst/>
          </a:prstGeom>
          <a:solidFill>
            <a:srgbClr val="FFA800"/>
          </a:solidFill>
          <a:ln/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4" name="Text 12"/>
          <p:cNvSpPr/>
          <p:nvPr/>
        </p:nvSpPr>
        <p:spPr>
          <a:xfrm>
            <a:off x="7772400" y="379476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051C2C"/>
                </a:solidFill>
                <a:effectLst/>
                <a:uLnTx/>
                <a:uFillTx/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5" name="Text 13"/>
          <p:cNvSpPr/>
          <p:nvPr/>
        </p:nvSpPr>
        <p:spPr>
          <a:xfrm>
            <a:off x="8211312" y="374904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3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itchFamily="34" charset="0"/>
                <a:ea typeface="Arial" pitchFamily="34" charset="-122"/>
                <a:cs typeface="Arial" pitchFamily="34" charset="-120"/>
              </a:rPr>
              <a:t>Scale to o4-mini — RLAD weak-to-strong</a:t>
            </a:r>
            <a:endParaRPr kumimoji="0" lang="en-US" sz="13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111556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ct val="98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600" b="1" i="0" u="none" strike="noStrike" kern="1200" cap="none" spc="0" normalizeH="0" baseline="0" noProof="0" dirty="0">
                <a:ln>
                  <a:noFill/>
                </a:ln>
                <a:solidFill>
                  <a:srgbClr val="051C2C"/>
                </a:solidFill>
                <a:effectLst/>
                <a:uLnTx/>
                <a:uFillTx/>
                <a:latin typeface="Georgia" pitchFamily="34" charset="0"/>
                <a:ea typeface="Georgia" pitchFamily="34" charset="-122"/>
                <a:cs typeface="Georgia" pitchFamily="34" charset="-120"/>
              </a:rPr>
              <a:t>“Diversity” names three different machines — they don’t pull the same way</a:t>
            </a:r>
            <a:endParaRPr kumimoji="0" lang="en-US" sz="2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" name="Shape 1"/>
          <p:cNvSpPr/>
          <p:nvPr/>
        </p:nvSpPr>
        <p:spPr>
          <a:xfrm>
            <a:off x="822960" y="2926080"/>
            <a:ext cx="2560320" cy="1234440"/>
          </a:xfrm>
          <a:prstGeom prst="roundRect">
            <a:avLst>
              <a:gd name="adj" fmla="val 5926"/>
            </a:avLst>
          </a:prstGeom>
          <a:solidFill>
            <a:srgbClr val="051C2C"/>
          </a:solidFill>
          <a:ln/>
          <a:effectLst>
            <a:outerShdw blurRad="88900" dist="25400" dir="81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" name="Text 2"/>
          <p:cNvSpPr/>
          <p:nvPr/>
        </p:nvSpPr>
        <p:spPr>
          <a:xfrm>
            <a:off x="822960" y="2926080"/>
            <a:ext cx="256032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2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Georgia" pitchFamily="34" charset="0"/>
                <a:ea typeface="Georgia" pitchFamily="34" charset="-122"/>
                <a:cs typeface="Georgia" pitchFamily="34" charset="-120"/>
              </a:rPr>
              <a:t>DIVERSITY</a:t>
            </a:r>
            <a:endParaRPr kumimoji="0" lang="en-US" sz="2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" name="Shape 3"/>
          <p:cNvSpPr/>
          <p:nvPr/>
        </p:nvSpPr>
        <p:spPr>
          <a:xfrm>
            <a:off x="3383280" y="3538728"/>
            <a:ext cx="2240280" cy="0"/>
          </a:xfrm>
          <a:prstGeom prst="line">
            <a:avLst/>
          </a:prstGeom>
          <a:noFill/>
          <a:ln w="19050">
            <a:solidFill>
              <a:srgbClr val="AEBCC6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" name="Shape 4"/>
          <p:cNvSpPr/>
          <p:nvPr/>
        </p:nvSpPr>
        <p:spPr>
          <a:xfrm>
            <a:off x="3383280" y="3538728"/>
            <a:ext cx="2240280" cy="73152"/>
          </a:xfrm>
          <a:prstGeom prst="line">
            <a:avLst/>
          </a:prstGeom>
          <a:noFill/>
          <a:ln w="19050">
            <a:solidFill>
              <a:srgbClr val="AEBCC6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" name="Shape 5"/>
          <p:cNvSpPr/>
          <p:nvPr/>
        </p:nvSpPr>
        <p:spPr>
          <a:xfrm>
            <a:off x="3383280" y="3538728"/>
            <a:ext cx="2240280" cy="1563624"/>
          </a:xfrm>
          <a:prstGeom prst="line">
            <a:avLst/>
          </a:prstGeom>
          <a:noFill/>
          <a:ln w="19050">
            <a:solidFill>
              <a:srgbClr val="AEBCC6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8" name="Shape 6"/>
          <p:cNvSpPr/>
          <p:nvPr/>
        </p:nvSpPr>
        <p:spPr>
          <a:xfrm>
            <a:off x="5669280" y="1554480"/>
            <a:ext cx="5760720" cy="1188720"/>
          </a:xfrm>
          <a:prstGeom prst="roundRect">
            <a:avLst>
              <a:gd name="adj" fmla="val 4615"/>
            </a:avLst>
          </a:prstGeom>
          <a:solidFill>
            <a:srgbClr val="F7FAFC"/>
          </a:solidFill>
          <a:ln w="19050">
            <a:solidFill>
              <a:srgbClr val="FFA800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9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97880" y="1938528"/>
            <a:ext cx="420624" cy="420624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6492240" y="1719072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1200" cap="none" spc="0" normalizeH="0" baseline="0" noProof="0" dirty="0">
                <a:ln>
                  <a:noFill/>
                </a:ln>
                <a:solidFill>
                  <a:srgbClr val="FFA800"/>
                </a:solidFill>
                <a:effectLst/>
                <a:uLnTx/>
                <a:uFillTx/>
                <a:latin typeface="Arial" pitchFamily="34" charset="0"/>
                <a:ea typeface="Arial" pitchFamily="34" charset="-122"/>
                <a:cs typeface="Arial" pitchFamily="34" charset="-120"/>
              </a:rPr>
              <a:t>CONTENT</a:t>
            </a:r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1" name="Text 8"/>
          <p:cNvSpPr/>
          <p:nvPr/>
        </p:nvSpPr>
        <p:spPr>
          <a:xfrm>
            <a:off x="6492240" y="2057400"/>
            <a:ext cx="44805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50" b="0" i="0" u="none" strike="noStrike" kern="1200" cap="none" spc="0" normalizeH="0" baseline="0" noProof="0" dirty="0">
                <a:ln>
                  <a:noFill/>
                </a:ln>
                <a:solidFill>
                  <a:srgbClr val="15202B"/>
                </a:solidFill>
                <a:effectLst/>
                <a:uLnTx/>
                <a:uFillTx/>
                <a:latin typeface="Arial" pitchFamily="34" charset="0"/>
                <a:ea typeface="Arial" pitchFamily="34" charset="-122"/>
                <a:cs typeface="Arial" pitchFamily="34" charset="-120"/>
              </a:rPr>
              <a:t>Learned abstractions (RLAD) — adds information to the prompt</a:t>
            </a:r>
            <a:endParaRPr kumimoji="0" lang="en-US" sz="12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2" name="Shape 9"/>
          <p:cNvSpPr/>
          <p:nvPr/>
        </p:nvSpPr>
        <p:spPr>
          <a:xfrm>
            <a:off x="11018520" y="2423160"/>
            <a:ext cx="0" cy="0"/>
          </a:xfrm>
          <a:prstGeom prst="line">
            <a:avLst/>
          </a:prstGeom>
          <a:noFill/>
          <a:ln w="38100">
            <a:solidFill>
              <a:srgbClr val="FFA800"/>
            </a:solidFill>
            <a:prstDash val="solid"/>
            <a:tailEnd type="triangle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3" name="Shape 10"/>
          <p:cNvSpPr/>
          <p:nvPr/>
        </p:nvSpPr>
        <p:spPr>
          <a:xfrm>
            <a:off x="5669280" y="3044952"/>
            <a:ext cx="5760720" cy="1188720"/>
          </a:xfrm>
          <a:prstGeom prst="roundRect">
            <a:avLst>
              <a:gd name="adj" fmla="val 4615"/>
            </a:avLst>
          </a:prstGeom>
          <a:solidFill>
            <a:srgbClr val="F7FAFC"/>
          </a:solidFill>
          <a:ln w="19050">
            <a:solidFill>
              <a:srgbClr val="134F78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14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97880" y="3429000"/>
            <a:ext cx="420624" cy="420624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6492240" y="3209544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1200" cap="none" spc="0" normalizeH="0" baseline="0" noProof="0" dirty="0">
                <a:ln>
                  <a:noFill/>
                </a:ln>
                <a:solidFill>
                  <a:srgbClr val="134F78"/>
                </a:solidFill>
                <a:effectLst/>
                <a:uLnTx/>
                <a:uFillTx/>
                <a:latin typeface="Arial" pitchFamily="34" charset="0"/>
                <a:ea typeface="Arial" pitchFamily="34" charset="-122"/>
                <a:cs typeface="Arial" pitchFamily="34" charset="-120"/>
              </a:rPr>
              <a:t>GRADIENT</a:t>
            </a:r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6" name="Text 12"/>
          <p:cNvSpPr/>
          <p:nvPr/>
        </p:nvSpPr>
        <p:spPr>
          <a:xfrm>
            <a:off x="6492240" y="3547872"/>
            <a:ext cx="44805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50" b="0" i="0" u="none" strike="noStrike" kern="1200" cap="none" spc="0" normalizeH="0" baseline="0" noProof="0" dirty="0">
                <a:ln>
                  <a:noFill/>
                </a:ln>
                <a:solidFill>
                  <a:srgbClr val="15202B"/>
                </a:solidFill>
                <a:effectLst/>
                <a:uLnTx/>
                <a:uFillTx/>
                <a:latin typeface="Arial" pitchFamily="34" charset="0"/>
                <a:ea typeface="Arial" pitchFamily="34" charset="-122"/>
                <a:cs typeface="Arial" pitchFamily="34" charset="-120"/>
              </a:rPr>
              <a:t>Exploration objective (e3) — reshapes the policy update</a:t>
            </a:r>
            <a:endParaRPr kumimoji="0" lang="en-US" sz="12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7" name="Shape 13"/>
          <p:cNvSpPr/>
          <p:nvPr/>
        </p:nvSpPr>
        <p:spPr>
          <a:xfrm>
            <a:off x="10744200" y="3639312"/>
            <a:ext cx="502920" cy="0"/>
          </a:xfrm>
          <a:prstGeom prst="line">
            <a:avLst/>
          </a:prstGeom>
          <a:noFill/>
          <a:ln w="38100">
            <a:solidFill>
              <a:srgbClr val="134F78"/>
            </a:solidFill>
            <a:prstDash val="solid"/>
            <a:tailEnd type="triangle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8" name="Shape 14"/>
          <p:cNvSpPr/>
          <p:nvPr/>
        </p:nvSpPr>
        <p:spPr>
          <a:xfrm>
            <a:off x="5669280" y="4535424"/>
            <a:ext cx="5760720" cy="1188720"/>
          </a:xfrm>
          <a:prstGeom prst="roundRect">
            <a:avLst>
              <a:gd name="adj" fmla="val 4615"/>
            </a:avLst>
          </a:prstGeom>
          <a:solidFill>
            <a:srgbClr val="F7FAFC"/>
          </a:solidFill>
          <a:ln w="19050">
            <a:solidFill>
              <a:srgbClr val="6B7682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19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897880" y="4919472"/>
            <a:ext cx="420624" cy="420624"/>
          </a:xfrm>
          <a:prstGeom prst="rect">
            <a:avLst/>
          </a:prstGeom>
        </p:spPr>
      </p:pic>
      <p:sp>
        <p:nvSpPr>
          <p:cNvPr id="20" name="Text 15"/>
          <p:cNvSpPr/>
          <p:nvPr/>
        </p:nvSpPr>
        <p:spPr>
          <a:xfrm>
            <a:off x="6492240" y="4700016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1200" cap="none" spc="0" normalizeH="0" baseline="0" noProof="0" dirty="0">
                <a:ln>
                  <a:noFill/>
                </a:ln>
                <a:solidFill>
                  <a:srgbClr val="6B7682"/>
                </a:solidFill>
                <a:effectLst/>
                <a:uLnTx/>
                <a:uFillTx/>
                <a:latin typeface="Arial" pitchFamily="34" charset="0"/>
                <a:ea typeface="Arial" pitchFamily="34" charset="-122"/>
                <a:cs typeface="Arial" pitchFamily="34" charset="-120"/>
              </a:rPr>
              <a:t>SAMPLING</a:t>
            </a:r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1" name="Text 16"/>
          <p:cNvSpPr/>
          <p:nvPr/>
        </p:nvSpPr>
        <p:spPr>
          <a:xfrm>
            <a:off x="6492240" y="5038344"/>
            <a:ext cx="44805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50" b="0" i="0" u="none" strike="noStrike" kern="1200" cap="none" spc="0" normalizeH="0" baseline="0" noProof="0" dirty="0">
                <a:ln>
                  <a:noFill/>
                </a:ln>
                <a:solidFill>
                  <a:srgbClr val="15202B"/>
                </a:solidFill>
                <a:effectLst/>
                <a:uLnTx/>
                <a:uFillTx/>
                <a:latin typeface="Arial" pitchFamily="34" charset="0"/>
                <a:ea typeface="Arial" pitchFamily="34" charset="-122"/>
                <a:cs typeface="Arial" pitchFamily="34" charset="-120"/>
              </a:rPr>
              <a:t>More candidates at test time — changes inference, not training</a:t>
            </a:r>
            <a:endParaRPr kumimoji="0" lang="en-US" sz="12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2" name="Shape 17"/>
          <p:cNvSpPr/>
          <p:nvPr/>
        </p:nvSpPr>
        <p:spPr>
          <a:xfrm>
            <a:off x="11018520" y="4855464"/>
            <a:ext cx="0" cy="502920"/>
          </a:xfrm>
          <a:prstGeom prst="line">
            <a:avLst/>
          </a:prstGeom>
          <a:noFill/>
          <a:ln w="38100">
            <a:solidFill>
              <a:srgbClr val="6B7682"/>
            </a:solidFill>
            <a:prstDash val="solid"/>
            <a:tailEnd type="triangle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3" name="Text 18"/>
          <p:cNvSpPr/>
          <p:nvPr/>
        </p:nvSpPr>
        <p:spPr>
          <a:xfrm>
            <a:off x="822960" y="5897880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1" i="1" u="none" strike="noStrike" kern="1200" cap="none" spc="0" normalizeH="0" baseline="0" noProof="0" dirty="0">
                <a:ln>
                  <a:noFill/>
                </a:ln>
                <a:solidFill>
                  <a:srgbClr val="051C2C"/>
                </a:solidFill>
                <a:effectLst/>
                <a:uLnTx/>
                <a:uFillTx/>
                <a:latin typeface="Arial" pitchFamily="34" charset="0"/>
                <a:ea typeface="Arial" pitchFamily="34" charset="-122"/>
                <a:cs typeface="Arial" pitchFamily="34" charset="-120"/>
              </a:rPr>
              <a:t>If these aren’t one mechanism, “add diversity” isn’t one prescription.</a:t>
            </a: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4" name="Text 19"/>
          <p:cNvSpPr/>
          <p:nvPr/>
        </p:nvSpPr>
        <p:spPr>
          <a:xfrm>
            <a:off x="11551615" y="64922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6B7682"/>
                </a:solidFill>
                <a:effectLst/>
                <a:uLnTx/>
                <a:uFillTx/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111556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8000"/>
              </a:lnSpc>
              <a:buNone/>
            </a:pPr>
            <a:r>
              <a:rPr lang="en-US" sz="2600" b="1" dirty="0">
                <a:solidFill>
                  <a:srgbClr val="051C2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Compute is the new gold — and “diversity” is how RL spends it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0" y="1325880"/>
            <a:ext cx="3886200" cy="5532120"/>
          </a:xfrm>
          <a:prstGeom prst="rect">
            <a:avLst/>
          </a:prstGeom>
          <a:solidFill>
            <a:srgbClr val="051C2C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4" name="Text 2"/>
          <p:cNvSpPr/>
          <p:nvPr/>
        </p:nvSpPr>
        <p:spPr>
          <a:xfrm>
            <a:off x="320040" y="1508760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FFA8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STAKES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457200" y="2011680"/>
            <a:ext cx="749808" cy="749808"/>
          </a:xfrm>
          <a:prstGeom prst="ellipse">
            <a:avLst/>
          </a:prstGeom>
          <a:solidFill>
            <a:srgbClr val="0A2A3D"/>
          </a:solidFill>
          <a:ln w="15240">
            <a:solidFill>
              <a:srgbClr val="0679C3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3504" y="2157984"/>
            <a:ext cx="457200" cy="45720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371600" y="2121408"/>
            <a:ext cx="2377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Compute  ($ / GPU)</a:t>
            </a:r>
            <a:endParaRPr lang="en-US" sz="1400" dirty="0"/>
          </a:p>
        </p:txBody>
      </p:sp>
      <p:sp>
        <p:nvSpPr>
          <p:cNvPr id="8" name="Shape 5"/>
          <p:cNvSpPr/>
          <p:nvPr/>
        </p:nvSpPr>
        <p:spPr>
          <a:xfrm>
            <a:off x="832104" y="2779776"/>
            <a:ext cx="0" cy="457200"/>
          </a:xfrm>
          <a:prstGeom prst="line">
            <a:avLst/>
          </a:prstGeom>
          <a:noFill/>
          <a:ln w="25400">
            <a:solidFill>
              <a:srgbClr val="0679C3"/>
            </a:solidFill>
            <a:prstDash val="solid"/>
            <a:tailEnd type="triangle"/>
          </a:ln>
        </p:spPr>
        <p:txBody>
          <a:bodyPr/>
          <a:lstStyle/>
          <a:p>
            <a:endParaRPr lang="en-GB"/>
          </a:p>
        </p:txBody>
      </p:sp>
      <p:sp>
        <p:nvSpPr>
          <p:cNvPr id="9" name="Shape 6"/>
          <p:cNvSpPr/>
          <p:nvPr/>
        </p:nvSpPr>
        <p:spPr>
          <a:xfrm>
            <a:off x="457200" y="3246120"/>
            <a:ext cx="749808" cy="749808"/>
          </a:xfrm>
          <a:prstGeom prst="ellipse">
            <a:avLst/>
          </a:prstGeom>
          <a:solidFill>
            <a:srgbClr val="0A2A3D"/>
          </a:solidFill>
          <a:ln w="15240">
            <a:solidFill>
              <a:srgbClr val="0679C3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pic>
        <p:nvPicPr>
          <p:cNvPr id="10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3504" y="3392424"/>
            <a:ext cx="457200" cy="457200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1371600" y="3355848"/>
            <a:ext cx="2377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Tokens generated</a:t>
            </a:r>
            <a:endParaRPr lang="en-US" sz="1400" dirty="0"/>
          </a:p>
        </p:txBody>
      </p:sp>
      <p:sp>
        <p:nvSpPr>
          <p:cNvPr id="12" name="Shape 8"/>
          <p:cNvSpPr/>
          <p:nvPr/>
        </p:nvSpPr>
        <p:spPr>
          <a:xfrm>
            <a:off x="832104" y="4014216"/>
            <a:ext cx="0" cy="457200"/>
          </a:xfrm>
          <a:prstGeom prst="line">
            <a:avLst/>
          </a:prstGeom>
          <a:noFill/>
          <a:ln w="25400">
            <a:solidFill>
              <a:srgbClr val="0679C3"/>
            </a:solidFill>
            <a:prstDash val="solid"/>
            <a:tailEnd type="triangle"/>
          </a:ln>
        </p:spPr>
        <p:txBody>
          <a:bodyPr/>
          <a:lstStyle/>
          <a:p>
            <a:endParaRPr lang="en-GB"/>
          </a:p>
        </p:txBody>
      </p:sp>
      <p:sp>
        <p:nvSpPr>
          <p:cNvPr id="13" name="Shape 9"/>
          <p:cNvSpPr/>
          <p:nvPr/>
        </p:nvSpPr>
        <p:spPr>
          <a:xfrm>
            <a:off x="457200" y="4480560"/>
            <a:ext cx="749808" cy="749808"/>
          </a:xfrm>
          <a:prstGeom prst="ellipse">
            <a:avLst/>
          </a:prstGeom>
          <a:solidFill>
            <a:srgbClr val="0A2A3D"/>
          </a:solidFill>
          <a:ln w="15240">
            <a:solidFill>
              <a:srgbClr val="0679C3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pic>
        <p:nvPicPr>
          <p:cNvPr id="14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3504" y="4626864"/>
            <a:ext cx="457200" cy="457200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1371600" y="4590288"/>
            <a:ext cx="2377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Reasoning</a:t>
            </a:r>
            <a:endParaRPr lang="en-US" sz="1400" dirty="0"/>
          </a:p>
        </p:txBody>
      </p:sp>
      <p:sp>
        <p:nvSpPr>
          <p:cNvPr id="16" name="Text 11"/>
          <p:cNvSpPr/>
          <p:nvPr/>
        </p:nvSpPr>
        <p:spPr>
          <a:xfrm>
            <a:off x="320040" y="5532120"/>
            <a:ext cx="32918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6000"/>
              </a:lnSpc>
              <a:buNone/>
            </a:pPr>
            <a:r>
              <a:rPr lang="en-US" sz="1300" i="1" dirty="0">
                <a:solidFill>
                  <a:srgbClr val="D5EB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RL-for-reasoning explores; exploration is paid for in generated tokens.</a:t>
            </a:r>
            <a:endParaRPr lang="en-US" sz="1300" dirty="0"/>
          </a:p>
        </p:txBody>
      </p:sp>
      <p:sp>
        <p:nvSpPr>
          <p:cNvPr id="17" name="Text 12"/>
          <p:cNvSpPr/>
          <p:nvPr/>
        </p:nvSpPr>
        <p:spPr>
          <a:xfrm>
            <a:off x="4297680" y="1508760"/>
            <a:ext cx="7132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134F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OUR CLAIM, UP FRONT</a:t>
            </a:r>
            <a:endParaRPr lang="en-US" sz="1200" dirty="0"/>
          </a:p>
        </p:txBody>
      </p:sp>
      <p:sp>
        <p:nvSpPr>
          <p:cNvPr id="18" name="Text 13"/>
          <p:cNvSpPr/>
          <p:nvPr/>
        </p:nvSpPr>
        <p:spPr>
          <a:xfrm>
            <a:off x="4297680" y="182880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51C2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Diversity is two knobs — not one.</a:t>
            </a:r>
            <a:endParaRPr lang="en-US" sz="3000" dirty="0"/>
          </a:p>
        </p:txBody>
      </p:sp>
      <p:sp>
        <p:nvSpPr>
          <p:cNvPr id="19" name="Text 14"/>
          <p:cNvSpPr/>
          <p:nvPr/>
        </p:nvSpPr>
        <p:spPr>
          <a:xfrm>
            <a:off x="4297680" y="288036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520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Input noise</a:t>
            </a:r>
            <a:endParaRPr lang="en-US" sz="1500" dirty="0"/>
          </a:p>
        </p:txBody>
      </p:sp>
      <p:sp>
        <p:nvSpPr>
          <p:cNvPr id="20" name="Shape 15"/>
          <p:cNvSpPr/>
          <p:nvPr/>
        </p:nvSpPr>
        <p:spPr>
          <a:xfrm>
            <a:off x="4315968" y="3346704"/>
            <a:ext cx="2743200" cy="91440"/>
          </a:xfrm>
          <a:prstGeom prst="roundRect">
            <a:avLst>
              <a:gd name="adj" fmla="val 50000"/>
            </a:avLst>
          </a:prstGeom>
          <a:solidFill>
            <a:srgbClr val="DCE3E8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21" name="Shape 16"/>
          <p:cNvSpPr/>
          <p:nvPr/>
        </p:nvSpPr>
        <p:spPr>
          <a:xfrm>
            <a:off x="4370832" y="3218688"/>
            <a:ext cx="329184" cy="329184"/>
          </a:xfrm>
          <a:prstGeom prst="ellipse">
            <a:avLst/>
          </a:prstGeom>
          <a:solidFill>
            <a:srgbClr val="FFA800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22" name="Text 17"/>
          <p:cNvSpPr/>
          <p:nvPr/>
        </p:nvSpPr>
        <p:spPr>
          <a:xfrm>
            <a:off x="7315200" y="3127248"/>
            <a:ext cx="4023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A8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sharpens — entropy ↓</a:t>
            </a:r>
            <a:endParaRPr lang="en-US" sz="1600" dirty="0"/>
          </a:p>
        </p:txBody>
      </p:sp>
      <p:sp>
        <p:nvSpPr>
          <p:cNvPr id="23" name="Text 18"/>
          <p:cNvSpPr/>
          <p:nvPr/>
        </p:nvSpPr>
        <p:spPr>
          <a:xfrm>
            <a:off x="4297680" y="411480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520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Negative gradient</a:t>
            </a:r>
            <a:endParaRPr lang="en-US" sz="1500" dirty="0"/>
          </a:p>
        </p:txBody>
      </p:sp>
      <p:sp>
        <p:nvSpPr>
          <p:cNvPr id="24" name="Shape 19"/>
          <p:cNvSpPr/>
          <p:nvPr/>
        </p:nvSpPr>
        <p:spPr>
          <a:xfrm>
            <a:off x="4315968" y="4581144"/>
            <a:ext cx="2743200" cy="91440"/>
          </a:xfrm>
          <a:prstGeom prst="roundRect">
            <a:avLst>
              <a:gd name="adj" fmla="val 50000"/>
            </a:avLst>
          </a:prstGeom>
          <a:solidFill>
            <a:srgbClr val="DCE3E8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25" name="Shape 20"/>
          <p:cNvSpPr/>
          <p:nvPr/>
        </p:nvSpPr>
        <p:spPr>
          <a:xfrm>
            <a:off x="6729984" y="4453128"/>
            <a:ext cx="329184" cy="329184"/>
          </a:xfrm>
          <a:prstGeom prst="ellipse">
            <a:avLst/>
          </a:prstGeom>
          <a:solidFill>
            <a:srgbClr val="0679C3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26" name="Text 21"/>
          <p:cNvSpPr/>
          <p:nvPr/>
        </p:nvSpPr>
        <p:spPr>
          <a:xfrm>
            <a:off x="7315200" y="4361688"/>
            <a:ext cx="4023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679C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explores — entropy ↑</a:t>
            </a:r>
            <a:endParaRPr lang="en-US" sz="1600" dirty="0"/>
          </a:p>
        </p:txBody>
      </p:sp>
      <p:sp>
        <p:nvSpPr>
          <p:cNvPr id="27" name="Text 22"/>
          <p:cNvSpPr/>
          <p:nvPr/>
        </p:nvSpPr>
        <p:spPr>
          <a:xfrm>
            <a:off x="4297680" y="5440680"/>
            <a:ext cx="7223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i="1" dirty="0">
                <a:solidFill>
                  <a:srgbClr val="051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Distinct, even opposing — and they compose into the sweet spot.</a:t>
            </a:r>
            <a:endParaRPr lang="en-US" sz="1500" dirty="0"/>
          </a:p>
        </p:txBody>
      </p:sp>
      <p:sp>
        <p:nvSpPr>
          <p:cNvPr id="28" name="Text 23"/>
          <p:cNvSpPr/>
          <p:nvPr/>
        </p:nvSpPr>
        <p:spPr>
          <a:xfrm>
            <a:off x="11551615" y="64922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76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111556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ct val="98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600" b="1" i="0" u="none" strike="noStrike" kern="1200" cap="none" spc="0" normalizeH="0" baseline="0" noProof="0" dirty="0">
                <a:ln>
                  <a:noFill/>
                </a:ln>
                <a:solidFill>
                  <a:srgbClr val="051C2C"/>
                </a:solidFill>
                <a:effectLst/>
                <a:uLnTx/>
                <a:uFillTx/>
                <a:latin typeface="Georgia" pitchFamily="34" charset="0"/>
                <a:ea typeface="Georgia" pitchFamily="34" charset="-122"/>
                <a:cs typeface="Georgia" pitchFamily="34" charset="-120"/>
              </a:rPr>
              <a:t>Every “diversity” trick changes two things at once — which one earns the gain?</a:t>
            </a:r>
            <a:endParaRPr kumimoji="0" lang="en-US" sz="2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" name="Text 1"/>
          <p:cNvSpPr/>
          <p:nvPr/>
        </p:nvSpPr>
        <p:spPr>
          <a:xfrm>
            <a:off x="640080" y="3154680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1200" cap="none" spc="0" normalizeH="0" baseline="0" noProof="0" dirty="0">
                <a:ln>
                  <a:noFill/>
                </a:ln>
                <a:solidFill>
                  <a:srgbClr val="15202B"/>
                </a:solidFill>
                <a:effectLst/>
                <a:uLnTx/>
                <a:uFillTx/>
                <a:latin typeface="Arial" pitchFamily="34" charset="0"/>
                <a:ea typeface="Arial" pitchFamily="34" charset="-122"/>
                <a:cs typeface="Arial" pitchFamily="34" charset="-120"/>
              </a:rPr>
              <a:t>Add “diversity” during training</a:t>
            </a:r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" name="Shape 2"/>
          <p:cNvSpPr/>
          <p:nvPr/>
        </p:nvSpPr>
        <p:spPr>
          <a:xfrm>
            <a:off x="822960" y="3657600"/>
            <a:ext cx="3200400" cy="0"/>
          </a:xfrm>
          <a:prstGeom prst="line">
            <a:avLst/>
          </a:prstGeom>
          <a:noFill/>
          <a:ln w="63500">
            <a:solidFill>
              <a:srgbClr val="051C2C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" name="Shape 3"/>
          <p:cNvSpPr/>
          <p:nvPr/>
        </p:nvSpPr>
        <p:spPr>
          <a:xfrm>
            <a:off x="4069080" y="3291840"/>
            <a:ext cx="749808" cy="749808"/>
          </a:xfrm>
          <a:prstGeom prst="ellipse">
            <a:avLst/>
          </a:prstGeom>
          <a:solidFill>
            <a:srgbClr val="051C2C"/>
          </a:solidFill>
          <a:ln/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61104" y="3465576"/>
            <a:ext cx="365760" cy="402336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4846320" y="3520440"/>
            <a:ext cx="2468880" cy="0"/>
          </a:xfrm>
          <a:prstGeom prst="line">
            <a:avLst/>
          </a:prstGeom>
          <a:noFill/>
          <a:ln w="63500">
            <a:solidFill>
              <a:srgbClr val="FFA800"/>
            </a:solidFill>
            <a:prstDash val="solid"/>
            <a:tailEnd type="triangle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8" name="Shape 5"/>
          <p:cNvSpPr/>
          <p:nvPr/>
        </p:nvSpPr>
        <p:spPr>
          <a:xfrm>
            <a:off x="4846320" y="3794760"/>
            <a:ext cx="2468880" cy="1051560"/>
          </a:xfrm>
          <a:prstGeom prst="line">
            <a:avLst/>
          </a:prstGeom>
          <a:noFill/>
          <a:ln w="63500">
            <a:solidFill>
              <a:srgbClr val="0679C3"/>
            </a:solidFill>
            <a:prstDash val="solid"/>
            <a:tailEnd type="triangle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9" name="Shape 6"/>
          <p:cNvSpPr/>
          <p:nvPr/>
        </p:nvSpPr>
        <p:spPr>
          <a:xfrm>
            <a:off x="7406640" y="1874520"/>
            <a:ext cx="4023360" cy="1188720"/>
          </a:xfrm>
          <a:prstGeom prst="roundRect">
            <a:avLst>
              <a:gd name="adj" fmla="val 4615"/>
            </a:avLst>
          </a:prstGeom>
          <a:solidFill>
            <a:srgbClr val="FFF7E8"/>
          </a:solidFill>
          <a:ln w="20320">
            <a:solidFill>
              <a:srgbClr val="FFA800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0" name="Text 7"/>
          <p:cNvSpPr/>
          <p:nvPr/>
        </p:nvSpPr>
        <p:spPr>
          <a:xfrm>
            <a:off x="7635240" y="2029968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1200" cap="none" spc="0" normalizeH="0" baseline="0" noProof="0" dirty="0">
                <a:ln>
                  <a:noFill/>
                </a:ln>
                <a:solidFill>
                  <a:srgbClr val="FFA800"/>
                </a:solidFill>
                <a:effectLst/>
                <a:uLnTx/>
                <a:uFillTx/>
                <a:latin typeface="Arial" pitchFamily="34" charset="0"/>
                <a:ea typeface="Arial" pitchFamily="34" charset="-122"/>
                <a:cs typeface="Arial" pitchFamily="34" charset="-120"/>
              </a:rPr>
              <a:t>THE CONTENT</a:t>
            </a:r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1" name="Text 8"/>
          <p:cNvSpPr/>
          <p:nvPr/>
        </p:nvSpPr>
        <p:spPr>
          <a:xfrm>
            <a:off x="7635240" y="2377440"/>
            <a:ext cx="3566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300" b="0" i="0" u="none" strike="noStrike" kern="1200" cap="none" spc="0" normalizeH="0" baseline="0" noProof="0" dirty="0">
                <a:ln>
                  <a:noFill/>
                </a:ln>
                <a:solidFill>
                  <a:srgbClr val="15202B"/>
                </a:solidFill>
                <a:effectLst/>
                <a:uLnTx/>
                <a:uFillTx/>
                <a:latin typeface="Arial" pitchFamily="34" charset="0"/>
                <a:ea typeface="Arial" pitchFamily="34" charset="-122"/>
                <a:cs typeface="Arial" pitchFamily="34" charset="-120"/>
              </a:rPr>
              <a:t>what we add — a hint, an abstraction</a:t>
            </a:r>
            <a:endParaRPr kumimoji="0" lang="en-US" sz="13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2" name="Shape 9"/>
          <p:cNvSpPr/>
          <p:nvPr/>
        </p:nvSpPr>
        <p:spPr>
          <a:xfrm>
            <a:off x="7406640" y="4251960"/>
            <a:ext cx="4023360" cy="1188720"/>
          </a:xfrm>
          <a:prstGeom prst="roundRect">
            <a:avLst>
              <a:gd name="adj" fmla="val 4615"/>
            </a:avLst>
          </a:prstGeom>
          <a:solidFill>
            <a:srgbClr val="EFF6FB"/>
          </a:solidFill>
          <a:ln w="20320">
            <a:solidFill>
              <a:srgbClr val="0679C3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3" name="Text 10"/>
          <p:cNvSpPr/>
          <p:nvPr/>
        </p:nvSpPr>
        <p:spPr>
          <a:xfrm>
            <a:off x="7635240" y="4407408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1200" cap="none" spc="0" normalizeH="0" baseline="0" noProof="0" dirty="0">
                <a:ln>
                  <a:noFill/>
                </a:ln>
                <a:solidFill>
                  <a:srgbClr val="134F78"/>
                </a:solidFill>
                <a:effectLst/>
                <a:uLnTx/>
                <a:uFillTx/>
                <a:latin typeface="Arial" pitchFamily="34" charset="0"/>
                <a:ea typeface="Arial" pitchFamily="34" charset="-122"/>
                <a:cs typeface="Arial" pitchFamily="34" charset="-120"/>
              </a:rPr>
              <a:t>THE PERTURBATION</a:t>
            </a:r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4" name="Text 11"/>
          <p:cNvSpPr/>
          <p:nvPr/>
        </p:nvSpPr>
        <p:spPr>
          <a:xfrm>
            <a:off x="7635240" y="4754880"/>
            <a:ext cx="3566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300" b="0" i="0" u="none" strike="noStrike" kern="1200" cap="none" spc="0" normalizeH="0" baseline="0" noProof="0" dirty="0">
                <a:ln>
                  <a:noFill/>
                </a:ln>
                <a:solidFill>
                  <a:srgbClr val="15202B"/>
                </a:solidFill>
                <a:effectLst/>
                <a:uLnTx/>
                <a:uFillTx/>
                <a:latin typeface="Arial" pitchFamily="34" charset="0"/>
                <a:ea typeface="Arial" pitchFamily="34" charset="-122"/>
                <a:cs typeface="Arial" pitchFamily="34" charset="-120"/>
              </a:rPr>
              <a:t>that we changed the input at all</a:t>
            </a:r>
            <a:endParaRPr kumimoji="0" lang="en-US" sz="13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5" name="Text 12"/>
          <p:cNvSpPr/>
          <p:nvPr/>
        </p:nvSpPr>
        <p:spPr>
          <a:xfrm>
            <a:off x="640080" y="5897880"/>
            <a:ext cx="10789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1" i="1" u="none" strike="noStrike" kern="1200" cap="none" spc="0" normalizeH="0" baseline="0" noProof="0" dirty="0">
                <a:ln>
                  <a:noFill/>
                </a:ln>
                <a:solidFill>
                  <a:srgbClr val="051C2C"/>
                </a:solidFill>
                <a:effectLst/>
                <a:uLnTx/>
                <a:uFillTx/>
                <a:latin typeface="Georgia" pitchFamily="34" charset="0"/>
                <a:ea typeface="Georgia" pitchFamily="34" charset="-122"/>
                <a:cs typeface="Georgia" pitchFamily="34" charset="-120"/>
              </a:rPr>
              <a:t>Is the gain the content of a hint — or just perturbing the input?</a:t>
            </a:r>
            <a:endParaRPr kumimoji="0" lang="en-US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6" name="Text 13"/>
          <p:cNvSpPr/>
          <p:nvPr/>
        </p:nvSpPr>
        <p:spPr>
          <a:xfrm>
            <a:off x="11551615" y="64922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6B7682"/>
                </a:solidFill>
                <a:effectLst/>
                <a:uLnTx/>
                <a:uFillTx/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0586BB2-6E80-59AF-4B79-A32E92758B8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TextBox 21">
            <a:extLst>
              <a:ext uri="{FF2B5EF4-FFF2-40B4-BE49-F238E27FC236}">
                <a16:creationId xmlns:a16="http://schemas.microsoft.com/office/drawing/2014/main" id="{72585A85-EEE4-34BF-9024-E3F3C7ABB802}"/>
              </a:ext>
            </a:extLst>
          </p:cNvPr>
          <p:cNvSpPr txBox="1">
            <a:spLocks/>
          </p:cNvSpPr>
          <p:nvPr/>
        </p:nvSpPr>
        <p:spPr>
          <a:xfrm>
            <a:off x="9116813" y="1337350"/>
            <a:ext cx="2520451" cy="4868331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 lvl="0"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sz="1600">
                <a:cs typeface="Arial" panose="020B0604020202020204" pitchFamily="34" charset="0"/>
              </a:defRPr>
            </a:lvl1pPr>
            <a:lvl2pPr marL="228600" lvl="1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lvl="2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lvl="3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lvl="4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pPr marL="3175" lvl="1" indent="0">
              <a:buNone/>
              <a:defRPr/>
            </a:pPr>
            <a:r>
              <a:rPr lang="en-GB" sz="1400" dirty="0"/>
              <a:t>Reason for LLM failure:</a:t>
            </a:r>
            <a:br>
              <a:rPr lang="en-GB" sz="1400" dirty="0"/>
            </a:br>
            <a:endParaRPr lang="en-GB" sz="1400" dirty="0"/>
          </a:p>
          <a:p>
            <a:pPr marL="346075" lvl="1" indent="-342900">
              <a:buAutoNum type="arabicPeriod"/>
              <a:defRPr/>
            </a:pPr>
            <a:r>
              <a:rPr lang="en-GB" sz="1400" b="1" dirty="0"/>
              <a:t>Rhyme requires going past simple token generation</a:t>
            </a:r>
            <a:r>
              <a:rPr lang="en-GB" sz="1400" dirty="0"/>
              <a:t>, into controlled text generation under prosodic constraints</a:t>
            </a:r>
            <a:br>
              <a:rPr lang="en-GB" sz="1400" dirty="0"/>
            </a:br>
            <a:br>
              <a:rPr lang="en-GB" sz="1400" dirty="0"/>
            </a:br>
            <a:endParaRPr lang="en-GB" sz="1400" dirty="0"/>
          </a:p>
          <a:p>
            <a:pPr marL="346075" lvl="1" indent="-342900">
              <a:buAutoNum type="arabicPeriod"/>
              <a:defRPr/>
            </a:pPr>
            <a:r>
              <a:rPr lang="en-GB" sz="1400" dirty="0"/>
              <a:t>LLM tokenization and embeddings capture words’ semantic roots and underlying meanings; they do </a:t>
            </a:r>
            <a:r>
              <a:rPr lang="en-GB" sz="1400" b="1" dirty="0"/>
              <a:t>not tokenize or embed words on the level of syllables/phonemes required for rhyme</a:t>
            </a:r>
          </a:p>
          <a:p>
            <a:pPr marL="3175" marR="0" lvl="1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Tx/>
              <a:buSzTx/>
              <a:buNone/>
              <a:tabLst/>
              <a:defRPr/>
            </a:pPr>
            <a:endParaRPr lang="en-GB" sz="1400" dirty="0">
              <a:latin typeface="Arial"/>
            </a:endParaRP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1F21935A-330D-1CB7-3ABD-C76F1093762B}"/>
              </a:ext>
            </a:extLst>
          </p:cNvPr>
          <p:cNvSpPr txBox="1">
            <a:spLocks/>
          </p:cNvSpPr>
          <p:nvPr/>
        </p:nvSpPr>
        <p:spPr>
          <a:xfrm>
            <a:off x="554736" y="2777966"/>
            <a:ext cx="7821722" cy="385001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 lvl="0"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sz="1600">
                <a:cs typeface="Arial" panose="020B0604020202020204" pitchFamily="34" charset="0"/>
              </a:defRPr>
            </a:lvl1pPr>
            <a:lvl2pPr marL="228600" lvl="1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lvl="2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lvl="3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lvl="4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pPr marL="3175" marR="0" lvl="1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Tx/>
              <a:buSzTx/>
              <a:buNone/>
              <a:tabLst/>
              <a:defRPr/>
            </a:pPr>
            <a:r>
              <a:rPr lang="en-GB" sz="1400" dirty="0">
                <a:solidFill>
                  <a:schemeClr val="bg1"/>
                </a:solidFill>
              </a:rPr>
              <a:t>ChatGPT 5.1, normally fluent, is surprisingly bad at parody generation:</a:t>
            </a:r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ea typeface="+mn-ea"/>
              <a:cs typeface="Arial" panose="020B0604020202020204" pitchFamily="34" charset="0"/>
            </a:endParaRPr>
          </a:p>
        </p:txBody>
      </p:sp>
      <p:grpSp>
        <p:nvGrpSpPr>
          <p:cNvPr id="52" name="Group 51">
            <a:extLst>
              <a:ext uri="{FF2B5EF4-FFF2-40B4-BE49-F238E27FC236}">
                <a16:creationId xmlns:a16="http://schemas.microsoft.com/office/drawing/2014/main" id="{232179C9-77FD-3AFD-B95B-8E1B69355C3B}"/>
              </a:ext>
            </a:extLst>
          </p:cNvPr>
          <p:cNvGrpSpPr/>
          <p:nvPr/>
        </p:nvGrpSpPr>
        <p:grpSpPr>
          <a:xfrm>
            <a:off x="837986" y="3195904"/>
            <a:ext cx="7366676" cy="1508434"/>
            <a:chOff x="837986" y="3172902"/>
            <a:chExt cx="7255222" cy="1508434"/>
          </a:xfrm>
        </p:grpSpPr>
        <p:grpSp>
          <p:nvGrpSpPr>
            <p:cNvPr id="29" name="Group 28">
              <a:extLst>
                <a:ext uri="{FF2B5EF4-FFF2-40B4-BE49-F238E27FC236}">
                  <a16:creationId xmlns:a16="http://schemas.microsoft.com/office/drawing/2014/main" id="{2AF1B0ED-3F20-AD35-D0C7-EA8D3B48A2B9}"/>
                </a:ext>
              </a:extLst>
            </p:cNvPr>
            <p:cNvGrpSpPr/>
            <p:nvPr/>
          </p:nvGrpSpPr>
          <p:grpSpPr>
            <a:xfrm>
              <a:off x="837986" y="3172902"/>
              <a:ext cx="7255222" cy="1058717"/>
              <a:chOff x="3875519" y="1632499"/>
              <a:chExt cx="7255222" cy="1058717"/>
            </a:xfrm>
          </p:grpSpPr>
          <p:sp>
            <p:nvSpPr>
              <p:cNvPr id="10" name="Text Box 3">
                <a:extLst>
                  <a:ext uri="{FF2B5EF4-FFF2-40B4-BE49-F238E27FC236}">
                    <a16:creationId xmlns:a16="http://schemas.microsoft.com/office/drawing/2014/main" id="{D09F75B1-B7B6-8279-B291-21DAE6B130A6}"/>
                  </a:ext>
                </a:extLst>
              </p:cNvPr>
              <p:cNvSpPr txBox="1"/>
              <p:nvPr/>
            </p:nvSpPr>
            <p:spPr>
              <a:xfrm>
                <a:off x="3875519" y="1632499"/>
                <a:ext cx="2816225" cy="1058717"/>
              </a:xfrm>
              <a:prstGeom prst="rect">
                <a:avLst/>
              </a:prstGeom>
              <a:solidFill>
                <a:sysClr val="window" lastClr="FFFFFF"/>
              </a:solidFill>
              <a:ln w="6350">
                <a:solidFill>
                  <a:prstClr val="black"/>
                </a:solidFill>
              </a:ln>
            </p:spPr>
            <p:txBody>
              <a:bodyPr rot="0" spcFirstLastPara="0" vert="horz" wrap="square" lIns="91440" tIns="45720" rIns="91440" bIns="45720" numCol="1" spcCol="0" rtlCol="0" fromWordArt="0" anchor="t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15000"/>
                  </a:lnSpc>
                  <a:spcBef>
                    <a:spcPts val="0"/>
                  </a:spcBef>
                  <a:spcAft>
                    <a:spcPts val="100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GB" sz="1400" b="0" i="0" u="none" strike="noStrike" kern="0" cap="none" spc="0" normalizeH="0" baseline="0" noProof="0" dirty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Nice to meet you, where you been?</a:t>
                </a:r>
                <a:br>
                  <a:rPr kumimoji="0" lang="en-GB" sz="1400" b="0" i="0" u="none" strike="noStrike" kern="0" cap="none" spc="0" normalizeH="0" baseline="0" noProof="0" dirty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</a:br>
                <a:r>
                  <a:rPr kumimoji="0" lang="en-GB" sz="1400" b="0" i="0" u="none" strike="noStrike" kern="0" cap="none" spc="0" normalizeH="0" baseline="0" noProof="0" dirty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I could show you incredible things</a:t>
                </a:r>
                <a:br>
                  <a:rPr kumimoji="0" lang="en-GB" sz="1400" b="0" i="0" u="none" strike="noStrike" kern="0" cap="none" spc="0" normalizeH="0" baseline="0" noProof="0" dirty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</a:br>
                <a:r>
                  <a:rPr kumimoji="0" lang="en-GB" sz="1400" b="0" i="0" u="none" strike="noStrike" kern="0" cap="none" spc="0" normalizeH="0" baseline="0" noProof="0" dirty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Magic, madness, heaven, sin</a:t>
                </a:r>
                <a:br>
                  <a:rPr kumimoji="0" lang="en-GB" sz="1400" b="0" i="0" u="none" strike="noStrike" kern="0" cap="none" spc="0" normalizeH="0" baseline="0" noProof="0" dirty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</a:br>
                <a:r>
                  <a:rPr kumimoji="0" lang="en-GB" sz="1400" b="0" i="0" u="none" strike="noStrike" kern="0" cap="none" spc="0" normalizeH="0" baseline="0" noProof="0" dirty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Saw you there and I thought</a:t>
                </a:r>
                <a:endParaRPr kumimoji="0" lang="en-GB" sz="2000" b="0" i="0" u="none" strike="noStrike" kern="0" cap="none" spc="0" normalizeH="0" baseline="0" noProof="0" dirty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Aptos" panose="020B0004020202020204" pitchFamily="34" charset="0"/>
                  <a:ea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11" name="Text Box 3">
                <a:extLst>
                  <a:ext uri="{FF2B5EF4-FFF2-40B4-BE49-F238E27FC236}">
                    <a16:creationId xmlns:a16="http://schemas.microsoft.com/office/drawing/2014/main" id="{F5517254-5D30-EE13-EE92-199738C379FC}"/>
                  </a:ext>
                </a:extLst>
              </p:cNvPr>
              <p:cNvSpPr txBox="1"/>
              <p:nvPr/>
            </p:nvSpPr>
            <p:spPr>
              <a:xfrm>
                <a:off x="6935336" y="1632499"/>
                <a:ext cx="4195405" cy="1058717"/>
              </a:xfrm>
              <a:prstGeom prst="rect">
                <a:avLst/>
              </a:prstGeom>
              <a:solidFill>
                <a:sysClr val="window" lastClr="FFFFFF"/>
              </a:solidFill>
              <a:ln w="6350">
                <a:solidFill>
                  <a:prstClr val="black"/>
                </a:solidFill>
              </a:ln>
            </p:spPr>
            <p:txBody>
              <a:bodyPr rot="0" spcFirstLastPara="0" vert="horz" wrap="square" lIns="91440" tIns="45720" rIns="91440" bIns="45720" numCol="1" spcCol="0" rtlCol="0" fromWordArt="0" anchor="t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15000"/>
                  </a:lnSpc>
                  <a:spcBef>
                    <a:spcPts val="0"/>
                  </a:spcBef>
                  <a:spcAft>
                    <a:spcPts val="100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GB" sz="1400" b="0" i="0" u="none" strike="noStrike" kern="0" cap="none" spc="0" normalizeH="0" baseline="0" noProof="0" dirty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Hello Paris, phones are ringing, cameras love the rain,</a:t>
                </a:r>
                <a:br>
                  <a:rPr kumimoji="0" lang="en-GB" sz="1400" b="0" i="0" u="none" strike="noStrike" kern="0" cap="none" spc="0" normalizeH="0" baseline="0" noProof="0" dirty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</a:br>
                <a:r>
                  <a:rPr kumimoji="0" lang="en-GB" sz="1400" b="0" i="0" u="none" strike="noStrike" kern="0" cap="none" spc="0" normalizeH="0" baseline="0" noProof="0" dirty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Polling’s doing pirouettes inside the fast lane.</a:t>
                </a:r>
                <a:br>
                  <a:rPr kumimoji="0" lang="en-GB" sz="1400" b="0" i="0" u="none" strike="noStrike" kern="0" cap="none" spc="0" normalizeH="0" baseline="0" noProof="0" dirty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</a:br>
                <a:r>
                  <a:rPr kumimoji="0" lang="en-GB" sz="1400" b="0" i="0" u="none" strike="noStrike" kern="0" cap="none" spc="0" normalizeH="0" baseline="0" noProof="0" dirty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Elysée hallway, footsteps echo, deals in soft tones—</a:t>
                </a:r>
                <a:br>
                  <a:rPr kumimoji="0" lang="en-GB" sz="1400" b="0" i="0" u="none" strike="noStrike" kern="0" cap="none" spc="0" normalizeH="0" baseline="0" noProof="0" dirty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</a:br>
                <a:r>
                  <a:rPr kumimoji="0" lang="en-GB" sz="1400" b="0" i="0" u="none" strike="noStrike" kern="0" cap="none" spc="0" normalizeH="0" baseline="0" noProof="0" dirty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Who wants keys to Matignon and all the unknowns?</a:t>
                </a:r>
                <a:endParaRPr kumimoji="0" lang="en-GB" sz="2000" b="0" i="0" u="none" strike="noStrike" kern="0" cap="none" spc="0" normalizeH="0" baseline="0" noProof="0" dirty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Aptos" panose="020B0004020202020204" pitchFamily="34" charset="0"/>
                  <a:ea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p:grpSp>
        <p:sp>
          <p:nvSpPr>
            <p:cNvPr id="31" name="TextBox 30">
              <a:extLst>
                <a:ext uri="{FF2B5EF4-FFF2-40B4-BE49-F238E27FC236}">
                  <a16:creationId xmlns:a16="http://schemas.microsoft.com/office/drawing/2014/main" id="{9E7EB252-8003-4449-C10D-57D06EFC0330}"/>
                </a:ext>
              </a:extLst>
            </p:cNvPr>
            <p:cNvSpPr txBox="1">
              <a:spLocks/>
            </p:cNvSpPr>
            <p:nvPr/>
          </p:nvSpPr>
          <p:spPr>
            <a:xfrm>
              <a:off x="837986" y="4296335"/>
              <a:ext cx="2816225" cy="385001"/>
            </a:xfrm>
            <a:prstGeom prst="rect">
              <a:avLst/>
            </a:prstGeom>
          </p:spPr>
          <p:txBody>
            <a:bodyPr vert="horz" lIns="0" tIns="0" rIns="0" bIns="0" rtlCol="0">
              <a:noAutofit/>
            </a:bodyPr>
            <a:lstStyle>
              <a:lvl1pPr lvl="0" indent="0">
                <a:lnSpc>
                  <a:spcPct val="100000"/>
                </a:lnSpc>
                <a:spcBef>
                  <a:spcPts val="300"/>
                </a:spcBef>
                <a:spcAft>
                  <a:spcPts val="300"/>
                </a:spcAft>
                <a:buFont typeface="Segoe UI" panose="020B0502040204020203" pitchFamily="34" charset="0"/>
                <a:buChar char="​"/>
                <a:defRPr sz="1600">
                  <a:cs typeface="Arial" panose="020B0604020202020204" pitchFamily="34" charset="0"/>
                </a:defRPr>
              </a:lvl1pPr>
              <a:lvl2pPr marL="228600" lvl="1" indent="-225425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Font typeface="Wingdings" panose="05000000000000000000" pitchFamily="2" charset="2"/>
                <a:buChar char=""/>
                <a:defRPr sz="1600">
                  <a:cs typeface="Arial" panose="020B0604020202020204" pitchFamily="34" charset="0"/>
                </a:defRPr>
              </a:lvl2pPr>
              <a:lvl3pPr marL="515938" lvl="2" indent="-287338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Font typeface="Arial" panose="020B0604020202020204" pitchFamily="34" charset="0"/>
                <a:buChar char="—"/>
                <a:defRPr sz="1600">
                  <a:cs typeface="Arial" panose="020B0604020202020204" pitchFamily="34" charset="0"/>
                </a:defRPr>
              </a:lvl3pPr>
              <a:lvl4pPr marL="742950" lvl="3" indent="-182563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Font typeface="Arial" panose="020B0604020202020204" pitchFamily="34" charset="0"/>
                <a:buChar char="»"/>
                <a:defRPr sz="1600">
                  <a:cs typeface="Arial" panose="020B0604020202020204" pitchFamily="34" charset="0"/>
                </a:defRPr>
              </a:lvl4pPr>
              <a:lvl5pPr marL="914400" lvl="4" indent="-136525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SzPct val="100000"/>
                <a:buFont typeface="Arial" panose="020B0604020202020204" pitchFamily="34" charset="0"/>
                <a:buChar char="›"/>
                <a:defRPr sz="1600">
                  <a:cs typeface="Arial" panose="020B0604020202020204" pitchFamily="34" charset="0"/>
                </a:defRPr>
              </a:lvl5pPr>
              <a:lvl6pPr marL="1085850" indent="-171450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SzPct val="100000"/>
                <a:buFont typeface="Arial" panose="020B0604020202020204" pitchFamily="34" charset="0"/>
                <a:buChar char="▫"/>
                <a:defRPr sz="1600">
                  <a:cs typeface="Arial" panose="020B0604020202020204" pitchFamily="34" charset="0"/>
                </a:defRPr>
              </a:lvl6pPr>
              <a:lvl7pPr marL="1085850" indent="-171450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SzPct val="100000"/>
                <a:buFont typeface="Arial" panose="020B0604020202020204" pitchFamily="34" charset="0"/>
                <a:buChar char="▫"/>
                <a:defRPr sz="1600">
                  <a:cs typeface="Arial" panose="020B0604020202020204" pitchFamily="34" charset="0"/>
                </a:defRPr>
              </a:lvl7pPr>
              <a:lvl8pPr marL="1085850" indent="-171450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SzPct val="100000"/>
                <a:buFont typeface="Arial" panose="020B0604020202020204" pitchFamily="34" charset="0"/>
                <a:buChar char="▫"/>
                <a:defRPr sz="1600">
                  <a:cs typeface="Arial" panose="020B0604020202020204" pitchFamily="34" charset="0"/>
                </a:defRPr>
              </a:lvl8pPr>
              <a:lvl9pPr marL="1085850" indent="-171450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SzPct val="100000"/>
                <a:buFont typeface="Arial" panose="020B0604020202020204" pitchFamily="34" charset="0"/>
                <a:buChar char="▫"/>
                <a:defRPr sz="1600">
                  <a:cs typeface="Arial" panose="020B0604020202020204" pitchFamily="34" charset="0"/>
                </a:defRPr>
              </a:lvl9pPr>
            </a:lstStyle>
            <a:p>
              <a:pPr marL="3175" marR="0" lvl="1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ClrTx/>
                <a:buSzTx/>
                <a:buNone/>
                <a:tabLst/>
                <a:defRPr/>
              </a:pPr>
              <a:r>
                <a:rPr lang="en-GB" sz="1100" b="1" i="1" dirty="0">
                  <a:solidFill>
                    <a:schemeClr val="bg1"/>
                  </a:solidFill>
                  <a:latin typeface="Arial"/>
                </a:rPr>
                <a:t>Original: ‘Blank Space’ by Taylor Swift</a:t>
              </a:r>
              <a:endParaRPr kumimoji="0" lang="en-US" sz="1100" b="1" i="1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Arial"/>
                <a:ea typeface="+mn-ea"/>
                <a:cs typeface="Arial" panose="020B0604020202020204" pitchFamily="34" charset="0"/>
              </a:endParaRPr>
            </a:p>
          </p:txBody>
        </p:sp>
        <p:sp>
          <p:nvSpPr>
            <p:cNvPr id="33" name="TextBox 32">
              <a:extLst>
                <a:ext uri="{FF2B5EF4-FFF2-40B4-BE49-F238E27FC236}">
                  <a16:creationId xmlns:a16="http://schemas.microsoft.com/office/drawing/2014/main" id="{1531B0E3-D8B2-890E-D38E-3509055AF94A}"/>
                </a:ext>
              </a:extLst>
            </p:cNvPr>
            <p:cNvSpPr txBox="1">
              <a:spLocks/>
            </p:cNvSpPr>
            <p:nvPr/>
          </p:nvSpPr>
          <p:spPr>
            <a:xfrm>
              <a:off x="3897803" y="4296335"/>
              <a:ext cx="4195405" cy="385001"/>
            </a:xfrm>
            <a:prstGeom prst="rect">
              <a:avLst/>
            </a:prstGeom>
          </p:spPr>
          <p:txBody>
            <a:bodyPr vert="horz" lIns="0" tIns="0" rIns="0" bIns="0" rtlCol="0">
              <a:noAutofit/>
            </a:bodyPr>
            <a:lstStyle>
              <a:lvl1pPr lvl="0" indent="0">
                <a:lnSpc>
                  <a:spcPct val="100000"/>
                </a:lnSpc>
                <a:spcBef>
                  <a:spcPts val="300"/>
                </a:spcBef>
                <a:spcAft>
                  <a:spcPts val="300"/>
                </a:spcAft>
                <a:buFont typeface="Segoe UI" panose="020B0502040204020203" pitchFamily="34" charset="0"/>
                <a:buChar char="​"/>
                <a:defRPr sz="1600">
                  <a:cs typeface="Arial" panose="020B0604020202020204" pitchFamily="34" charset="0"/>
                </a:defRPr>
              </a:lvl1pPr>
              <a:lvl2pPr marL="228600" lvl="1" indent="-225425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Font typeface="Wingdings" panose="05000000000000000000" pitchFamily="2" charset="2"/>
                <a:buChar char=""/>
                <a:defRPr sz="1600">
                  <a:cs typeface="Arial" panose="020B0604020202020204" pitchFamily="34" charset="0"/>
                </a:defRPr>
              </a:lvl2pPr>
              <a:lvl3pPr marL="515938" lvl="2" indent="-287338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Font typeface="Arial" panose="020B0604020202020204" pitchFamily="34" charset="0"/>
                <a:buChar char="—"/>
                <a:defRPr sz="1600">
                  <a:cs typeface="Arial" panose="020B0604020202020204" pitchFamily="34" charset="0"/>
                </a:defRPr>
              </a:lvl3pPr>
              <a:lvl4pPr marL="742950" lvl="3" indent="-182563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Font typeface="Arial" panose="020B0604020202020204" pitchFamily="34" charset="0"/>
                <a:buChar char="»"/>
                <a:defRPr sz="1600">
                  <a:cs typeface="Arial" panose="020B0604020202020204" pitchFamily="34" charset="0"/>
                </a:defRPr>
              </a:lvl4pPr>
              <a:lvl5pPr marL="914400" lvl="4" indent="-136525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SzPct val="100000"/>
                <a:buFont typeface="Arial" panose="020B0604020202020204" pitchFamily="34" charset="0"/>
                <a:buChar char="›"/>
                <a:defRPr sz="1600">
                  <a:cs typeface="Arial" panose="020B0604020202020204" pitchFamily="34" charset="0"/>
                </a:defRPr>
              </a:lvl5pPr>
              <a:lvl6pPr marL="1085850" indent="-171450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SzPct val="100000"/>
                <a:buFont typeface="Arial" panose="020B0604020202020204" pitchFamily="34" charset="0"/>
                <a:buChar char="▫"/>
                <a:defRPr sz="1600">
                  <a:cs typeface="Arial" panose="020B0604020202020204" pitchFamily="34" charset="0"/>
                </a:defRPr>
              </a:lvl6pPr>
              <a:lvl7pPr marL="1085850" indent="-171450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SzPct val="100000"/>
                <a:buFont typeface="Arial" panose="020B0604020202020204" pitchFamily="34" charset="0"/>
                <a:buChar char="▫"/>
                <a:defRPr sz="1600">
                  <a:cs typeface="Arial" panose="020B0604020202020204" pitchFamily="34" charset="0"/>
                </a:defRPr>
              </a:lvl7pPr>
              <a:lvl8pPr marL="1085850" indent="-171450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SzPct val="100000"/>
                <a:buFont typeface="Arial" panose="020B0604020202020204" pitchFamily="34" charset="0"/>
                <a:buChar char="▫"/>
                <a:defRPr sz="1600">
                  <a:cs typeface="Arial" panose="020B0604020202020204" pitchFamily="34" charset="0"/>
                </a:defRPr>
              </a:lvl8pPr>
              <a:lvl9pPr marL="1085850" indent="-171450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SzPct val="100000"/>
                <a:buFont typeface="Arial" panose="020B0604020202020204" pitchFamily="34" charset="0"/>
                <a:buChar char="▫"/>
                <a:defRPr sz="1600">
                  <a:cs typeface="Arial" panose="020B0604020202020204" pitchFamily="34" charset="0"/>
                </a:defRPr>
              </a:lvl9pPr>
            </a:lstStyle>
            <a:p>
              <a:pPr marL="3175" marR="0" lvl="1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ClrTx/>
                <a:buSzTx/>
                <a:buNone/>
                <a:tabLst/>
                <a:defRPr/>
              </a:pPr>
              <a:r>
                <a:rPr lang="en-GB" sz="1100" b="1" i="1" dirty="0">
                  <a:solidFill>
                    <a:schemeClr val="bg1"/>
                  </a:solidFill>
                  <a:latin typeface="Arial"/>
                </a:rPr>
                <a:t>ChatGPT 5.1 result when prompted to create a parody matching rhyme, rhythm and meter on the topic of French politics</a:t>
              </a:r>
              <a:endParaRPr kumimoji="0" lang="en-US" sz="1100" b="1" i="1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Arial"/>
                <a:ea typeface="+mn-ea"/>
                <a:cs typeface="Arial" panose="020B0604020202020204" pitchFamily="34" charset="0"/>
              </a:endParaRPr>
            </a:p>
          </p:txBody>
        </p:sp>
      </p:grpSp>
      <p:sp>
        <p:nvSpPr>
          <p:cNvPr id="37" name="TextBox 36">
            <a:extLst>
              <a:ext uri="{FF2B5EF4-FFF2-40B4-BE49-F238E27FC236}">
                <a16:creationId xmlns:a16="http://schemas.microsoft.com/office/drawing/2014/main" id="{5DEF14E9-FA3E-A722-1A2C-3846023D649D}"/>
              </a:ext>
            </a:extLst>
          </p:cNvPr>
          <p:cNvSpPr txBox="1">
            <a:spLocks/>
          </p:cNvSpPr>
          <p:nvPr/>
        </p:nvSpPr>
        <p:spPr>
          <a:xfrm>
            <a:off x="716065" y="1325877"/>
            <a:ext cx="7660393" cy="1283710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 lvl="0"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sz="1600">
                <a:cs typeface="Arial" panose="020B0604020202020204" pitchFamily="34" charset="0"/>
              </a:defRPr>
            </a:lvl1pPr>
            <a:lvl2pPr marL="228600" lvl="1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lvl="2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lvl="3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lvl="4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pPr marL="3175" lvl="1" indent="0">
              <a:buNone/>
              <a:defRPr/>
            </a:pPr>
            <a:r>
              <a:rPr lang="en-US" sz="1400" dirty="0">
                <a:solidFill>
                  <a:schemeClr val="bg1"/>
                </a:solidFill>
              </a:rPr>
              <a:t>Song parody entails </a:t>
            </a:r>
            <a:r>
              <a:rPr lang="en-GB" sz="1400" dirty="0">
                <a:solidFill>
                  <a:schemeClr val="bg1"/>
                </a:solidFill>
              </a:rPr>
              <a:t>rewriting a song’s lyrics with a focus on a </a:t>
            </a:r>
            <a:r>
              <a:rPr lang="en-GB" sz="1400" b="1" dirty="0">
                <a:solidFill>
                  <a:schemeClr val="bg1"/>
                </a:solidFill>
              </a:rPr>
              <a:t>parody topic </a:t>
            </a:r>
            <a:r>
              <a:rPr lang="en-GB" sz="1400" dirty="0">
                <a:solidFill>
                  <a:schemeClr val="bg1"/>
                </a:solidFill>
              </a:rPr>
              <a:t>while keeping prosody intact, thus, aligning:</a:t>
            </a:r>
          </a:p>
          <a:p>
            <a:pPr lvl="1">
              <a:defRPr/>
            </a:pPr>
            <a:r>
              <a:rPr lang="en-GB" sz="1400" b="1" dirty="0">
                <a:solidFill>
                  <a:schemeClr val="bg1"/>
                </a:solidFill>
              </a:rPr>
              <a:t>Syllables</a:t>
            </a:r>
          </a:p>
          <a:p>
            <a:pPr lvl="1">
              <a:defRPr/>
            </a:pPr>
            <a:r>
              <a:rPr lang="en-GB" sz="1400" b="1" dirty="0">
                <a:solidFill>
                  <a:schemeClr val="bg1"/>
                </a:solidFill>
              </a:rPr>
              <a:t>Stress patterns</a:t>
            </a:r>
          </a:p>
          <a:p>
            <a:pPr lvl="1">
              <a:defRPr/>
            </a:pPr>
            <a:r>
              <a:rPr lang="en-GB" sz="1400" b="1" dirty="0">
                <a:solidFill>
                  <a:schemeClr val="bg1"/>
                </a:solidFill>
              </a:rPr>
              <a:t>Internal rhyme patterns</a:t>
            </a:r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E37CCD19-B49A-6055-C8A6-4BEE47BDEC1B}"/>
              </a:ext>
            </a:extLst>
          </p:cNvPr>
          <p:cNvGrpSpPr/>
          <p:nvPr/>
        </p:nvGrpSpPr>
        <p:grpSpPr>
          <a:xfrm>
            <a:off x="554736" y="4769158"/>
            <a:ext cx="7821722" cy="1436523"/>
            <a:chOff x="554736" y="4769158"/>
            <a:chExt cx="7821722" cy="1436523"/>
          </a:xfrm>
        </p:grpSpPr>
        <p:sp>
          <p:nvSpPr>
            <p:cNvPr id="30" name="TextBox 29">
              <a:extLst>
                <a:ext uri="{FF2B5EF4-FFF2-40B4-BE49-F238E27FC236}">
                  <a16:creationId xmlns:a16="http://schemas.microsoft.com/office/drawing/2014/main" id="{092BEB52-48C0-42C8-DE15-F4C20078B491}"/>
                </a:ext>
              </a:extLst>
            </p:cNvPr>
            <p:cNvSpPr txBox="1">
              <a:spLocks/>
            </p:cNvSpPr>
            <p:nvPr/>
          </p:nvSpPr>
          <p:spPr>
            <a:xfrm>
              <a:off x="554736" y="4769158"/>
              <a:ext cx="7821722" cy="1436523"/>
            </a:xfrm>
            <a:prstGeom prst="rect">
              <a:avLst/>
            </a:prstGeom>
          </p:spPr>
          <p:txBody>
            <a:bodyPr vert="horz" lIns="0" tIns="0" rIns="0" bIns="0" rtlCol="0">
              <a:noAutofit/>
            </a:bodyPr>
            <a:lstStyle>
              <a:lvl1pPr lvl="0" indent="0">
                <a:lnSpc>
                  <a:spcPct val="100000"/>
                </a:lnSpc>
                <a:spcBef>
                  <a:spcPts val="300"/>
                </a:spcBef>
                <a:spcAft>
                  <a:spcPts val="300"/>
                </a:spcAft>
                <a:buFont typeface="Segoe UI" panose="020B0502040204020203" pitchFamily="34" charset="0"/>
                <a:buChar char="​"/>
                <a:defRPr sz="1600">
                  <a:cs typeface="Arial" panose="020B0604020202020204" pitchFamily="34" charset="0"/>
                </a:defRPr>
              </a:lvl1pPr>
              <a:lvl2pPr marL="228600" lvl="1" indent="-225425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Font typeface="Wingdings" panose="05000000000000000000" pitchFamily="2" charset="2"/>
                <a:buChar char=""/>
                <a:defRPr sz="1600">
                  <a:cs typeface="Arial" panose="020B0604020202020204" pitchFamily="34" charset="0"/>
                </a:defRPr>
              </a:lvl2pPr>
              <a:lvl3pPr marL="515938" lvl="2" indent="-287338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Font typeface="Arial" panose="020B0604020202020204" pitchFamily="34" charset="0"/>
                <a:buChar char="—"/>
                <a:defRPr sz="1600">
                  <a:cs typeface="Arial" panose="020B0604020202020204" pitchFamily="34" charset="0"/>
                </a:defRPr>
              </a:lvl3pPr>
              <a:lvl4pPr marL="742950" lvl="3" indent="-182563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Font typeface="Arial" panose="020B0604020202020204" pitchFamily="34" charset="0"/>
                <a:buChar char="»"/>
                <a:defRPr sz="1600">
                  <a:cs typeface="Arial" panose="020B0604020202020204" pitchFamily="34" charset="0"/>
                </a:defRPr>
              </a:lvl4pPr>
              <a:lvl5pPr marL="914400" lvl="4" indent="-136525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SzPct val="100000"/>
                <a:buFont typeface="Arial" panose="020B0604020202020204" pitchFamily="34" charset="0"/>
                <a:buChar char="›"/>
                <a:defRPr sz="1600">
                  <a:cs typeface="Arial" panose="020B0604020202020204" pitchFamily="34" charset="0"/>
                </a:defRPr>
              </a:lvl5pPr>
              <a:lvl6pPr marL="1085850" indent="-171450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SzPct val="100000"/>
                <a:buFont typeface="Arial" panose="020B0604020202020204" pitchFamily="34" charset="0"/>
                <a:buChar char="▫"/>
                <a:defRPr sz="1600">
                  <a:cs typeface="Arial" panose="020B0604020202020204" pitchFamily="34" charset="0"/>
                </a:defRPr>
              </a:lvl6pPr>
              <a:lvl7pPr marL="1085850" indent="-171450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SzPct val="100000"/>
                <a:buFont typeface="Arial" panose="020B0604020202020204" pitchFamily="34" charset="0"/>
                <a:buChar char="▫"/>
                <a:defRPr sz="1600">
                  <a:cs typeface="Arial" panose="020B0604020202020204" pitchFamily="34" charset="0"/>
                </a:defRPr>
              </a:lvl7pPr>
              <a:lvl8pPr marL="1085850" indent="-171450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SzPct val="100000"/>
                <a:buFont typeface="Arial" panose="020B0604020202020204" pitchFamily="34" charset="0"/>
                <a:buChar char="▫"/>
                <a:defRPr sz="1600">
                  <a:cs typeface="Arial" panose="020B0604020202020204" pitchFamily="34" charset="0"/>
                </a:defRPr>
              </a:lvl8pPr>
              <a:lvl9pPr marL="1085850" indent="-171450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SzPct val="100000"/>
                <a:buFont typeface="Arial" panose="020B0604020202020204" pitchFamily="34" charset="0"/>
                <a:buChar char="▫"/>
                <a:defRPr sz="1600">
                  <a:cs typeface="Arial" panose="020B0604020202020204" pitchFamily="34" charset="0"/>
                </a:defRPr>
              </a:lvl9pPr>
            </a:lstStyle>
            <a:p>
              <a:pPr marL="3175" lvl="1" indent="0">
                <a:buNone/>
                <a:defRPr/>
              </a:pPr>
              <a:r>
                <a:rPr lang="en-GB" sz="1400" dirty="0">
                  <a:solidFill>
                    <a:schemeClr val="bg1"/>
                  </a:solidFill>
                </a:rPr>
                <a:t>Why?</a:t>
              </a:r>
            </a:p>
            <a:p>
              <a:pPr marL="290513" lvl="2" indent="0">
                <a:buNone/>
                <a:defRPr/>
              </a:pPr>
              <a:r>
                <a:rPr lang="en-GB" sz="1400" dirty="0">
                  <a:solidFill>
                    <a:schemeClr val="bg1"/>
                  </a:solidFill>
                </a:rPr>
                <a:t>  Parody topic		   adhered to</a:t>
              </a:r>
            </a:p>
            <a:p>
              <a:pPr marL="290513" lvl="2" indent="0">
                <a:buNone/>
                <a:defRPr/>
              </a:pPr>
              <a:r>
                <a:rPr lang="en-GB" sz="1400" dirty="0">
                  <a:solidFill>
                    <a:schemeClr val="bg1"/>
                  </a:solidFill>
                </a:rPr>
                <a:t>  Syllables		   too many, line too long</a:t>
              </a:r>
            </a:p>
            <a:p>
              <a:pPr marL="290513" lvl="2" indent="0">
                <a:buNone/>
                <a:defRPr/>
              </a:pPr>
              <a:r>
                <a:rPr lang="en-GB" sz="1400" dirty="0">
                  <a:solidFill>
                    <a:schemeClr val="bg1"/>
                  </a:solidFill>
                </a:rPr>
                <a:t>  Stress patterns		   completely different than original</a:t>
              </a:r>
            </a:p>
            <a:p>
              <a:pPr marL="290513" lvl="2" indent="0">
                <a:buNone/>
                <a:defRPr/>
              </a:pPr>
              <a:r>
                <a:rPr lang="en-GB" sz="1400" dirty="0">
                  <a:solidFill>
                    <a:schemeClr val="bg1"/>
                  </a:solidFill>
                </a:rPr>
                <a:t>  Internal rhyme patterns	   lost</a:t>
              </a:r>
              <a:endParaRPr kumimoji="0" lang="en-GB" sz="14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ea typeface="+mn-ea"/>
                <a:cs typeface="Arial" panose="020B0604020202020204" pitchFamily="34" charset="0"/>
              </a:endParaRPr>
            </a:p>
            <a:p>
              <a:pPr marL="3175" marR="0" lvl="1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ClrTx/>
                <a:buSzTx/>
                <a:buNone/>
                <a:tabLst/>
                <a:defRPr/>
              </a:pPr>
              <a:endPara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ea typeface="+mn-ea"/>
                <a:cs typeface="Arial" panose="020B0604020202020204" pitchFamily="34" charset="0"/>
              </a:endParaRPr>
            </a:p>
          </p:txBody>
        </p:sp>
        <p:pic>
          <p:nvPicPr>
            <p:cNvPr id="39" name="Graphic 38" descr="Tick with solid fill">
              <a:extLst>
                <a:ext uri="{FF2B5EF4-FFF2-40B4-BE49-F238E27FC236}">
                  <a16:creationId xmlns:a16="http://schemas.microsoft.com/office/drawing/2014/main" id="{406027C5-233A-D95B-819E-D458A937B547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p:blipFill>
          <p:spPr>
            <a:xfrm>
              <a:off x="603472" y="5009301"/>
              <a:ext cx="234513" cy="234513"/>
            </a:xfrm>
            <a:prstGeom prst="rect">
              <a:avLst/>
            </a:prstGeom>
          </p:spPr>
        </p:pic>
        <p:pic>
          <p:nvPicPr>
            <p:cNvPr id="41" name="Graphic 40" descr="Close with solid fill">
              <a:extLst>
                <a:ext uri="{FF2B5EF4-FFF2-40B4-BE49-F238E27FC236}">
                  <a16:creationId xmlns:a16="http://schemas.microsoft.com/office/drawing/2014/main" id="{3C486EF7-5988-89B1-88CC-C4B462B8EE47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608167" y="5254535"/>
              <a:ext cx="234000" cy="234000"/>
            </a:xfrm>
            <a:prstGeom prst="rect">
              <a:avLst/>
            </a:prstGeom>
          </p:spPr>
        </p:pic>
        <p:pic>
          <p:nvPicPr>
            <p:cNvPr id="42" name="Graphic 41" descr="Close with solid fill">
              <a:extLst>
                <a:ext uri="{FF2B5EF4-FFF2-40B4-BE49-F238E27FC236}">
                  <a16:creationId xmlns:a16="http://schemas.microsoft.com/office/drawing/2014/main" id="{C6BC8721-B5A4-417C-CCF6-4D83E23EEF59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608167" y="5521472"/>
              <a:ext cx="234000" cy="234000"/>
            </a:xfrm>
            <a:prstGeom prst="rect">
              <a:avLst/>
            </a:prstGeom>
          </p:spPr>
        </p:pic>
        <p:pic>
          <p:nvPicPr>
            <p:cNvPr id="43" name="Graphic 42" descr="Close with solid fill">
              <a:extLst>
                <a:ext uri="{FF2B5EF4-FFF2-40B4-BE49-F238E27FC236}">
                  <a16:creationId xmlns:a16="http://schemas.microsoft.com/office/drawing/2014/main" id="{8C978DE3-B09A-FBE0-B765-A3538E53FFF6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608167" y="5751629"/>
              <a:ext cx="234000" cy="234000"/>
            </a:xfrm>
            <a:prstGeom prst="rect">
              <a:avLst/>
            </a:prstGeom>
          </p:spPr>
        </p:pic>
        <p:pic>
          <p:nvPicPr>
            <p:cNvPr id="46" name="Graphic 45" descr="Arrow Right outline">
              <a:extLst>
                <a:ext uri="{FF2B5EF4-FFF2-40B4-BE49-F238E27FC236}">
                  <a16:creationId xmlns:a16="http://schemas.microsoft.com/office/drawing/2014/main" id="{C59AD097-35FA-D7DD-F406-C88C585F683B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>
              <a:off x="3045229" y="5007352"/>
              <a:ext cx="234000" cy="234000"/>
            </a:xfrm>
            <a:prstGeom prst="rect">
              <a:avLst/>
            </a:prstGeom>
          </p:spPr>
        </p:pic>
        <p:pic>
          <p:nvPicPr>
            <p:cNvPr id="47" name="Graphic 46" descr="Arrow Right outline">
              <a:extLst>
                <a:ext uri="{FF2B5EF4-FFF2-40B4-BE49-F238E27FC236}">
                  <a16:creationId xmlns:a16="http://schemas.microsoft.com/office/drawing/2014/main" id="{8F4A4082-8999-7B93-0B58-67D166EB434C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>
              <a:off x="3045229" y="5254535"/>
              <a:ext cx="234000" cy="234000"/>
            </a:xfrm>
            <a:prstGeom prst="rect">
              <a:avLst/>
            </a:prstGeom>
          </p:spPr>
        </p:pic>
        <p:pic>
          <p:nvPicPr>
            <p:cNvPr id="48" name="Graphic 47" descr="Arrow Right outline">
              <a:extLst>
                <a:ext uri="{FF2B5EF4-FFF2-40B4-BE49-F238E27FC236}">
                  <a16:creationId xmlns:a16="http://schemas.microsoft.com/office/drawing/2014/main" id="{117D4073-13E3-C729-EF52-9152E3EFA176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>
              <a:off x="3045229" y="5521472"/>
              <a:ext cx="234000" cy="234000"/>
            </a:xfrm>
            <a:prstGeom prst="rect">
              <a:avLst/>
            </a:prstGeom>
          </p:spPr>
        </p:pic>
        <p:pic>
          <p:nvPicPr>
            <p:cNvPr id="49" name="Graphic 48" descr="Arrow Right outline">
              <a:extLst>
                <a:ext uri="{FF2B5EF4-FFF2-40B4-BE49-F238E27FC236}">
                  <a16:creationId xmlns:a16="http://schemas.microsoft.com/office/drawing/2014/main" id="{7EC07447-0236-3B07-337C-730AF2D941E5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>
              <a:off x="3045229" y="5746576"/>
              <a:ext cx="234000" cy="234000"/>
            </a:xfrm>
            <a:prstGeom prst="rect">
              <a:avLst/>
            </a:prstGeom>
          </p:spPr>
        </p:pic>
      </p:grpSp>
      <p:sp>
        <p:nvSpPr>
          <p:cNvPr id="50" name="Rectangle 49">
            <a:extLst>
              <a:ext uri="{FF2B5EF4-FFF2-40B4-BE49-F238E27FC236}">
                <a16:creationId xmlns:a16="http://schemas.microsoft.com/office/drawing/2014/main" id="{4A2C907A-ECA3-65CE-AA6A-FAA51F4B0A73}"/>
              </a:ext>
            </a:extLst>
          </p:cNvPr>
          <p:cNvSpPr/>
          <p:nvPr/>
        </p:nvSpPr>
        <p:spPr>
          <a:xfrm>
            <a:off x="554736" y="1325877"/>
            <a:ext cx="7918704" cy="1283709"/>
          </a:xfrm>
          <a:prstGeom prst="rect">
            <a:avLst/>
          </a:prstGeom>
          <a:noFill/>
          <a:ln w="12700" cap="sq">
            <a:solidFill>
              <a:schemeClr val="bg1"/>
            </a:solidFill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endParaRPr lang="en-GB" sz="1600" dirty="0" err="1">
              <a:solidFill>
                <a:schemeClr val="bg1"/>
              </a:solidFill>
            </a:endParaRPr>
          </a:p>
        </p:txBody>
      </p:sp>
      <p:sp>
        <p:nvSpPr>
          <p:cNvPr id="58" name="Title 57">
            <a:extLst>
              <a:ext uri="{FF2B5EF4-FFF2-40B4-BE49-F238E27FC236}">
                <a16:creationId xmlns:a16="http://schemas.microsoft.com/office/drawing/2014/main" id="{91693F35-8969-CA5B-A147-9A4B7B92687A}"/>
              </a:ext>
            </a:extLst>
          </p:cNvPr>
          <p:cNvSpPr txBox="1">
            <a:spLocks/>
          </p:cNvSpPr>
          <p:nvPr/>
        </p:nvSpPr>
        <p:spPr>
          <a:xfrm>
            <a:off x="554736" y="182372"/>
            <a:ext cx="7918704" cy="731520"/>
          </a:xfrm>
          <a:prstGeom prst="rect">
            <a:avLst/>
          </a:prstGeom>
        </p:spPr>
        <p:txBody>
          <a:bodyPr vert="horz" wrap="square" lIns="0" tIns="0" rIns="0" bIns="0" rtlCol="0" anchor="b" anchorCtr="0">
            <a:noAutofit/>
          </a:bodyPr>
          <a:lstStyle>
            <a:lvl1pPr algn="l" defTabSz="914400" rtl="0" eaLnBrk="1" latinLnBrk="0" hangingPunct="1">
              <a:lnSpc>
                <a:spcPct val="93000"/>
              </a:lnSpc>
              <a:spcBef>
                <a:spcPct val="0"/>
              </a:spcBef>
              <a:buNone/>
              <a:defRPr sz="2500" b="1" kern="1200" spc="0" baseline="0">
                <a:ln w="6350" cap="flat">
                  <a:noFill/>
                  <a:miter lim="800000"/>
                </a:ln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GB" dirty="0">
                <a:solidFill>
                  <a:schemeClr val="bg1"/>
                </a:solidFill>
              </a:rPr>
              <a:t>Introduction</a:t>
            </a:r>
            <a:r>
              <a:rPr lang="en-GB" i="1" dirty="0">
                <a:solidFill>
                  <a:schemeClr val="bg1"/>
                </a:solidFill>
              </a:rPr>
              <a:t>: </a:t>
            </a:r>
            <a:r>
              <a:rPr lang="en-GB" dirty="0">
                <a:solidFill>
                  <a:schemeClr val="bg1"/>
                </a:solidFill>
              </a:rPr>
              <a:t>LLMs are surprisingly bad at song parody generation</a:t>
            </a:r>
          </a:p>
        </p:txBody>
      </p:sp>
    </p:spTree>
    <p:extLst>
      <p:ext uri="{BB962C8B-B14F-4D97-AF65-F5344CB8AC3E}">
        <p14:creationId xmlns:p14="http://schemas.microsoft.com/office/powerpoint/2010/main" val="186559648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0B15506-4BD0-F9D6-FE75-E487F528BAD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571490" y="182372"/>
            <a:ext cx="5065776" cy="731520"/>
          </a:xfrm>
        </p:spPr>
        <p:txBody>
          <a:bodyPr/>
          <a:lstStyle/>
          <a:p>
            <a:r>
              <a:rPr lang="en-GB" dirty="0">
                <a:solidFill>
                  <a:schemeClr val="tx1"/>
                </a:solidFill>
              </a:rPr>
              <a:t>Related work: a timeline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C0C00830-B76B-CE4C-EFC4-F37DBD6BBD9C}"/>
              </a:ext>
            </a:extLst>
          </p:cNvPr>
          <p:cNvSpPr txBox="1"/>
          <p:nvPr/>
        </p:nvSpPr>
        <p:spPr>
          <a:xfrm>
            <a:off x="1446414" y="1563245"/>
            <a:ext cx="4174097" cy="72327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>
            <a:lvl1pPr lvl="0"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sz="1600">
                <a:cs typeface="Arial" panose="020B0604020202020204" pitchFamily="34" charset="0"/>
              </a:defRPr>
            </a:lvl1pPr>
            <a:lvl2pPr marL="228600" lvl="1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lvl="2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lvl="3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lvl="4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>
                <a:solidFill>
                  <a:schemeClr val="bg1"/>
                </a:solidFill>
              </a:rPr>
              <a:t>Lack of prosodic constraints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>
                <a:solidFill>
                  <a:schemeClr val="bg1"/>
                </a:solidFill>
              </a:rPr>
              <a:t>Lack of syllable &amp; phoneme tokenization</a:t>
            </a:r>
            <a:br>
              <a:rPr lang="en-US" sz="1400" dirty="0">
                <a:solidFill>
                  <a:schemeClr val="bg1"/>
                </a:solidFill>
              </a:rPr>
            </a:br>
            <a:endParaRPr lang="en-US" sz="1400" dirty="0">
              <a:solidFill>
                <a:schemeClr val="bg1"/>
              </a:solidFill>
            </a:endParaRPr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04E2DE3A-82FC-12E1-2C77-4632306DD518}"/>
              </a:ext>
            </a:extLst>
          </p:cNvPr>
          <p:cNvGrpSpPr/>
          <p:nvPr/>
        </p:nvGrpSpPr>
        <p:grpSpPr>
          <a:xfrm>
            <a:off x="580227" y="1347801"/>
            <a:ext cx="781397" cy="730244"/>
            <a:chOff x="580227" y="1347801"/>
            <a:chExt cx="781397" cy="730244"/>
          </a:xfrm>
        </p:grpSpPr>
        <p:pic>
          <p:nvPicPr>
            <p:cNvPr id="13" name="Graphic 12" descr="Brainstorm with solid fill">
              <a:extLst>
                <a:ext uri="{FF2B5EF4-FFF2-40B4-BE49-F238E27FC236}">
                  <a16:creationId xmlns:a16="http://schemas.microsoft.com/office/drawing/2014/main" id="{1A004E03-2F3E-C780-4F14-C10AB0184EEF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p:blipFill>
          <p:spPr>
            <a:xfrm flipH="1">
              <a:off x="686924" y="1563245"/>
              <a:ext cx="514800" cy="514800"/>
            </a:xfrm>
            <a:prstGeom prst="rect">
              <a:avLst/>
            </a:prstGeom>
          </p:spPr>
        </p:pic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12943E90-4899-65A4-81F3-945494EE6812}"/>
                </a:ext>
              </a:extLst>
            </p:cNvPr>
            <p:cNvSpPr txBox="1"/>
            <p:nvPr/>
          </p:nvSpPr>
          <p:spPr>
            <a:xfrm>
              <a:off x="580227" y="1347801"/>
              <a:ext cx="781397" cy="215444"/>
            </a:xfrm>
            <a:prstGeom prst="rect">
              <a:avLst/>
            </a:prstGeom>
          </p:spPr>
          <p:txBody>
            <a:bodyPr vert="horz" wrap="square" lIns="0" tIns="0" rIns="0" bIns="0" rtlCol="0">
              <a:spAutoFit/>
            </a:bodyPr>
            <a:lstStyle>
              <a:lvl1pPr lvl="0" indent="0">
                <a:lnSpc>
                  <a:spcPct val="100000"/>
                </a:lnSpc>
                <a:spcBef>
                  <a:spcPts val="300"/>
                </a:spcBef>
                <a:spcAft>
                  <a:spcPts val="300"/>
                </a:spcAft>
                <a:buFont typeface="Segoe UI" panose="020B0502040204020203" pitchFamily="34" charset="0"/>
                <a:buChar char="​"/>
                <a:defRPr sz="1600">
                  <a:cs typeface="Arial" panose="020B0604020202020204" pitchFamily="34" charset="0"/>
                </a:defRPr>
              </a:lvl1pPr>
              <a:lvl2pPr marL="228600" lvl="1" indent="-225425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Font typeface="Wingdings" panose="05000000000000000000" pitchFamily="2" charset="2"/>
                <a:buChar char=""/>
                <a:defRPr sz="1600">
                  <a:cs typeface="Arial" panose="020B0604020202020204" pitchFamily="34" charset="0"/>
                </a:defRPr>
              </a:lvl2pPr>
              <a:lvl3pPr marL="515938" lvl="2" indent="-287338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Font typeface="Arial" panose="020B0604020202020204" pitchFamily="34" charset="0"/>
                <a:buChar char="—"/>
                <a:defRPr sz="1600">
                  <a:cs typeface="Arial" panose="020B0604020202020204" pitchFamily="34" charset="0"/>
                </a:defRPr>
              </a:lvl3pPr>
              <a:lvl4pPr marL="742950" lvl="3" indent="-182563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Font typeface="Arial" panose="020B0604020202020204" pitchFamily="34" charset="0"/>
                <a:buChar char="»"/>
                <a:defRPr sz="1600">
                  <a:cs typeface="Arial" panose="020B0604020202020204" pitchFamily="34" charset="0"/>
                </a:defRPr>
              </a:lvl4pPr>
              <a:lvl5pPr marL="914400" lvl="4" indent="-136525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SzPct val="100000"/>
                <a:buFont typeface="Arial" panose="020B0604020202020204" pitchFamily="34" charset="0"/>
                <a:buChar char="›"/>
                <a:defRPr sz="1600">
                  <a:cs typeface="Arial" panose="020B0604020202020204" pitchFamily="34" charset="0"/>
                </a:defRPr>
              </a:lvl5pPr>
              <a:lvl6pPr marL="1085850" indent="-171450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SzPct val="100000"/>
                <a:buFont typeface="Arial" panose="020B0604020202020204" pitchFamily="34" charset="0"/>
                <a:buChar char="▫"/>
                <a:defRPr sz="1600">
                  <a:cs typeface="Arial" panose="020B0604020202020204" pitchFamily="34" charset="0"/>
                </a:defRPr>
              </a:lvl6pPr>
              <a:lvl7pPr marL="1085850" indent="-171450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SzPct val="100000"/>
                <a:buFont typeface="Arial" panose="020B0604020202020204" pitchFamily="34" charset="0"/>
                <a:buChar char="▫"/>
                <a:defRPr sz="1600">
                  <a:cs typeface="Arial" panose="020B0604020202020204" pitchFamily="34" charset="0"/>
                </a:defRPr>
              </a:lvl7pPr>
              <a:lvl8pPr marL="1085850" indent="-171450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SzPct val="100000"/>
                <a:buFont typeface="Arial" panose="020B0604020202020204" pitchFamily="34" charset="0"/>
                <a:buChar char="▫"/>
                <a:defRPr sz="1600">
                  <a:cs typeface="Arial" panose="020B0604020202020204" pitchFamily="34" charset="0"/>
                </a:defRPr>
              </a:lvl8pPr>
              <a:lvl9pPr marL="1085850" indent="-171450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SzPct val="100000"/>
                <a:buFont typeface="Arial" panose="020B0604020202020204" pitchFamily="34" charset="0"/>
                <a:buChar char="▫"/>
                <a:defRPr sz="1600">
                  <a:cs typeface="Arial" panose="020B0604020202020204" pitchFamily="34" charset="0"/>
                </a:defRPr>
              </a:lvl9pPr>
            </a:lstStyle>
            <a:p>
              <a:pPr>
                <a:buNone/>
              </a:pPr>
              <a:r>
                <a:rPr lang="en-US" sz="1400" b="1" dirty="0">
                  <a:solidFill>
                    <a:schemeClr val="bg1"/>
                  </a:solidFill>
                </a:rPr>
                <a:t>Problem</a:t>
              </a:r>
            </a:p>
          </p:txBody>
        </p:sp>
      </p:grpSp>
      <p:sp>
        <p:nvSpPr>
          <p:cNvPr id="15" name="TextBox 14">
            <a:extLst>
              <a:ext uri="{FF2B5EF4-FFF2-40B4-BE49-F238E27FC236}">
                <a16:creationId xmlns:a16="http://schemas.microsoft.com/office/drawing/2014/main" id="{B93F1C43-928E-DD95-82F0-D266A0945BD6}"/>
              </a:ext>
            </a:extLst>
          </p:cNvPr>
          <p:cNvSpPr txBox="1"/>
          <p:nvPr/>
        </p:nvSpPr>
        <p:spPr>
          <a:xfrm>
            <a:off x="1446415" y="2501964"/>
            <a:ext cx="4174097" cy="144655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>
            <a:lvl1pPr lvl="0"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sz="1600">
                <a:cs typeface="Arial" panose="020B0604020202020204" pitchFamily="34" charset="0"/>
              </a:defRPr>
            </a:lvl1pPr>
            <a:lvl2pPr marL="228600" lvl="1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lvl="2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lvl="3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lvl="4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>
                <a:solidFill>
                  <a:schemeClr val="bg1"/>
                </a:solidFill>
              </a:rPr>
              <a:t>Finetune model– GPT-2 – on dataset of poetry and lyrics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>
                <a:solidFill>
                  <a:schemeClr val="bg1"/>
                </a:solidFill>
              </a:rPr>
              <a:t>Augment pre-existing dataset with generated data constrained by rhyme and rhythm rules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>
                <a:solidFill>
                  <a:schemeClr val="bg1"/>
                </a:solidFill>
              </a:rPr>
              <a:t>Aim: yield text that observes prosodic rules without explicit reference</a:t>
            </a:r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C1C62792-1A49-DB5F-49AA-8BC658CEB073}"/>
              </a:ext>
            </a:extLst>
          </p:cNvPr>
          <p:cNvGrpSpPr/>
          <p:nvPr/>
        </p:nvGrpSpPr>
        <p:grpSpPr>
          <a:xfrm>
            <a:off x="580227" y="2286520"/>
            <a:ext cx="781397" cy="723275"/>
            <a:chOff x="580227" y="2286520"/>
            <a:chExt cx="781397" cy="723275"/>
          </a:xfrm>
        </p:grpSpPr>
        <p:sp>
          <p:nvSpPr>
            <p:cNvPr id="17" name="TextBox 16">
              <a:extLst>
                <a:ext uri="{FF2B5EF4-FFF2-40B4-BE49-F238E27FC236}">
                  <a16:creationId xmlns:a16="http://schemas.microsoft.com/office/drawing/2014/main" id="{7C64A1F9-47CB-25BE-6431-44B0B791FB4F}"/>
                </a:ext>
              </a:extLst>
            </p:cNvPr>
            <p:cNvSpPr txBox="1"/>
            <p:nvPr/>
          </p:nvSpPr>
          <p:spPr>
            <a:xfrm>
              <a:off x="580227" y="2286520"/>
              <a:ext cx="781397" cy="215444"/>
            </a:xfrm>
            <a:prstGeom prst="rect">
              <a:avLst/>
            </a:prstGeom>
          </p:spPr>
          <p:txBody>
            <a:bodyPr vert="horz" wrap="square" lIns="0" tIns="0" rIns="0" bIns="0" rtlCol="0">
              <a:spAutoFit/>
            </a:bodyPr>
            <a:lstStyle>
              <a:lvl1pPr lvl="0" indent="0">
                <a:lnSpc>
                  <a:spcPct val="100000"/>
                </a:lnSpc>
                <a:spcBef>
                  <a:spcPts val="300"/>
                </a:spcBef>
                <a:spcAft>
                  <a:spcPts val="300"/>
                </a:spcAft>
                <a:buFont typeface="Segoe UI" panose="020B0502040204020203" pitchFamily="34" charset="0"/>
                <a:buChar char="​"/>
                <a:defRPr sz="1600">
                  <a:cs typeface="Arial" panose="020B0604020202020204" pitchFamily="34" charset="0"/>
                </a:defRPr>
              </a:lvl1pPr>
              <a:lvl2pPr marL="228600" lvl="1" indent="-225425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Font typeface="Wingdings" panose="05000000000000000000" pitchFamily="2" charset="2"/>
                <a:buChar char=""/>
                <a:defRPr sz="1600">
                  <a:cs typeface="Arial" panose="020B0604020202020204" pitchFamily="34" charset="0"/>
                </a:defRPr>
              </a:lvl2pPr>
              <a:lvl3pPr marL="515938" lvl="2" indent="-287338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Font typeface="Arial" panose="020B0604020202020204" pitchFamily="34" charset="0"/>
                <a:buChar char="—"/>
                <a:defRPr sz="1600">
                  <a:cs typeface="Arial" panose="020B0604020202020204" pitchFamily="34" charset="0"/>
                </a:defRPr>
              </a:lvl3pPr>
              <a:lvl4pPr marL="742950" lvl="3" indent="-182563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Font typeface="Arial" panose="020B0604020202020204" pitchFamily="34" charset="0"/>
                <a:buChar char="»"/>
                <a:defRPr sz="1600">
                  <a:cs typeface="Arial" panose="020B0604020202020204" pitchFamily="34" charset="0"/>
                </a:defRPr>
              </a:lvl4pPr>
              <a:lvl5pPr marL="914400" lvl="4" indent="-136525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SzPct val="100000"/>
                <a:buFont typeface="Arial" panose="020B0604020202020204" pitchFamily="34" charset="0"/>
                <a:buChar char="›"/>
                <a:defRPr sz="1600">
                  <a:cs typeface="Arial" panose="020B0604020202020204" pitchFamily="34" charset="0"/>
                </a:defRPr>
              </a:lvl5pPr>
              <a:lvl6pPr marL="1085850" indent="-171450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SzPct val="100000"/>
                <a:buFont typeface="Arial" panose="020B0604020202020204" pitchFamily="34" charset="0"/>
                <a:buChar char="▫"/>
                <a:defRPr sz="1600">
                  <a:cs typeface="Arial" panose="020B0604020202020204" pitchFamily="34" charset="0"/>
                </a:defRPr>
              </a:lvl6pPr>
              <a:lvl7pPr marL="1085850" indent="-171450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SzPct val="100000"/>
                <a:buFont typeface="Arial" panose="020B0604020202020204" pitchFamily="34" charset="0"/>
                <a:buChar char="▫"/>
                <a:defRPr sz="1600">
                  <a:cs typeface="Arial" panose="020B0604020202020204" pitchFamily="34" charset="0"/>
                </a:defRPr>
              </a:lvl7pPr>
              <a:lvl8pPr marL="1085850" indent="-171450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SzPct val="100000"/>
                <a:buFont typeface="Arial" panose="020B0604020202020204" pitchFamily="34" charset="0"/>
                <a:buChar char="▫"/>
                <a:defRPr sz="1600">
                  <a:cs typeface="Arial" panose="020B0604020202020204" pitchFamily="34" charset="0"/>
                </a:defRPr>
              </a:lvl8pPr>
              <a:lvl9pPr marL="1085850" indent="-171450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SzPct val="100000"/>
                <a:buFont typeface="Arial" panose="020B0604020202020204" pitchFamily="34" charset="0"/>
                <a:buChar char="▫"/>
                <a:defRPr sz="1600">
                  <a:cs typeface="Arial" panose="020B0604020202020204" pitchFamily="34" charset="0"/>
                </a:defRPr>
              </a:lvl9pPr>
            </a:lstStyle>
            <a:p>
              <a:pPr>
                <a:buNone/>
              </a:pPr>
              <a:r>
                <a:rPr lang="en-US" sz="1400" b="1" dirty="0">
                  <a:solidFill>
                    <a:schemeClr val="bg1"/>
                  </a:solidFill>
                </a:rPr>
                <a:t>Solution</a:t>
              </a:r>
            </a:p>
          </p:txBody>
        </p:sp>
        <p:pic>
          <p:nvPicPr>
            <p:cNvPr id="20" name="Graphic 19" descr="Good Idea outline">
              <a:extLst>
                <a:ext uri="{FF2B5EF4-FFF2-40B4-BE49-F238E27FC236}">
                  <a16:creationId xmlns:a16="http://schemas.microsoft.com/office/drawing/2014/main" id="{0EB5511F-BB6F-03CE-AC43-A978FE7B15CF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 flipH="1">
              <a:off x="686924" y="2494995"/>
              <a:ext cx="514800" cy="514800"/>
            </a:xfrm>
            <a:prstGeom prst="rect">
              <a:avLst/>
            </a:prstGeom>
          </p:spPr>
        </p:pic>
      </p:grpSp>
      <p:grpSp>
        <p:nvGrpSpPr>
          <p:cNvPr id="6" name="Group 5">
            <a:extLst>
              <a:ext uri="{FF2B5EF4-FFF2-40B4-BE49-F238E27FC236}">
                <a16:creationId xmlns:a16="http://schemas.microsoft.com/office/drawing/2014/main" id="{591233F8-52E1-B4EA-4128-3A234247DE22}"/>
              </a:ext>
            </a:extLst>
          </p:cNvPr>
          <p:cNvGrpSpPr/>
          <p:nvPr/>
        </p:nvGrpSpPr>
        <p:grpSpPr>
          <a:xfrm>
            <a:off x="580227" y="4330934"/>
            <a:ext cx="5040284" cy="1296786"/>
            <a:chOff x="580227" y="4330934"/>
            <a:chExt cx="5040284" cy="1296786"/>
          </a:xfrm>
        </p:grpSpPr>
        <p:sp>
          <p:nvSpPr>
            <p:cNvPr id="21" name="Rectangle 20">
              <a:extLst>
                <a:ext uri="{FF2B5EF4-FFF2-40B4-BE49-F238E27FC236}">
                  <a16:creationId xmlns:a16="http://schemas.microsoft.com/office/drawing/2014/main" id="{D217DB56-81F7-32BA-D4BB-E26942D0B50A}"/>
                </a:ext>
              </a:extLst>
            </p:cNvPr>
            <p:cNvSpPr/>
            <p:nvPr/>
          </p:nvSpPr>
          <p:spPr>
            <a:xfrm>
              <a:off x="580227" y="4330934"/>
              <a:ext cx="5040284" cy="1296786"/>
            </a:xfrm>
            <a:prstGeom prst="rect">
              <a:avLst/>
            </a:prstGeom>
            <a:noFill/>
            <a:ln w="6350" cap="sq">
              <a:solidFill>
                <a:schemeClr val="bg1"/>
              </a:solidFill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endParaRPr lang="en-GB" sz="1600" dirty="0" err="1">
                <a:solidFill>
                  <a:schemeClr val="bg1"/>
                </a:solidFill>
              </a:endParaRPr>
            </a:p>
          </p:txBody>
        </p:sp>
        <p:sp>
          <p:nvSpPr>
            <p:cNvPr id="22" name="TextBox 21">
              <a:extLst>
                <a:ext uri="{FF2B5EF4-FFF2-40B4-BE49-F238E27FC236}">
                  <a16:creationId xmlns:a16="http://schemas.microsoft.com/office/drawing/2014/main" id="{136B6A0D-FC21-3FB7-3BDC-15297D6AE5E8}"/>
                </a:ext>
              </a:extLst>
            </p:cNvPr>
            <p:cNvSpPr txBox="1"/>
            <p:nvPr/>
          </p:nvSpPr>
          <p:spPr>
            <a:xfrm>
              <a:off x="686924" y="4413544"/>
              <a:ext cx="4174097" cy="215444"/>
            </a:xfrm>
            <a:prstGeom prst="rect">
              <a:avLst/>
            </a:prstGeom>
          </p:spPr>
          <p:txBody>
            <a:bodyPr vert="horz" wrap="square" lIns="0" tIns="0" rIns="0" bIns="0" rtlCol="0">
              <a:spAutoFit/>
            </a:bodyPr>
            <a:lstStyle>
              <a:lvl1pPr lvl="0" indent="0">
                <a:lnSpc>
                  <a:spcPct val="100000"/>
                </a:lnSpc>
                <a:spcBef>
                  <a:spcPts val="300"/>
                </a:spcBef>
                <a:spcAft>
                  <a:spcPts val="300"/>
                </a:spcAft>
                <a:buFont typeface="Segoe UI" panose="020B0502040204020203" pitchFamily="34" charset="0"/>
                <a:buChar char="​"/>
                <a:defRPr sz="1600">
                  <a:cs typeface="Arial" panose="020B0604020202020204" pitchFamily="34" charset="0"/>
                </a:defRPr>
              </a:lvl1pPr>
              <a:lvl2pPr marL="228600" lvl="1" indent="-225425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Font typeface="Wingdings" panose="05000000000000000000" pitchFamily="2" charset="2"/>
                <a:buChar char=""/>
                <a:defRPr sz="1600">
                  <a:cs typeface="Arial" panose="020B0604020202020204" pitchFamily="34" charset="0"/>
                </a:defRPr>
              </a:lvl2pPr>
              <a:lvl3pPr marL="515938" lvl="2" indent="-287338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Font typeface="Arial" panose="020B0604020202020204" pitchFamily="34" charset="0"/>
                <a:buChar char="—"/>
                <a:defRPr sz="1600">
                  <a:cs typeface="Arial" panose="020B0604020202020204" pitchFamily="34" charset="0"/>
                </a:defRPr>
              </a:lvl3pPr>
              <a:lvl4pPr marL="742950" lvl="3" indent="-182563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Font typeface="Arial" panose="020B0604020202020204" pitchFamily="34" charset="0"/>
                <a:buChar char="»"/>
                <a:defRPr sz="1600">
                  <a:cs typeface="Arial" panose="020B0604020202020204" pitchFamily="34" charset="0"/>
                </a:defRPr>
              </a:lvl4pPr>
              <a:lvl5pPr marL="914400" lvl="4" indent="-136525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SzPct val="100000"/>
                <a:buFont typeface="Arial" panose="020B0604020202020204" pitchFamily="34" charset="0"/>
                <a:buChar char="›"/>
                <a:defRPr sz="1600">
                  <a:cs typeface="Arial" panose="020B0604020202020204" pitchFamily="34" charset="0"/>
                </a:defRPr>
              </a:lvl5pPr>
              <a:lvl6pPr marL="1085850" indent="-171450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SzPct val="100000"/>
                <a:buFont typeface="Arial" panose="020B0604020202020204" pitchFamily="34" charset="0"/>
                <a:buChar char="▫"/>
                <a:defRPr sz="1600">
                  <a:cs typeface="Arial" panose="020B0604020202020204" pitchFamily="34" charset="0"/>
                </a:defRPr>
              </a:lvl6pPr>
              <a:lvl7pPr marL="1085850" indent="-171450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SzPct val="100000"/>
                <a:buFont typeface="Arial" panose="020B0604020202020204" pitchFamily="34" charset="0"/>
                <a:buChar char="▫"/>
                <a:defRPr sz="1600">
                  <a:cs typeface="Arial" panose="020B0604020202020204" pitchFamily="34" charset="0"/>
                </a:defRPr>
              </a:lvl7pPr>
              <a:lvl8pPr marL="1085850" indent="-171450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SzPct val="100000"/>
                <a:buFont typeface="Arial" panose="020B0604020202020204" pitchFamily="34" charset="0"/>
                <a:buChar char="▫"/>
                <a:defRPr sz="1600">
                  <a:cs typeface="Arial" panose="020B0604020202020204" pitchFamily="34" charset="0"/>
                </a:defRPr>
              </a:lvl8pPr>
              <a:lvl9pPr marL="1085850" indent="-171450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SzPct val="100000"/>
                <a:buFont typeface="Arial" panose="020B0604020202020204" pitchFamily="34" charset="0"/>
                <a:buChar char="▫"/>
                <a:defRPr sz="1600">
                  <a:cs typeface="Arial" panose="020B0604020202020204" pitchFamily="34" charset="0"/>
                </a:defRPr>
              </a:lvl9pPr>
            </a:lstStyle>
            <a:p>
              <a:pPr>
                <a:buNone/>
              </a:pPr>
              <a:r>
                <a:rPr lang="en-US" sz="1400" b="1" dirty="0">
                  <a:solidFill>
                    <a:schemeClr val="bg1"/>
                  </a:solidFill>
                </a:rPr>
                <a:t>Prompting the mockingbird</a:t>
              </a:r>
            </a:p>
          </p:txBody>
        </p:sp>
        <p:sp>
          <p:nvSpPr>
            <p:cNvPr id="23" name="TextBox 22">
              <a:extLst>
                <a:ext uri="{FF2B5EF4-FFF2-40B4-BE49-F238E27FC236}">
                  <a16:creationId xmlns:a16="http://schemas.microsoft.com/office/drawing/2014/main" id="{5E851E83-A4A4-FCD1-EB7E-2A5816BBFCFA}"/>
                </a:ext>
              </a:extLst>
            </p:cNvPr>
            <p:cNvSpPr txBox="1"/>
            <p:nvPr/>
          </p:nvSpPr>
          <p:spPr>
            <a:xfrm>
              <a:off x="686924" y="4735915"/>
              <a:ext cx="4852956" cy="800219"/>
            </a:xfrm>
            <a:prstGeom prst="rect">
              <a:avLst/>
            </a:prstGeom>
          </p:spPr>
          <p:txBody>
            <a:bodyPr vert="horz" wrap="square" lIns="0" tIns="0" rIns="0" bIns="0" rtlCol="0">
              <a:spAutoFit/>
            </a:bodyPr>
            <a:lstStyle>
              <a:lvl1pPr lvl="0" indent="0">
                <a:lnSpc>
                  <a:spcPct val="100000"/>
                </a:lnSpc>
                <a:spcBef>
                  <a:spcPts val="300"/>
                </a:spcBef>
                <a:spcAft>
                  <a:spcPts val="300"/>
                </a:spcAft>
                <a:buFont typeface="Segoe UI" panose="020B0502040204020203" pitchFamily="34" charset="0"/>
                <a:buChar char="​"/>
                <a:defRPr sz="1600">
                  <a:cs typeface="Arial" panose="020B0604020202020204" pitchFamily="34" charset="0"/>
                </a:defRPr>
              </a:lvl1pPr>
              <a:lvl2pPr marL="228600" lvl="1" indent="-225425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Font typeface="Wingdings" panose="05000000000000000000" pitchFamily="2" charset="2"/>
                <a:buChar char=""/>
                <a:defRPr sz="1600">
                  <a:cs typeface="Arial" panose="020B0604020202020204" pitchFamily="34" charset="0"/>
                </a:defRPr>
              </a:lvl2pPr>
              <a:lvl3pPr marL="515938" lvl="2" indent="-287338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Font typeface="Arial" panose="020B0604020202020204" pitchFamily="34" charset="0"/>
                <a:buChar char="—"/>
                <a:defRPr sz="1600">
                  <a:cs typeface="Arial" panose="020B0604020202020204" pitchFamily="34" charset="0"/>
                </a:defRPr>
              </a:lvl3pPr>
              <a:lvl4pPr marL="742950" lvl="3" indent="-182563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Font typeface="Arial" panose="020B0604020202020204" pitchFamily="34" charset="0"/>
                <a:buChar char="»"/>
                <a:defRPr sz="1600">
                  <a:cs typeface="Arial" panose="020B0604020202020204" pitchFamily="34" charset="0"/>
                </a:defRPr>
              </a:lvl4pPr>
              <a:lvl5pPr marL="914400" lvl="4" indent="-136525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SzPct val="100000"/>
                <a:buFont typeface="Arial" panose="020B0604020202020204" pitchFamily="34" charset="0"/>
                <a:buChar char="›"/>
                <a:defRPr sz="1600">
                  <a:cs typeface="Arial" panose="020B0604020202020204" pitchFamily="34" charset="0"/>
                </a:defRPr>
              </a:lvl5pPr>
              <a:lvl6pPr marL="1085850" indent="-171450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SzPct val="100000"/>
                <a:buFont typeface="Arial" panose="020B0604020202020204" pitchFamily="34" charset="0"/>
                <a:buChar char="▫"/>
                <a:defRPr sz="1600">
                  <a:cs typeface="Arial" panose="020B0604020202020204" pitchFamily="34" charset="0"/>
                </a:defRPr>
              </a:lvl6pPr>
              <a:lvl7pPr marL="1085850" indent="-171450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SzPct val="100000"/>
                <a:buFont typeface="Arial" panose="020B0604020202020204" pitchFamily="34" charset="0"/>
                <a:buChar char="▫"/>
                <a:defRPr sz="1600">
                  <a:cs typeface="Arial" panose="020B0604020202020204" pitchFamily="34" charset="0"/>
                </a:defRPr>
              </a:lvl7pPr>
              <a:lvl8pPr marL="1085850" indent="-171450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SzPct val="100000"/>
                <a:buFont typeface="Arial" panose="020B0604020202020204" pitchFamily="34" charset="0"/>
                <a:buChar char="▫"/>
                <a:defRPr sz="1600">
                  <a:cs typeface="Arial" panose="020B0604020202020204" pitchFamily="34" charset="0"/>
                </a:defRPr>
              </a:lvl8pPr>
              <a:lvl9pPr marL="1085850" indent="-171450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SzPct val="100000"/>
                <a:buFont typeface="Arial" panose="020B0604020202020204" pitchFamily="34" charset="0"/>
                <a:buChar char="▫"/>
                <a:defRPr sz="1600">
                  <a:cs typeface="Arial" panose="020B0604020202020204" pitchFamily="34" charset="0"/>
                </a:defRPr>
              </a:lvl9pPr>
            </a:lstStyle>
            <a:p>
              <a:pPr>
                <a:buNone/>
              </a:pPr>
              <a:r>
                <a:rPr lang="en-US" sz="1400" dirty="0">
                  <a:solidFill>
                    <a:schemeClr val="bg1"/>
                  </a:solidFill>
                </a:rPr>
                <a:t>Input</a:t>
              </a:r>
            </a:p>
            <a:p>
              <a:pPr marL="342900" indent="-342900">
                <a:buAutoNum type="arabicPeriod"/>
              </a:pPr>
              <a:r>
                <a:rPr lang="en-US" sz="1400" dirty="0">
                  <a:solidFill>
                    <a:schemeClr val="bg1"/>
                  </a:solidFill>
                </a:rPr>
                <a:t>Original stanza</a:t>
              </a:r>
            </a:p>
            <a:p>
              <a:pPr marL="342900" indent="-342900">
                <a:buAutoNum type="arabicPeriod"/>
              </a:pPr>
              <a:r>
                <a:rPr lang="en-US" sz="1400" dirty="0">
                  <a:solidFill>
                    <a:schemeClr val="bg1"/>
                  </a:solidFill>
                </a:rPr>
                <a:t>Particular theme (e.g., NF, mathematics, Star Wars)</a:t>
              </a:r>
            </a:p>
          </p:txBody>
        </p:sp>
      </p:grpSp>
      <p:sp>
        <p:nvSpPr>
          <p:cNvPr id="24" name="TextBox 23">
            <a:extLst>
              <a:ext uri="{FF2B5EF4-FFF2-40B4-BE49-F238E27FC236}">
                <a16:creationId xmlns:a16="http://schemas.microsoft.com/office/drawing/2014/main" id="{2F0CD26D-D4EF-483B-3C1D-C5F1CD4B69B6}"/>
              </a:ext>
            </a:extLst>
          </p:cNvPr>
          <p:cNvSpPr txBox="1"/>
          <p:nvPr/>
        </p:nvSpPr>
        <p:spPr>
          <a:xfrm>
            <a:off x="7597832" y="1347801"/>
            <a:ext cx="4039433" cy="64633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>
            <a:lvl1pPr lvl="0"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sz="1600">
                <a:cs typeface="Arial" panose="020B0604020202020204" pitchFamily="34" charset="0"/>
              </a:defRPr>
            </a:lvl1pPr>
            <a:lvl2pPr marL="228600" lvl="1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lvl="2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lvl="3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lvl="4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pPr>
              <a:buNone/>
            </a:pPr>
            <a:r>
              <a:rPr lang="en-US" sz="1400" dirty="0"/>
              <a:t>Riedl generates parody lyrics via </a:t>
            </a:r>
            <a:r>
              <a:rPr lang="en-US" sz="1400" b="1" dirty="0"/>
              <a:t>GPT-2 plus post-hoc filtering</a:t>
            </a:r>
            <a:r>
              <a:rPr lang="en-US" sz="1400" dirty="0"/>
              <a:t> using rhyming dictionaries and hand-crafted English syntax rules</a:t>
            </a:r>
          </a:p>
        </p:txBody>
      </p:sp>
      <p:grpSp>
        <p:nvGrpSpPr>
          <p:cNvPr id="32" name="Group 31">
            <a:extLst>
              <a:ext uri="{FF2B5EF4-FFF2-40B4-BE49-F238E27FC236}">
                <a16:creationId xmlns:a16="http://schemas.microsoft.com/office/drawing/2014/main" id="{F6F4BCE3-0CD0-A33B-3D3A-7515CFD667B6}"/>
              </a:ext>
            </a:extLst>
          </p:cNvPr>
          <p:cNvGrpSpPr/>
          <p:nvPr/>
        </p:nvGrpSpPr>
        <p:grpSpPr>
          <a:xfrm>
            <a:off x="6714429" y="1362507"/>
            <a:ext cx="723503" cy="723503"/>
            <a:chOff x="7347115" y="3067049"/>
            <a:chExt cx="723503" cy="723503"/>
          </a:xfrm>
        </p:grpSpPr>
        <p:sp>
          <p:nvSpPr>
            <p:cNvPr id="28" name="Free-form: Shape 27">
              <a:extLst>
                <a:ext uri="{FF2B5EF4-FFF2-40B4-BE49-F238E27FC236}">
                  <a16:creationId xmlns:a16="http://schemas.microsoft.com/office/drawing/2014/main" id="{C32DAA54-924E-2E39-6C17-B2C0F827EAFB}"/>
                </a:ext>
              </a:extLst>
            </p:cNvPr>
            <p:cNvSpPr/>
            <p:nvPr/>
          </p:nvSpPr>
          <p:spPr>
            <a:xfrm>
              <a:off x="7347115" y="3067049"/>
              <a:ext cx="723503" cy="723503"/>
            </a:xfrm>
            <a:custGeom>
              <a:avLst/>
              <a:gdLst>
                <a:gd name="connsiteX0" fmla="*/ 361753 w 723503"/>
                <a:gd name="connsiteY0" fmla="*/ 19050 h 723503"/>
                <a:gd name="connsiteX1" fmla="*/ 704455 w 723503"/>
                <a:gd name="connsiteY1" fmla="*/ 361752 h 723503"/>
                <a:gd name="connsiteX2" fmla="*/ 361753 w 723503"/>
                <a:gd name="connsiteY2" fmla="*/ 704454 h 723503"/>
                <a:gd name="connsiteX3" fmla="*/ 19051 w 723503"/>
                <a:gd name="connsiteY3" fmla="*/ 361752 h 723503"/>
                <a:gd name="connsiteX4" fmla="*/ 361753 w 723503"/>
                <a:gd name="connsiteY4" fmla="*/ 19052 h 723503"/>
                <a:gd name="connsiteX5" fmla="*/ 361753 w 723503"/>
                <a:gd name="connsiteY5" fmla="*/ 0 h 723503"/>
                <a:gd name="connsiteX6" fmla="*/ 0 w 723503"/>
                <a:gd name="connsiteY6" fmla="*/ 361751 h 723503"/>
                <a:gd name="connsiteX7" fmla="*/ 361751 w 723503"/>
                <a:gd name="connsiteY7" fmla="*/ 723504 h 723503"/>
                <a:gd name="connsiteX8" fmla="*/ 723504 w 723503"/>
                <a:gd name="connsiteY8" fmla="*/ 361753 h 723503"/>
                <a:gd name="connsiteX9" fmla="*/ 362076 w 723503"/>
                <a:gd name="connsiteY9" fmla="*/ 3 h 723503"/>
                <a:gd name="connsiteX10" fmla="*/ 361753 w 723503"/>
                <a:gd name="connsiteY10" fmla="*/ 3 h 72350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723503" h="723503">
                  <a:moveTo>
                    <a:pt x="361753" y="19050"/>
                  </a:moveTo>
                  <a:cubicBezTo>
                    <a:pt x="551022" y="19050"/>
                    <a:pt x="704455" y="172483"/>
                    <a:pt x="704455" y="361752"/>
                  </a:cubicBezTo>
                  <a:cubicBezTo>
                    <a:pt x="704455" y="551021"/>
                    <a:pt x="551022" y="704454"/>
                    <a:pt x="361753" y="704454"/>
                  </a:cubicBezTo>
                  <a:cubicBezTo>
                    <a:pt x="172483" y="704454"/>
                    <a:pt x="19051" y="551021"/>
                    <a:pt x="19051" y="361752"/>
                  </a:cubicBezTo>
                  <a:cubicBezTo>
                    <a:pt x="19266" y="172572"/>
                    <a:pt x="172573" y="19266"/>
                    <a:pt x="361753" y="19052"/>
                  </a:cubicBezTo>
                  <a:moveTo>
                    <a:pt x="361753" y="0"/>
                  </a:moveTo>
                  <a:cubicBezTo>
                    <a:pt x="161963" y="-1"/>
                    <a:pt x="1" y="161961"/>
                    <a:pt x="0" y="361751"/>
                  </a:cubicBezTo>
                  <a:cubicBezTo>
                    <a:pt x="-1" y="561541"/>
                    <a:pt x="161961" y="723503"/>
                    <a:pt x="361751" y="723504"/>
                  </a:cubicBezTo>
                  <a:cubicBezTo>
                    <a:pt x="561541" y="723505"/>
                    <a:pt x="723503" y="561543"/>
                    <a:pt x="723504" y="361753"/>
                  </a:cubicBezTo>
                  <a:cubicBezTo>
                    <a:pt x="723592" y="162053"/>
                    <a:pt x="561776" y="91"/>
                    <a:pt x="362076" y="3"/>
                  </a:cubicBezTo>
                  <a:cubicBezTo>
                    <a:pt x="361968" y="3"/>
                    <a:pt x="361860" y="3"/>
                    <a:pt x="361753" y="3"/>
                  </a:cubicBezTo>
                  <a:close/>
                </a:path>
              </a:pathLst>
            </a:custGeom>
            <a:solidFill>
              <a:schemeClr val="tx1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31" name="TextBox 30">
              <a:extLst>
                <a:ext uri="{FF2B5EF4-FFF2-40B4-BE49-F238E27FC236}">
                  <a16:creationId xmlns:a16="http://schemas.microsoft.com/office/drawing/2014/main" id="{E2460D38-512F-A69F-4953-78B81473A4C2}"/>
                </a:ext>
              </a:extLst>
            </p:cNvPr>
            <p:cNvSpPr txBox="1"/>
            <p:nvPr/>
          </p:nvSpPr>
          <p:spPr>
            <a:xfrm>
              <a:off x="7347262" y="3237992"/>
              <a:ext cx="723208" cy="369332"/>
            </a:xfrm>
            <a:prstGeom prst="rect">
              <a:avLst/>
            </a:prstGeom>
            <a:noFill/>
            <a:ln w="6350">
              <a:noFill/>
              <a:miter lim="800000"/>
            </a:ln>
          </p:spPr>
          <p:txBody>
            <a:bodyPr wrap="square">
              <a:spAutoFit/>
            </a:bodyPr>
            <a:lstStyle/>
            <a:p>
              <a:pPr algn="ctr"/>
              <a:r>
                <a:rPr lang="en-GB" dirty="0"/>
                <a:t>2020</a:t>
              </a:r>
            </a:p>
          </p:txBody>
        </p:sp>
      </p:grpSp>
      <p:sp>
        <p:nvSpPr>
          <p:cNvPr id="33" name="TextBox 32">
            <a:extLst>
              <a:ext uri="{FF2B5EF4-FFF2-40B4-BE49-F238E27FC236}">
                <a16:creationId xmlns:a16="http://schemas.microsoft.com/office/drawing/2014/main" id="{91B381F2-D086-0557-51D8-3C8B7AC82DA6}"/>
              </a:ext>
            </a:extLst>
          </p:cNvPr>
          <p:cNvSpPr txBox="1"/>
          <p:nvPr/>
        </p:nvSpPr>
        <p:spPr>
          <a:xfrm>
            <a:off x="7597832" y="3009690"/>
            <a:ext cx="4039433" cy="64633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>
            <a:lvl1pPr lvl="0"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sz="1600">
                <a:cs typeface="Arial" panose="020B0604020202020204" pitchFamily="34" charset="0"/>
              </a:defRPr>
            </a:lvl1pPr>
            <a:lvl2pPr marL="228600" lvl="1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lvl="2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lvl="3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lvl="4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pPr>
              <a:buNone/>
            </a:pPr>
            <a:r>
              <a:rPr lang="en-US" sz="1400" dirty="0"/>
              <a:t>Melody-to-Lyrics models (Tian, Zhao, Chae) that generate </a:t>
            </a:r>
            <a:r>
              <a:rPr lang="en-GB" sz="1400" dirty="0"/>
              <a:t>lyrics given an input melody or a song form structure</a:t>
            </a:r>
            <a:endParaRPr lang="en-US" sz="1400" b="1" dirty="0"/>
          </a:p>
        </p:txBody>
      </p:sp>
      <p:grpSp>
        <p:nvGrpSpPr>
          <p:cNvPr id="34" name="Group 33">
            <a:extLst>
              <a:ext uri="{FF2B5EF4-FFF2-40B4-BE49-F238E27FC236}">
                <a16:creationId xmlns:a16="http://schemas.microsoft.com/office/drawing/2014/main" id="{DD51AEFF-1EF6-5CA9-2B8C-932B71702606}"/>
              </a:ext>
            </a:extLst>
          </p:cNvPr>
          <p:cNvGrpSpPr/>
          <p:nvPr/>
        </p:nvGrpSpPr>
        <p:grpSpPr>
          <a:xfrm>
            <a:off x="6714429" y="2558775"/>
            <a:ext cx="723503" cy="723503"/>
            <a:chOff x="7347115" y="3067049"/>
            <a:chExt cx="723503" cy="723503"/>
          </a:xfrm>
        </p:grpSpPr>
        <p:sp>
          <p:nvSpPr>
            <p:cNvPr id="35" name="Free-form: Shape 34">
              <a:extLst>
                <a:ext uri="{FF2B5EF4-FFF2-40B4-BE49-F238E27FC236}">
                  <a16:creationId xmlns:a16="http://schemas.microsoft.com/office/drawing/2014/main" id="{3BB81275-3E8E-38D8-6A6A-A54C4462C9B3}"/>
                </a:ext>
              </a:extLst>
            </p:cNvPr>
            <p:cNvSpPr/>
            <p:nvPr/>
          </p:nvSpPr>
          <p:spPr>
            <a:xfrm>
              <a:off x="7347115" y="3067049"/>
              <a:ext cx="723503" cy="723503"/>
            </a:xfrm>
            <a:custGeom>
              <a:avLst/>
              <a:gdLst>
                <a:gd name="connsiteX0" fmla="*/ 361753 w 723503"/>
                <a:gd name="connsiteY0" fmla="*/ 19050 h 723503"/>
                <a:gd name="connsiteX1" fmla="*/ 704455 w 723503"/>
                <a:gd name="connsiteY1" fmla="*/ 361752 h 723503"/>
                <a:gd name="connsiteX2" fmla="*/ 361753 w 723503"/>
                <a:gd name="connsiteY2" fmla="*/ 704454 h 723503"/>
                <a:gd name="connsiteX3" fmla="*/ 19051 w 723503"/>
                <a:gd name="connsiteY3" fmla="*/ 361752 h 723503"/>
                <a:gd name="connsiteX4" fmla="*/ 361753 w 723503"/>
                <a:gd name="connsiteY4" fmla="*/ 19052 h 723503"/>
                <a:gd name="connsiteX5" fmla="*/ 361753 w 723503"/>
                <a:gd name="connsiteY5" fmla="*/ 0 h 723503"/>
                <a:gd name="connsiteX6" fmla="*/ 0 w 723503"/>
                <a:gd name="connsiteY6" fmla="*/ 361751 h 723503"/>
                <a:gd name="connsiteX7" fmla="*/ 361751 w 723503"/>
                <a:gd name="connsiteY7" fmla="*/ 723504 h 723503"/>
                <a:gd name="connsiteX8" fmla="*/ 723504 w 723503"/>
                <a:gd name="connsiteY8" fmla="*/ 361753 h 723503"/>
                <a:gd name="connsiteX9" fmla="*/ 362076 w 723503"/>
                <a:gd name="connsiteY9" fmla="*/ 3 h 723503"/>
                <a:gd name="connsiteX10" fmla="*/ 361753 w 723503"/>
                <a:gd name="connsiteY10" fmla="*/ 3 h 72350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723503" h="723503">
                  <a:moveTo>
                    <a:pt x="361753" y="19050"/>
                  </a:moveTo>
                  <a:cubicBezTo>
                    <a:pt x="551022" y="19050"/>
                    <a:pt x="704455" y="172483"/>
                    <a:pt x="704455" y="361752"/>
                  </a:cubicBezTo>
                  <a:cubicBezTo>
                    <a:pt x="704455" y="551021"/>
                    <a:pt x="551022" y="704454"/>
                    <a:pt x="361753" y="704454"/>
                  </a:cubicBezTo>
                  <a:cubicBezTo>
                    <a:pt x="172483" y="704454"/>
                    <a:pt x="19051" y="551021"/>
                    <a:pt x="19051" y="361752"/>
                  </a:cubicBezTo>
                  <a:cubicBezTo>
                    <a:pt x="19266" y="172572"/>
                    <a:pt x="172573" y="19266"/>
                    <a:pt x="361753" y="19052"/>
                  </a:cubicBezTo>
                  <a:moveTo>
                    <a:pt x="361753" y="0"/>
                  </a:moveTo>
                  <a:cubicBezTo>
                    <a:pt x="161963" y="-1"/>
                    <a:pt x="1" y="161961"/>
                    <a:pt x="0" y="361751"/>
                  </a:cubicBezTo>
                  <a:cubicBezTo>
                    <a:pt x="-1" y="561541"/>
                    <a:pt x="161961" y="723503"/>
                    <a:pt x="361751" y="723504"/>
                  </a:cubicBezTo>
                  <a:cubicBezTo>
                    <a:pt x="561541" y="723505"/>
                    <a:pt x="723503" y="561543"/>
                    <a:pt x="723504" y="361753"/>
                  </a:cubicBezTo>
                  <a:cubicBezTo>
                    <a:pt x="723592" y="162053"/>
                    <a:pt x="561776" y="91"/>
                    <a:pt x="362076" y="3"/>
                  </a:cubicBezTo>
                  <a:cubicBezTo>
                    <a:pt x="361968" y="3"/>
                    <a:pt x="361860" y="3"/>
                    <a:pt x="361753" y="3"/>
                  </a:cubicBezTo>
                  <a:close/>
                </a:path>
              </a:pathLst>
            </a:custGeom>
            <a:solidFill>
              <a:schemeClr val="tx1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36" name="TextBox 35">
              <a:extLst>
                <a:ext uri="{FF2B5EF4-FFF2-40B4-BE49-F238E27FC236}">
                  <a16:creationId xmlns:a16="http://schemas.microsoft.com/office/drawing/2014/main" id="{97DF2B27-4440-3C91-302D-F792619E360F}"/>
                </a:ext>
              </a:extLst>
            </p:cNvPr>
            <p:cNvSpPr txBox="1"/>
            <p:nvPr/>
          </p:nvSpPr>
          <p:spPr>
            <a:xfrm>
              <a:off x="7347262" y="3237992"/>
              <a:ext cx="723208" cy="369332"/>
            </a:xfrm>
            <a:prstGeom prst="rect">
              <a:avLst/>
            </a:prstGeom>
            <a:noFill/>
            <a:ln w="6350">
              <a:noFill/>
              <a:miter lim="800000"/>
            </a:ln>
          </p:spPr>
          <p:txBody>
            <a:bodyPr wrap="square">
              <a:spAutoFit/>
            </a:bodyPr>
            <a:lstStyle/>
            <a:p>
              <a:pPr algn="ctr"/>
              <a:r>
                <a:rPr lang="en-GB" dirty="0"/>
                <a:t>2023</a:t>
              </a:r>
            </a:p>
          </p:txBody>
        </p:sp>
      </p:grpSp>
      <p:grpSp>
        <p:nvGrpSpPr>
          <p:cNvPr id="37" name="Group 36">
            <a:extLst>
              <a:ext uri="{FF2B5EF4-FFF2-40B4-BE49-F238E27FC236}">
                <a16:creationId xmlns:a16="http://schemas.microsoft.com/office/drawing/2014/main" id="{B49F36C9-E888-33AE-83DE-E240A741E773}"/>
              </a:ext>
            </a:extLst>
          </p:cNvPr>
          <p:cNvGrpSpPr/>
          <p:nvPr/>
        </p:nvGrpSpPr>
        <p:grpSpPr>
          <a:xfrm>
            <a:off x="6714576" y="3453221"/>
            <a:ext cx="723503" cy="723503"/>
            <a:chOff x="7347115" y="3067049"/>
            <a:chExt cx="723503" cy="723503"/>
          </a:xfrm>
        </p:grpSpPr>
        <p:sp>
          <p:nvSpPr>
            <p:cNvPr id="38" name="Free-form: Shape 37">
              <a:extLst>
                <a:ext uri="{FF2B5EF4-FFF2-40B4-BE49-F238E27FC236}">
                  <a16:creationId xmlns:a16="http://schemas.microsoft.com/office/drawing/2014/main" id="{846D8B2B-5853-0E36-857F-C5D13CEE5C37}"/>
                </a:ext>
              </a:extLst>
            </p:cNvPr>
            <p:cNvSpPr/>
            <p:nvPr/>
          </p:nvSpPr>
          <p:spPr>
            <a:xfrm>
              <a:off x="7347115" y="3067049"/>
              <a:ext cx="723503" cy="723503"/>
            </a:xfrm>
            <a:custGeom>
              <a:avLst/>
              <a:gdLst>
                <a:gd name="connsiteX0" fmla="*/ 361753 w 723503"/>
                <a:gd name="connsiteY0" fmla="*/ 19050 h 723503"/>
                <a:gd name="connsiteX1" fmla="*/ 704455 w 723503"/>
                <a:gd name="connsiteY1" fmla="*/ 361752 h 723503"/>
                <a:gd name="connsiteX2" fmla="*/ 361753 w 723503"/>
                <a:gd name="connsiteY2" fmla="*/ 704454 h 723503"/>
                <a:gd name="connsiteX3" fmla="*/ 19051 w 723503"/>
                <a:gd name="connsiteY3" fmla="*/ 361752 h 723503"/>
                <a:gd name="connsiteX4" fmla="*/ 361753 w 723503"/>
                <a:gd name="connsiteY4" fmla="*/ 19052 h 723503"/>
                <a:gd name="connsiteX5" fmla="*/ 361753 w 723503"/>
                <a:gd name="connsiteY5" fmla="*/ 0 h 723503"/>
                <a:gd name="connsiteX6" fmla="*/ 0 w 723503"/>
                <a:gd name="connsiteY6" fmla="*/ 361751 h 723503"/>
                <a:gd name="connsiteX7" fmla="*/ 361751 w 723503"/>
                <a:gd name="connsiteY7" fmla="*/ 723504 h 723503"/>
                <a:gd name="connsiteX8" fmla="*/ 723504 w 723503"/>
                <a:gd name="connsiteY8" fmla="*/ 361753 h 723503"/>
                <a:gd name="connsiteX9" fmla="*/ 362076 w 723503"/>
                <a:gd name="connsiteY9" fmla="*/ 3 h 723503"/>
                <a:gd name="connsiteX10" fmla="*/ 361753 w 723503"/>
                <a:gd name="connsiteY10" fmla="*/ 3 h 72350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723503" h="723503">
                  <a:moveTo>
                    <a:pt x="361753" y="19050"/>
                  </a:moveTo>
                  <a:cubicBezTo>
                    <a:pt x="551022" y="19050"/>
                    <a:pt x="704455" y="172483"/>
                    <a:pt x="704455" y="361752"/>
                  </a:cubicBezTo>
                  <a:cubicBezTo>
                    <a:pt x="704455" y="551021"/>
                    <a:pt x="551022" y="704454"/>
                    <a:pt x="361753" y="704454"/>
                  </a:cubicBezTo>
                  <a:cubicBezTo>
                    <a:pt x="172483" y="704454"/>
                    <a:pt x="19051" y="551021"/>
                    <a:pt x="19051" y="361752"/>
                  </a:cubicBezTo>
                  <a:cubicBezTo>
                    <a:pt x="19266" y="172572"/>
                    <a:pt x="172573" y="19266"/>
                    <a:pt x="361753" y="19052"/>
                  </a:cubicBezTo>
                  <a:moveTo>
                    <a:pt x="361753" y="0"/>
                  </a:moveTo>
                  <a:cubicBezTo>
                    <a:pt x="161963" y="-1"/>
                    <a:pt x="1" y="161961"/>
                    <a:pt x="0" y="361751"/>
                  </a:cubicBezTo>
                  <a:cubicBezTo>
                    <a:pt x="-1" y="561541"/>
                    <a:pt x="161961" y="723503"/>
                    <a:pt x="361751" y="723504"/>
                  </a:cubicBezTo>
                  <a:cubicBezTo>
                    <a:pt x="561541" y="723505"/>
                    <a:pt x="723503" y="561543"/>
                    <a:pt x="723504" y="361753"/>
                  </a:cubicBezTo>
                  <a:cubicBezTo>
                    <a:pt x="723592" y="162053"/>
                    <a:pt x="561776" y="91"/>
                    <a:pt x="362076" y="3"/>
                  </a:cubicBezTo>
                  <a:cubicBezTo>
                    <a:pt x="361968" y="3"/>
                    <a:pt x="361860" y="3"/>
                    <a:pt x="361753" y="3"/>
                  </a:cubicBezTo>
                  <a:close/>
                </a:path>
              </a:pathLst>
            </a:custGeom>
            <a:solidFill>
              <a:schemeClr val="tx1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39" name="TextBox 38">
              <a:extLst>
                <a:ext uri="{FF2B5EF4-FFF2-40B4-BE49-F238E27FC236}">
                  <a16:creationId xmlns:a16="http://schemas.microsoft.com/office/drawing/2014/main" id="{6D8A8732-4607-AB4C-2476-811B37EA4128}"/>
                </a:ext>
              </a:extLst>
            </p:cNvPr>
            <p:cNvSpPr txBox="1"/>
            <p:nvPr/>
          </p:nvSpPr>
          <p:spPr>
            <a:xfrm>
              <a:off x="7347262" y="3237992"/>
              <a:ext cx="723208" cy="369332"/>
            </a:xfrm>
            <a:prstGeom prst="rect">
              <a:avLst/>
            </a:prstGeom>
            <a:noFill/>
            <a:ln w="6350">
              <a:noFill/>
              <a:miter lim="800000"/>
            </a:ln>
          </p:spPr>
          <p:txBody>
            <a:bodyPr wrap="square">
              <a:spAutoFit/>
            </a:bodyPr>
            <a:lstStyle/>
            <a:p>
              <a:pPr algn="ctr"/>
              <a:r>
                <a:rPr lang="en-GB" dirty="0"/>
                <a:t>2025</a:t>
              </a:r>
            </a:p>
          </p:txBody>
        </p:sp>
      </p:grpSp>
      <p:cxnSp>
        <p:nvCxnSpPr>
          <p:cNvPr id="41" name="Straight Connector 40">
            <a:extLst>
              <a:ext uri="{FF2B5EF4-FFF2-40B4-BE49-F238E27FC236}">
                <a16:creationId xmlns:a16="http://schemas.microsoft.com/office/drawing/2014/main" id="{BAB54C5D-1D05-B83A-8C01-6A17A8BFA5D7}"/>
              </a:ext>
            </a:extLst>
          </p:cNvPr>
          <p:cNvCxnSpPr>
            <a:stCxn id="35" idx="7"/>
            <a:endCxn id="38" idx="4"/>
          </p:cNvCxnSpPr>
          <p:nvPr/>
        </p:nvCxnSpPr>
        <p:spPr>
          <a:xfrm>
            <a:off x="7076180" y="3282279"/>
            <a:ext cx="149" cy="189994"/>
          </a:xfrm>
          <a:prstGeom prst="line">
            <a:avLst/>
          </a:prstGeom>
          <a:ln w="12700" cap="flat">
            <a:solidFill>
              <a:schemeClr val="tx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" name="Straight Connector 42">
            <a:extLst>
              <a:ext uri="{FF2B5EF4-FFF2-40B4-BE49-F238E27FC236}">
                <a16:creationId xmlns:a16="http://schemas.microsoft.com/office/drawing/2014/main" id="{33742F45-6EE8-CE91-2DE0-4DC81CBCA270}"/>
              </a:ext>
            </a:extLst>
          </p:cNvPr>
          <p:cNvCxnSpPr/>
          <p:nvPr/>
        </p:nvCxnSpPr>
        <p:spPr>
          <a:xfrm>
            <a:off x="6641869" y="4521266"/>
            <a:ext cx="5054138" cy="0"/>
          </a:xfrm>
          <a:prstGeom prst="line">
            <a:avLst/>
          </a:prstGeom>
          <a:ln w="6350" cap="flat">
            <a:solidFill>
              <a:schemeClr val="tx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44" name="Group 43">
            <a:extLst>
              <a:ext uri="{FF2B5EF4-FFF2-40B4-BE49-F238E27FC236}">
                <a16:creationId xmlns:a16="http://schemas.microsoft.com/office/drawing/2014/main" id="{9F5C71FC-08EF-16F6-3444-3444A727277D}"/>
              </a:ext>
            </a:extLst>
          </p:cNvPr>
          <p:cNvGrpSpPr/>
          <p:nvPr/>
        </p:nvGrpSpPr>
        <p:grpSpPr>
          <a:xfrm>
            <a:off x="6714576" y="4800559"/>
            <a:ext cx="723503" cy="723503"/>
            <a:chOff x="7347115" y="3067049"/>
            <a:chExt cx="723503" cy="723503"/>
          </a:xfrm>
        </p:grpSpPr>
        <p:sp>
          <p:nvSpPr>
            <p:cNvPr id="45" name="Free-form: Shape 44">
              <a:extLst>
                <a:ext uri="{FF2B5EF4-FFF2-40B4-BE49-F238E27FC236}">
                  <a16:creationId xmlns:a16="http://schemas.microsoft.com/office/drawing/2014/main" id="{80A1FCBA-C492-DB0F-4747-3FBDA6440526}"/>
                </a:ext>
              </a:extLst>
            </p:cNvPr>
            <p:cNvSpPr/>
            <p:nvPr/>
          </p:nvSpPr>
          <p:spPr>
            <a:xfrm>
              <a:off x="7347115" y="3067049"/>
              <a:ext cx="723503" cy="723503"/>
            </a:xfrm>
            <a:custGeom>
              <a:avLst/>
              <a:gdLst>
                <a:gd name="connsiteX0" fmla="*/ 361753 w 723503"/>
                <a:gd name="connsiteY0" fmla="*/ 19050 h 723503"/>
                <a:gd name="connsiteX1" fmla="*/ 704455 w 723503"/>
                <a:gd name="connsiteY1" fmla="*/ 361752 h 723503"/>
                <a:gd name="connsiteX2" fmla="*/ 361753 w 723503"/>
                <a:gd name="connsiteY2" fmla="*/ 704454 h 723503"/>
                <a:gd name="connsiteX3" fmla="*/ 19051 w 723503"/>
                <a:gd name="connsiteY3" fmla="*/ 361752 h 723503"/>
                <a:gd name="connsiteX4" fmla="*/ 361753 w 723503"/>
                <a:gd name="connsiteY4" fmla="*/ 19052 h 723503"/>
                <a:gd name="connsiteX5" fmla="*/ 361753 w 723503"/>
                <a:gd name="connsiteY5" fmla="*/ 0 h 723503"/>
                <a:gd name="connsiteX6" fmla="*/ 0 w 723503"/>
                <a:gd name="connsiteY6" fmla="*/ 361751 h 723503"/>
                <a:gd name="connsiteX7" fmla="*/ 361751 w 723503"/>
                <a:gd name="connsiteY7" fmla="*/ 723504 h 723503"/>
                <a:gd name="connsiteX8" fmla="*/ 723504 w 723503"/>
                <a:gd name="connsiteY8" fmla="*/ 361753 h 723503"/>
                <a:gd name="connsiteX9" fmla="*/ 362076 w 723503"/>
                <a:gd name="connsiteY9" fmla="*/ 3 h 723503"/>
                <a:gd name="connsiteX10" fmla="*/ 361753 w 723503"/>
                <a:gd name="connsiteY10" fmla="*/ 3 h 72350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723503" h="723503">
                  <a:moveTo>
                    <a:pt x="361753" y="19050"/>
                  </a:moveTo>
                  <a:cubicBezTo>
                    <a:pt x="551022" y="19050"/>
                    <a:pt x="704455" y="172483"/>
                    <a:pt x="704455" y="361752"/>
                  </a:cubicBezTo>
                  <a:cubicBezTo>
                    <a:pt x="704455" y="551021"/>
                    <a:pt x="551022" y="704454"/>
                    <a:pt x="361753" y="704454"/>
                  </a:cubicBezTo>
                  <a:cubicBezTo>
                    <a:pt x="172483" y="704454"/>
                    <a:pt x="19051" y="551021"/>
                    <a:pt x="19051" y="361752"/>
                  </a:cubicBezTo>
                  <a:cubicBezTo>
                    <a:pt x="19266" y="172572"/>
                    <a:pt x="172573" y="19266"/>
                    <a:pt x="361753" y="19052"/>
                  </a:cubicBezTo>
                  <a:moveTo>
                    <a:pt x="361753" y="0"/>
                  </a:moveTo>
                  <a:cubicBezTo>
                    <a:pt x="161963" y="-1"/>
                    <a:pt x="1" y="161961"/>
                    <a:pt x="0" y="361751"/>
                  </a:cubicBezTo>
                  <a:cubicBezTo>
                    <a:pt x="-1" y="561541"/>
                    <a:pt x="161961" y="723503"/>
                    <a:pt x="361751" y="723504"/>
                  </a:cubicBezTo>
                  <a:cubicBezTo>
                    <a:pt x="561541" y="723505"/>
                    <a:pt x="723503" y="561543"/>
                    <a:pt x="723504" y="361753"/>
                  </a:cubicBezTo>
                  <a:cubicBezTo>
                    <a:pt x="723592" y="162053"/>
                    <a:pt x="561776" y="91"/>
                    <a:pt x="362076" y="3"/>
                  </a:cubicBezTo>
                  <a:cubicBezTo>
                    <a:pt x="361968" y="3"/>
                    <a:pt x="361860" y="3"/>
                    <a:pt x="361753" y="3"/>
                  </a:cubicBezTo>
                  <a:close/>
                </a:path>
              </a:pathLst>
            </a:custGeom>
            <a:solidFill>
              <a:schemeClr val="tx1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46" name="TextBox 45">
              <a:extLst>
                <a:ext uri="{FF2B5EF4-FFF2-40B4-BE49-F238E27FC236}">
                  <a16:creationId xmlns:a16="http://schemas.microsoft.com/office/drawing/2014/main" id="{FE4BDB4A-5C0C-F761-F1E2-C8E27E63136B}"/>
                </a:ext>
              </a:extLst>
            </p:cNvPr>
            <p:cNvSpPr txBox="1"/>
            <p:nvPr/>
          </p:nvSpPr>
          <p:spPr>
            <a:xfrm>
              <a:off x="7347262" y="3237992"/>
              <a:ext cx="723208" cy="369332"/>
            </a:xfrm>
            <a:prstGeom prst="rect">
              <a:avLst/>
            </a:prstGeom>
            <a:noFill/>
            <a:ln w="6350">
              <a:noFill/>
              <a:miter lim="800000"/>
            </a:ln>
          </p:spPr>
          <p:txBody>
            <a:bodyPr wrap="square">
              <a:spAutoFit/>
            </a:bodyPr>
            <a:lstStyle/>
            <a:p>
              <a:pPr algn="ctr"/>
              <a:r>
                <a:rPr lang="en-GB" dirty="0"/>
                <a:t>2025</a:t>
              </a:r>
            </a:p>
          </p:txBody>
        </p:sp>
      </p:grpSp>
      <p:sp>
        <p:nvSpPr>
          <p:cNvPr id="47" name="TextBox 46">
            <a:extLst>
              <a:ext uri="{FF2B5EF4-FFF2-40B4-BE49-F238E27FC236}">
                <a16:creationId xmlns:a16="http://schemas.microsoft.com/office/drawing/2014/main" id="{2692E9FF-FD63-0BD6-01DE-CF0F0981DF1A}"/>
              </a:ext>
            </a:extLst>
          </p:cNvPr>
          <p:cNvSpPr txBox="1"/>
          <p:nvPr/>
        </p:nvSpPr>
        <p:spPr>
          <a:xfrm>
            <a:off x="7597832" y="5011462"/>
            <a:ext cx="4039433" cy="21544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>
            <a:lvl1pPr lvl="0"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sz="1600">
                <a:cs typeface="Arial" panose="020B0604020202020204" pitchFamily="34" charset="0"/>
              </a:defRPr>
            </a:lvl1pPr>
            <a:lvl2pPr marL="228600" lvl="1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lvl="2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lvl="3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lvl="4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pPr>
              <a:buNone/>
            </a:pPr>
            <a:r>
              <a:rPr lang="en-US" sz="1400" dirty="0"/>
              <a:t>Project Mockingbird</a:t>
            </a:r>
          </a:p>
        </p:txBody>
      </p:sp>
      <p:sp>
        <p:nvSpPr>
          <p:cNvPr id="48" name="Title 57">
            <a:extLst>
              <a:ext uri="{FF2B5EF4-FFF2-40B4-BE49-F238E27FC236}">
                <a16:creationId xmlns:a16="http://schemas.microsoft.com/office/drawing/2014/main" id="{A65F3D3E-8F57-6660-C796-D918D36DD09E}"/>
              </a:ext>
            </a:extLst>
          </p:cNvPr>
          <p:cNvSpPr txBox="1">
            <a:spLocks/>
          </p:cNvSpPr>
          <p:nvPr/>
        </p:nvSpPr>
        <p:spPr>
          <a:xfrm>
            <a:off x="554736" y="182372"/>
            <a:ext cx="5164420" cy="731520"/>
          </a:xfrm>
          <a:prstGeom prst="rect">
            <a:avLst/>
          </a:prstGeom>
        </p:spPr>
        <p:txBody>
          <a:bodyPr vert="horz" wrap="square" lIns="0" tIns="0" rIns="0" bIns="0" rtlCol="0" anchor="b" anchorCtr="0">
            <a:noAutofit/>
          </a:bodyPr>
          <a:lstStyle>
            <a:lvl1pPr algn="l" defTabSz="914400" rtl="0" eaLnBrk="1" latinLnBrk="0" hangingPunct="1">
              <a:lnSpc>
                <a:spcPct val="93000"/>
              </a:lnSpc>
              <a:spcBef>
                <a:spcPct val="0"/>
              </a:spcBef>
              <a:buNone/>
              <a:defRPr sz="2500" b="1" kern="1200" spc="0" baseline="0">
                <a:ln w="6350" cap="flat">
                  <a:noFill/>
                  <a:miter lim="800000"/>
                </a:ln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GB" dirty="0">
                <a:solidFill>
                  <a:schemeClr val="bg1"/>
                </a:solidFill>
              </a:rPr>
              <a:t>Introduction: from stochastic parrot to mockingbird</a:t>
            </a:r>
          </a:p>
        </p:txBody>
      </p:sp>
    </p:spTree>
    <p:extLst>
      <p:ext uri="{BB962C8B-B14F-4D97-AF65-F5344CB8AC3E}">
        <p14:creationId xmlns:p14="http://schemas.microsoft.com/office/powerpoint/2010/main" val="107811117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TextBox 22">
            <a:extLst>
              <a:ext uri="{FF2B5EF4-FFF2-40B4-BE49-F238E27FC236}">
                <a16:creationId xmlns:a16="http://schemas.microsoft.com/office/drawing/2014/main" id="{32759630-20AD-F285-233E-2FA52907597D}"/>
              </a:ext>
            </a:extLst>
          </p:cNvPr>
          <p:cNvSpPr txBox="1">
            <a:spLocks/>
          </p:cNvSpPr>
          <p:nvPr/>
        </p:nvSpPr>
        <p:spPr>
          <a:xfrm>
            <a:off x="582136" y="1337350"/>
            <a:ext cx="2520451" cy="4868331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 lvl="0"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sz="1600">
                <a:cs typeface="Arial" panose="020B0604020202020204" pitchFamily="34" charset="0"/>
              </a:defRPr>
            </a:lvl1pPr>
            <a:lvl2pPr marL="228600" lvl="1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lvl="2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lvl="3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lvl="4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pPr marL="3175" lvl="1" indent="0">
              <a:buNone/>
              <a:defRPr/>
            </a:pPr>
            <a:endParaRPr lang="en-GB" sz="1400" dirty="0"/>
          </a:p>
          <a:p>
            <a:pPr marL="3175" lvl="1" indent="0">
              <a:buNone/>
              <a:defRPr/>
            </a:pPr>
            <a:endParaRPr lang="en-GB" sz="1400" dirty="0"/>
          </a:p>
          <a:p>
            <a:pPr marL="3175" lvl="1" indent="0">
              <a:buNone/>
              <a:defRPr/>
            </a:pPr>
            <a:endParaRPr lang="en-GB" sz="1400" dirty="0"/>
          </a:p>
          <a:p>
            <a:pPr marL="3175" lvl="1" indent="0">
              <a:buNone/>
              <a:defRPr/>
            </a:pPr>
            <a:endParaRPr lang="en-GB" sz="1400" dirty="0"/>
          </a:p>
          <a:p>
            <a:pPr marL="3175" lvl="1" indent="0">
              <a:buNone/>
              <a:defRPr/>
            </a:pPr>
            <a:r>
              <a:rPr lang="en-GB" sz="1400" dirty="0"/>
              <a:t>To ensure GPT-2 yields text that observes rules on rhythm and rhyme without explicit reference, extensive training is necessary</a:t>
            </a:r>
          </a:p>
          <a:p>
            <a:pPr marL="3175" lvl="1" indent="0">
              <a:buNone/>
              <a:defRPr/>
            </a:pPr>
            <a:endParaRPr lang="en-GB" sz="1400" dirty="0"/>
          </a:p>
          <a:p>
            <a:pPr marL="3175" lvl="1" indent="0">
              <a:buNone/>
              <a:defRPr/>
            </a:pPr>
            <a:r>
              <a:rPr lang="en-GB" sz="1400" dirty="0"/>
              <a:t>We trained on 3 datasets</a:t>
            </a:r>
          </a:p>
          <a:p>
            <a:pPr marL="3175" lvl="1" indent="0">
              <a:buNone/>
              <a:defRPr/>
            </a:pPr>
            <a:endParaRPr lang="en-GB" sz="1400" dirty="0"/>
          </a:p>
          <a:p>
            <a:pPr marL="3175" lvl="1" indent="0">
              <a:buNone/>
              <a:defRPr/>
            </a:pPr>
            <a:r>
              <a:rPr lang="en-GB" sz="1400" dirty="0"/>
              <a:t>Each line was tokenized with GPT-2’s </a:t>
            </a:r>
            <a:r>
              <a:rPr lang="en-GB" sz="1400" dirty="0" err="1"/>
              <a:t>subword</a:t>
            </a:r>
            <a:r>
              <a:rPr lang="en-GB" sz="1400" dirty="0"/>
              <a:t> tokenizer for compatibility</a:t>
            </a:r>
          </a:p>
          <a:p>
            <a:pPr marL="3175" lvl="1" indent="0">
              <a:buNone/>
              <a:defRPr/>
            </a:pPr>
            <a:endParaRPr lang="en-GB" sz="1400" dirty="0"/>
          </a:p>
        </p:txBody>
      </p:sp>
      <p:grpSp>
        <p:nvGrpSpPr>
          <p:cNvPr id="74" name="Group 73">
            <a:extLst>
              <a:ext uri="{FF2B5EF4-FFF2-40B4-BE49-F238E27FC236}">
                <a16:creationId xmlns:a16="http://schemas.microsoft.com/office/drawing/2014/main" id="{EC50B140-319E-BCA1-006E-62E2CDBCA984}"/>
              </a:ext>
            </a:extLst>
          </p:cNvPr>
          <p:cNvGrpSpPr/>
          <p:nvPr/>
        </p:nvGrpSpPr>
        <p:grpSpPr>
          <a:xfrm>
            <a:off x="3723878" y="1936720"/>
            <a:ext cx="2263381" cy="1579746"/>
            <a:chOff x="3808865" y="1704108"/>
            <a:chExt cx="2351683" cy="2100987"/>
          </a:xfrm>
        </p:grpSpPr>
        <p:sp>
          <p:nvSpPr>
            <p:cNvPr id="19" name="Rectangle 18">
              <a:extLst>
                <a:ext uri="{FF2B5EF4-FFF2-40B4-BE49-F238E27FC236}">
                  <a16:creationId xmlns:a16="http://schemas.microsoft.com/office/drawing/2014/main" id="{F0136352-9ADE-C9AD-AD38-C0B10270BDD8}"/>
                </a:ext>
              </a:extLst>
            </p:cNvPr>
            <p:cNvSpPr/>
            <p:nvPr/>
          </p:nvSpPr>
          <p:spPr>
            <a:xfrm>
              <a:off x="3808865" y="1704108"/>
              <a:ext cx="2351683" cy="2100987"/>
            </a:xfrm>
            <a:prstGeom prst="rect">
              <a:avLst/>
            </a:prstGeom>
            <a:noFill/>
            <a:ln w="6350" cap="sq">
              <a:solidFill>
                <a:schemeClr val="bg1"/>
              </a:solidFill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endParaRPr lang="en-GB" sz="1600" dirty="0" err="1">
                <a:solidFill>
                  <a:schemeClr val="bg1"/>
                </a:solidFill>
              </a:endParaRPr>
            </a:p>
          </p:txBody>
        </p:sp>
        <p:sp>
          <p:nvSpPr>
            <p:cNvPr id="20" name="TextBox 19">
              <a:extLst>
                <a:ext uri="{FF2B5EF4-FFF2-40B4-BE49-F238E27FC236}">
                  <a16:creationId xmlns:a16="http://schemas.microsoft.com/office/drawing/2014/main" id="{CAA28C7D-AE35-0FE5-ABCD-8884ADAAA665}"/>
                </a:ext>
              </a:extLst>
            </p:cNvPr>
            <p:cNvSpPr txBox="1"/>
            <p:nvPr/>
          </p:nvSpPr>
          <p:spPr>
            <a:xfrm>
              <a:off x="3897165" y="1804547"/>
              <a:ext cx="2175081" cy="1415772"/>
            </a:xfrm>
            <a:prstGeom prst="rect">
              <a:avLst/>
            </a:prstGeom>
          </p:spPr>
          <p:txBody>
            <a:bodyPr vert="horz" wrap="square" lIns="0" tIns="0" rIns="0" bIns="0" rtlCol="0">
              <a:spAutoFit/>
            </a:bodyPr>
            <a:lstStyle>
              <a:lvl1pPr lvl="0" indent="0">
                <a:lnSpc>
                  <a:spcPct val="100000"/>
                </a:lnSpc>
                <a:spcBef>
                  <a:spcPts val="300"/>
                </a:spcBef>
                <a:spcAft>
                  <a:spcPts val="300"/>
                </a:spcAft>
                <a:buFont typeface="Segoe UI" panose="020B0502040204020203" pitchFamily="34" charset="0"/>
                <a:buChar char="​"/>
                <a:defRPr sz="1600">
                  <a:cs typeface="Arial" panose="020B0604020202020204" pitchFamily="34" charset="0"/>
                </a:defRPr>
              </a:lvl1pPr>
              <a:lvl2pPr marL="228600" lvl="1" indent="-225425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Font typeface="Wingdings" panose="05000000000000000000" pitchFamily="2" charset="2"/>
                <a:buChar char=""/>
                <a:defRPr sz="1600">
                  <a:cs typeface="Arial" panose="020B0604020202020204" pitchFamily="34" charset="0"/>
                </a:defRPr>
              </a:lvl2pPr>
              <a:lvl3pPr marL="515938" lvl="2" indent="-287338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Font typeface="Arial" panose="020B0604020202020204" pitchFamily="34" charset="0"/>
                <a:buChar char="—"/>
                <a:defRPr sz="1600">
                  <a:cs typeface="Arial" panose="020B0604020202020204" pitchFamily="34" charset="0"/>
                </a:defRPr>
              </a:lvl3pPr>
              <a:lvl4pPr marL="742950" lvl="3" indent="-182563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Font typeface="Arial" panose="020B0604020202020204" pitchFamily="34" charset="0"/>
                <a:buChar char="»"/>
                <a:defRPr sz="1600">
                  <a:cs typeface="Arial" panose="020B0604020202020204" pitchFamily="34" charset="0"/>
                </a:defRPr>
              </a:lvl4pPr>
              <a:lvl5pPr marL="914400" lvl="4" indent="-136525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SzPct val="100000"/>
                <a:buFont typeface="Arial" panose="020B0604020202020204" pitchFamily="34" charset="0"/>
                <a:buChar char="›"/>
                <a:defRPr sz="1600">
                  <a:cs typeface="Arial" panose="020B0604020202020204" pitchFamily="34" charset="0"/>
                </a:defRPr>
              </a:lvl5pPr>
              <a:lvl6pPr marL="1085850" indent="-171450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SzPct val="100000"/>
                <a:buFont typeface="Arial" panose="020B0604020202020204" pitchFamily="34" charset="0"/>
                <a:buChar char="▫"/>
                <a:defRPr sz="1600">
                  <a:cs typeface="Arial" panose="020B0604020202020204" pitchFamily="34" charset="0"/>
                </a:defRPr>
              </a:lvl6pPr>
              <a:lvl7pPr marL="1085850" indent="-171450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SzPct val="100000"/>
                <a:buFont typeface="Arial" panose="020B0604020202020204" pitchFamily="34" charset="0"/>
                <a:buChar char="▫"/>
                <a:defRPr sz="1600">
                  <a:cs typeface="Arial" panose="020B0604020202020204" pitchFamily="34" charset="0"/>
                </a:defRPr>
              </a:lvl7pPr>
              <a:lvl8pPr marL="1085850" indent="-171450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SzPct val="100000"/>
                <a:buFont typeface="Arial" panose="020B0604020202020204" pitchFamily="34" charset="0"/>
                <a:buChar char="▫"/>
                <a:defRPr sz="1600">
                  <a:cs typeface="Arial" panose="020B0604020202020204" pitchFamily="34" charset="0"/>
                </a:defRPr>
              </a:lvl8pPr>
              <a:lvl9pPr marL="1085850" indent="-171450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SzPct val="100000"/>
                <a:buFont typeface="Arial" panose="020B0604020202020204" pitchFamily="34" charset="0"/>
                <a:buChar char="▫"/>
                <a:defRPr sz="1600">
                  <a:cs typeface="Arial" panose="020B0604020202020204" pitchFamily="34" charset="0"/>
                </a:defRPr>
              </a:lvl9pPr>
            </a:lstStyle>
            <a:p>
              <a:pPr>
                <a:buNone/>
              </a:pPr>
              <a:r>
                <a:rPr lang="en-US" sz="1100" b="1" dirty="0">
                  <a:solidFill>
                    <a:schemeClr val="bg1"/>
                  </a:solidFill>
                </a:rPr>
                <a:t>Gutenberg Poetry Corpus</a:t>
              </a:r>
            </a:p>
            <a:p>
              <a:pPr>
                <a:buNone/>
              </a:pPr>
              <a:r>
                <a:rPr lang="en-GB" sz="1100" b="1" dirty="0">
                  <a:solidFill>
                    <a:schemeClr val="bg1"/>
                  </a:solidFill>
                </a:rPr>
                <a:t>Aim: </a:t>
              </a:r>
              <a:r>
                <a:rPr lang="en-GB" sz="1100" dirty="0">
                  <a:solidFill>
                    <a:schemeClr val="bg1"/>
                  </a:solidFill>
                </a:rPr>
                <a:t>Teach our model varied rhythmic patterns through temporal and stylistic diversity</a:t>
              </a:r>
              <a:endParaRPr lang="en-GB" sz="1100" b="1" dirty="0">
                <a:solidFill>
                  <a:schemeClr val="bg1"/>
                </a:solidFill>
              </a:endParaRPr>
            </a:p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en-GB" sz="1100" dirty="0">
                  <a:solidFill>
                    <a:schemeClr val="bg1"/>
                  </a:solidFill>
                </a:rPr>
                <a:t>Subset Gutenberg database</a:t>
              </a:r>
            </a:p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en-GB" sz="1100" dirty="0">
                  <a:solidFill>
                    <a:schemeClr val="bg1"/>
                  </a:solidFill>
                </a:rPr>
                <a:t>120,000 lyrical lines remained post preprocessing</a:t>
              </a:r>
            </a:p>
          </p:txBody>
        </p:sp>
      </p:grpSp>
      <p:grpSp>
        <p:nvGrpSpPr>
          <p:cNvPr id="75" name="Group 74">
            <a:extLst>
              <a:ext uri="{FF2B5EF4-FFF2-40B4-BE49-F238E27FC236}">
                <a16:creationId xmlns:a16="http://schemas.microsoft.com/office/drawing/2014/main" id="{250E6519-52B7-8B58-0F8B-14B911EB5E37}"/>
              </a:ext>
            </a:extLst>
          </p:cNvPr>
          <p:cNvGrpSpPr/>
          <p:nvPr/>
        </p:nvGrpSpPr>
        <p:grpSpPr>
          <a:xfrm>
            <a:off x="3664607" y="1452229"/>
            <a:ext cx="2431393" cy="4341926"/>
            <a:chOff x="3664607" y="1186036"/>
            <a:chExt cx="2462890" cy="5256328"/>
          </a:xfrm>
        </p:grpSpPr>
        <p:sp>
          <p:nvSpPr>
            <p:cNvPr id="24" name="Rectangle 23">
              <a:extLst>
                <a:ext uri="{FF2B5EF4-FFF2-40B4-BE49-F238E27FC236}">
                  <a16:creationId xmlns:a16="http://schemas.microsoft.com/office/drawing/2014/main" id="{0637A02A-4278-D059-7CDD-37CE2CF103FE}"/>
                </a:ext>
              </a:extLst>
            </p:cNvPr>
            <p:cNvSpPr/>
            <p:nvPr/>
          </p:nvSpPr>
          <p:spPr>
            <a:xfrm>
              <a:off x="3664607" y="1186036"/>
              <a:ext cx="2462890" cy="5256328"/>
            </a:xfrm>
            <a:prstGeom prst="rect">
              <a:avLst/>
            </a:prstGeom>
            <a:noFill/>
            <a:ln w="6350" cap="sq">
              <a:solidFill>
                <a:schemeClr val="bg1"/>
              </a:solidFill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endParaRPr lang="en-GB" sz="1600" dirty="0" err="1">
                <a:solidFill>
                  <a:schemeClr val="bg1"/>
                </a:solidFill>
              </a:endParaRPr>
            </a:p>
          </p:txBody>
        </p:sp>
        <p:sp>
          <p:nvSpPr>
            <p:cNvPr id="25" name="TextBox 24">
              <a:extLst>
                <a:ext uri="{FF2B5EF4-FFF2-40B4-BE49-F238E27FC236}">
                  <a16:creationId xmlns:a16="http://schemas.microsoft.com/office/drawing/2014/main" id="{78E0A0C8-EB51-CF71-2932-23114A51137B}"/>
                </a:ext>
              </a:extLst>
            </p:cNvPr>
            <p:cNvSpPr txBox="1"/>
            <p:nvPr/>
          </p:nvSpPr>
          <p:spPr>
            <a:xfrm>
              <a:off x="3891654" y="1337350"/>
              <a:ext cx="2008797" cy="215444"/>
            </a:xfrm>
            <a:prstGeom prst="rect">
              <a:avLst/>
            </a:prstGeom>
          </p:spPr>
          <p:txBody>
            <a:bodyPr vert="horz" wrap="square" lIns="0" tIns="0" rIns="0" bIns="0" rtlCol="0">
              <a:spAutoFit/>
            </a:bodyPr>
            <a:lstStyle>
              <a:lvl1pPr lvl="0" indent="0">
                <a:lnSpc>
                  <a:spcPct val="100000"/>
                </a:lnSpc>
                <a:spcBef>
                  <a:spcPts val="300"/>
                </a:spcBef>
                <a:spcAft>
                  <a:spcPts val="300"/>
                </a:spcAft>
                <a:buFont typeface="Segoe UI" panose="020B0502040204020203" pitchFamily="34" charset="0"/>
                <a:buChar char="​"/>
                <a:defRPr sz="1600">
                  <a:cs typeface="Arial" panose="020B0604020202020204" pitchFamily="34" charset="0"/>
                </a:defRPr>
              </a:lvl1pPr>
              <a:lvl2pPr marL="228600" lvl="1" indent="-225425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Font typeface="Wingdings" panose="05000000000000000000" pitchFamily="2" charset="2"/>
                <a:buChar char=""/>
                <a:defRPr sz="1600">
                  <a:cs typeface="Arial" panose="020B0604020202020204" pitchFamily="34" charset="0"/>
                </a:defRPr>
              </a:lvl2pPr>
              <a:lvl3pPr marL="515938" lvl="2" indent="-287338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Font typeface="Arial" panose="020B0604020202020204" pitchFamily="34" charset="0"/>
                <a:buChar char="—"/>
                <a:defRPr sz="1600">
                  <a:cs typeface="Arial" panose="020B0604020202020204" pitchFamily="34" charset="0"/>
                </a:defRPr>
              </a:lvl3pPr>
              <a:lvl4pPr marL="742950" lvl="3" indent="-182563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Font typeface="Arial" panose="020B0604020202020204" pitchFamily="34" charset="0"/>
                <a:buChar char="»"/>
                <a:defRPr sz="1600">
                  <a:cs typeface="Arial" panose="020B0604020202020204" pitchFamily="34" charset="0"/>
                </a:defRPr>
              </a:lvl4pPr>
              <a:lvl5pPr marL="914400" lvl="4" indent="-136525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SzPct val="100000"/>
                <a:buFont typeface="Arial" panose="020B0604020202020204" pitchFamily="34" charset="0"/>
                <a:buChar char="›"/>
                <a:defRPr sz="1600">
                  <a:cs typeface="Arial" panose="020B0604020202020204" pitchFamily="34" charset="0"/>
                </a:defRPr>
              </a:lvl5pPr>
              <a:lvl6pPr marL="1085850" indent="-171450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SzPct val="100000"/>
                <a:buFont typeface="Arial" panose="020B0604020202020204" pitchFamily="34" charset="0"/>
                <a:buChar char="▫"/>
                <a:defRPr sz="1600">
                  <a:cs typeface="Arial" panose="020B0604020202020204" pitchFamily="34" charset="0"/>
                </a:defRPr>
              </a:lvl6pPr>
              <a:lvl7pPr marL="1085850" indent="-171450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SzPct val="100000"/>
                <a:buFont typeface="Arial" panose="020B0604020202020204" pitchFamily="34" charset="0"/>
                <a:buChar char="▫"/>
                <a:defRPr sz="1600">
                  <a:cs typeface="Arial" panose="020B0604020202020204" pitchFamily="34" charset="0"/>
                </a:defRPr>
              </a:lvl7pPr>
              <a:lvl8pPr marL="1085850" indent="-171450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SzPct val="100000"/>
                <a:buFont typeface="Arial" panose="020B0604020202020204" pitchFamily="34" charset="0"/>
                <a:buChar char="▫"/>
                <a:defRPr sz="1600">
                  <a:cs typeface="Arial" panose="020B0604020202020204" pitchFamily="34" charset="0"/>
                </a:defRPr>
              </a:lvl8pPr>
              <a:lvl9pPr marL="1085850" indent="-171450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SzPct val="100000"/>
                <a:buFont typeface="Arial" panose="020B0604020202020204" pitchFamily="34" charset="0"/>
                <a:buChar char="▫"/>
                <a:defRPr sz="1600">
                  <a:cs typeface="Arial" panose="020B0604020202020204" pitchFamily="34" charset="0"/>
                </a:defRPr>
              </a:lvl9pPr>
            </a:lstStyle>
            <a:p>
              <a:pPr algn="ctr">
                <a:buNone/>
              </a:pPr>
              <a:r>
                <a:rPr lang="en-US" sz="1400" b="1" dirty="0">
                  <a:solidFill>
                    <a:schemeClr val="bg1"/>
                  </a:solidFill>
                </a:rPr>
                <a:t>Pre-existing Datasets</a:t>
              </a:r>
            </a:p>
          </p:txBody>
        </p:sp>
      </p:grpSp>
      <p:grpSp>
        <p:nvGrpSpPr>
          <p:cNvPr id="3" name="Group 2">
            <a:extLst>
              <a:ext uri="{FF2B5EF4-FFF2-40B4-BE49-F238E27FC236}">
                <a16:creationId xmlns:a16="http://schemas.microsoft.com/office/drawing/2014/main" id="{FB2AAFEF-BE1C-FEB4-354C-25EEC44DCBE9}"/>
              </a:ext>
            </a:extLst>
          </p:cNvPr>
          <p:cNvGrpSpPr/>
          <p:nvPr/>
        </p:nvGrpSpPr>
        <p:grpSpPr>
          <a:xfrm>
            <a:off x="3723878" y="3624028"/>
            <a:ext cx="2348368" cy="2053245"/>
            <a:chOff x="3723878" y="3624028"/>
            <a:chExt cx="2348368" cy="2053245"/>
          </a:xfrm>
        </p:grpSpPr>
        <p:sp>
          <p:nvSpPr>
            <p:cNvPr id="21" name="Rectangle 20">
              <a:extLst>
                <a:ext uri="{FF2B5EF4-FFF2-40B4-BE49-F238E27FC236}">
                  <a16:creationId xmlns:a16="http://schemas.microsoft.com/office/drawing/2014/main" id="{4C7677F5-34F9-842E-8613-C57BD3BB6DFE}"/>
                </a:ext>
              </a:extLst>
            </p:cNvPr>
            <p:cNvSpPr/>
            <p:nvPr/>
          </p:nvSpPr>
          <p:spPr>
            <a:xfrm>
              <a:off x="3723878" y="3624028"/>
              <a:ext cx="2263381" cy="2053245"/>
            </a:xfrm>
            <a:prstGeom prst="rect">
              <a:avLst/>
            </a:prstGeom>
            <a:noFill/>
            <a:ln w="6350" cap="sq">
              <a:solidFill>
                <a:schemeClr val="bg1"/>
              </a:solidFill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endParaRPr lang="en-GB" sz="1600" dirty="0" err="1">
                <a:solidFill>
                  <a:schemeClr val="bg1"/>
                </a:solidFill>
              </a:endParaRPr>
            </a:p>
          </p:txBody>
        </p:sp>
        <p:sp>
          <p:nvSpPr>
            <p:cNvPr id="26" name="TextBox 25">
              <a:extLst>
                <a:ext uri="{FF2B5EF4-FFF2-40B4-BE49-F238E27FC236}">
                  <a16:creationId xmlns:a16="http://schemas.microsoft.com/office/drawing/2014/main" id="{5DD62CEC-DF1B-B4B6-572A-6CB9A2C35825}"/>
                </a:ext>
              </a:extLst>
            </p:cNvPr>
            <p:cNvSpPr txBox="1"/>
            <p:nvPr/>
          </p:nvSpPr>
          <p:spPr>
            <a:xfrm>
              <a:off x="3897165" y="3724467"/>
              <a:ext cx="2175081" cy="1908215"/>
            </a:xfrm>
            <a:prstGeom prst="rect">
              <a:avLst/>
            </a:prstGeom>
          </p:spPr>
          <p:txBody>
            <a:bodyPr vert="horz" wrap="square" lIns="0" tIns="0" rIns="0" bIns="0" rtlCol="0">
              <a:spAutoFit/>
            </a:bodyPr>
            <a:lstStyle>
              <a:lvl1pPr lvl="0" indent="0">
                <a:lnSpc>
                  <a:spcPct val="100000"/>
                </a:lnSpc>
                <a:spcBef>
                  <a:spcPts val="300"/>
                </a:spcBef>
                <a:spcAft>
                  <a:spcPts val="300"/>
                </a:spcAft>
                <a:buFont typeface="Segoe UI" panose="020B0502040204020203" pitchFamily="34" charset="0"/>
                <a:buChar char="​"/>
                <a:defRPr sz="1600">
                  <a:cs typeface="Arial" panose="020B0604020202020204" pitchFamily="34" charset="0"/>
                </a:defRPr>
              </a:lvl1pPr>
              <a:lvl2pPr marL="228600" lvl="1" indent="-225425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Font typeface="Wingdings" panose="05000000000000000000" pitchFamily="2" charset="2"/>
                <a:buChar char=""/>
                <a:defRPr sz="1600">
                  <a:cs typeface="Arial" panose="020B0604020202020204" pitchFamily="34" charset="0"/>
                </a:defRPr>
              </a:lvl2pPr>
              <a:lvl3pPr marL="515938" lvl="2" indent="-287338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Font typeface="Arial" panose="020B0604020202020204" pitchFamily="34" charset="0"/>
                <a:buChar char="—"/>
                <a:defRPr sz="1600">
                  <a:cs typeface="Arial" panose="020B0604020202020204" pitchFamily="34" charset="0"/>
                </a:defRPr>
              </a:lvl3pPr>
              <a:lvl4pPr marL="742950" lvl="3" indent="-182563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Font typeface="Arial" panose="020B0604020202020204" pitchFamily="34" charset="0"/>
                <a:buChar char="»"/>
                <a:defRPr sz="1600">
                  <a:cs typeface="Arial" panose="020B0604020202020204" pitchFamily="34" charset="0"/>
                </a:defRPr>
              </a:lvl4pPr>
              <a:lvl5pPr marL="914400" lvl="4" indent="-136525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SzPct val="100000"/>
                <a:buFont typeface="Arial" panose="020B0604020202020204" pitchFamily="34" charset="0"/>
                <a:buChar char="›"/>
                <a:defRPr sz="1600">
                  <a:cs typeface="Arial" panose="020B0604020202020204" pitchFamily="34" charset="0"/>
                </a:defRPr>
              </a:lvl5pPr>
              <a:lvl6pPr marL="1085850" indent="-171450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SzPct val="100000"/>
                <a:buFont typeface="Arial" panose="020B0604020202020204" pitchFamily="34" charset="0"/>
                <a:buChar char="▫"/>
                <a:defRPr sz="1600">
                  <a:cs typeface="Arial" panose="020B0604020202020204" pitchFamily="34" charset="0"/>
                </a:defRPr>
              </a:lvl6pPr>
              <a:lvl7pPr marL="1085850" indent="-171450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SzPct val="100000"/>
                <a:buFont typeface="Arial" panose="020B0604020202020204" pitchFamily="34" charset="0"/>
                <a:buChar char="▫"/>
                <a:defRPr sz="1600">
                  <a:cs typeface="Arial" panose="020B0604020202020204" pitchFamily="34" charset="0"/>
                </a:defRPr>
              </a:lvl7pPr>
              <a:lvl8pPr marL="1085850" indent="-171450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SzPct val="100000"/>
                <a:buFont typeface="Arial" panose="020B0604020202020204" pitchFamily="34" charset="0"/>
                <a:buChar char="▫"/>
                <a:defRPr sz="1600">
                  <a:cs typeface="Arial" panose="020B0604020202020204" pitchFamily="34" charset="0"/>
                </a:defRPr>
              </a:lvl8pPr>
              <a:lvl9pPr marL="1085850" indent="-171450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SzPct val="100000"/>
                <a:buFont typeface="Arial" panose="020B0604020202020204" pitchFamily="34" charset="0"/>
                <a:buChar char="▫"/>
                <a:defRPr sz="1600">
                  <a:cs typeface="Arial" panose="020B0604020202020204" pitchFamily="34" charset="0"/>
                </a:defRPr>
              </a:lvl9pPr>
            </a:lstStyle>
            <a:p>
              <a:pPr>
                <a:buNone/>
              </a:pPr>
              <a:r>
                <a:rPr lang="en-US" sz="1100" b="1" dirty="0">
                  <a:solidFill>
                    <a:schemeClr val="bg1"/>
                  </a:solidFill>
                </a:rPr>
                <a:t>Modern Lyrics Dataset</a:t>
              </a:r>
            </a:p>
            <a:p>
              <a:pPr>
                <a:buNone/>
              </a:pPr>
              <a:r>
                <a:rPr lang="en-GB" sz="1100" b="1" dirty="0">
                  <a:solidFill>
                    <a:schemeClr val="bg1"/>
                  </a:solidFill>
                </a:rPr>
                <a:t>Aim: </a:t>
              </a:r>
              <a:r>
                <a:rPr lang="en-GB" sz="1100" dirty="0">
                  <a:solidFill>
                    <a:schemeClr val="bg1"/>
                  </a:solidFill>
                </a:rPr>
                <a:t>Teach our model how song lyrics look like</a:t>
              </a:r>
            </a:p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en-GB" sz="1100" dirty="0">
                  <a:solidFill>
                    <a:schemeClr val="bg1"/>
                  </a:solidFill>
                </a:rPr>
                <a:t>Contains songs from 21 modern artists (e.g., Taylor Swift, Eminem)</a:t>
              </a:r>
            </a:p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en-GB" sz="1100" dirty="0">
                  <a:solidFill>
                    <a:schemeClr val="bg1"/>
                  </a:solidFill>
                </a:rPr>
                <a:t>6027 songs</a:t>
              </a:r>
            </a:p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en-GB" sz="1100" dirty="0">
                  <a:solidFill>
                    <a:schemeClr val="bg1"/>
                  </a:solidFill>
                </a:rPr>
                <a:t>388,712 lines</a:t>
              </a:r>
            </a:p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en-GB" sz="1100" dirty="0">
                  <a:solidFill>
                    <a:schemeClr val="bg1"/>
                  </a:solidFill>
                </a:rPr>
                <a:t>Already pre-processed</a:t>
              </a:r>
              <a:endParaRPr lang="en-US" sz="1100" b="1" dirty="0">
                <a:solidFill>
                  <a:schemeClr val="bg1"/>
                </a:solidFill>
              </a:endParaRPr>
            </a:p>
          </p:txBody>
        </p:sp>
      </p:grpSp>
      <p:grpSp>
        <p:nvGrpSpPr>
          <p:cNvPr id="77" name="Group 76">
            <a:extLst>
              <a:ext uri="{FF2B5EF4-FFF2-40B4-BE49-F238E27FC236}">
                <a16:creationId xmlns:a16="http://schemas.microsoft.com/office/drawing/2014/main" id="{1465C4CC-3789-9D85-1152-C2A927D31055}"/>
              </a:ext>
            </a:extLst>
          </p:cNvPr>
          <p:cNvGrpSpPr/>
          <p:nvPr/>
        </p:nvGrpSpPr>
        <p:grpSpPr>
          <a:xfrm>
            <a:off x="6180984" y="2445319"/>
            <a:ext cx="5527952" cy="2617460"/>
            <a:chOff x="6219618" y="2045981"/>
            <a:chExt cx="5527952" cy="2617460"/>
          </a:xfrm>
        </p:grpSpPr>
        <p:grpSp>
          <p:nvGrpSpPr>
            <p:cNvPr id="76" name="Group 75">
              <a:extLst>
                <a:ext uri="{FF2B5EF4-FFF2-40B4-BE49-F238E27FC236}">
                  <a16:creationId xmlns:a16="http://schemas.microsoft.com/office/drawing/2014/main" id="{539C3CC0-1A04-F79C-F24A-B95D271FCF56}"/>
                </a:ext>
              </a:extLst>
            </p:cNvPr>
            <p:cNvGrpSpPr/>
            <p:nvPr/>
          </p:nvGrpSpPr>
          <p:grpSpPr>
            <a:xfrm>
              <a:off x="6219618" y="2045981"/>
              <a:ext cx="5527952" cy="2617460"/>
              <a:chOff x="6174704" y="1186036"/>
              <a:chExt cx="5527952" cy="5256328"/>
            </a:xfrm>
          </p:grpSpPr>
          <p:sp>
            <p:nvSpPr>
              <p:cNvPr id="16" name="Rectangle 15">
                <a:extLst>
                  <a:ext uri="{FF2B5EF4-FFF2-40B4-BE49-F238E27FC236}">
                    <a16:creationId xmlns:a16="http://schemas.microsoft.com/office/drawing/2014/main" id="{EF62A7C8-D777-894D-37F9-B0DE231BB120}"/>
                  </a:ext>
                </a:extLst>
              </p:cNvPr>
              <p:cNvSpPr/>
              <p:nvPr/>
            </p:nvSpPr>
            <p:spPr>
              <a:xfrm>
                <a:off x="6174704" y="1186036"/>
                <a:ext cx="5527952" cy="5256328"/>
              </a:xfrm>
              <a:prstGeom prst="rect">
                <a:avLst/>
              </a:prstGeom>
              <a:noFill/>
              <a:ln w="6350" cap="sq">
                <a:solidFill>
                  <a:schemeClr val="bg1"/>
                </a:solidFill>
                <a:miter lim="800000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>
                  <a:spcBef>
                    <a:spcPts val="300"/>
                  </a:spcBef>
                  <a:spcAft>
                    <a:spcPts val="300"/>
                  </a:spcAft>
                </a:pPr>
                <a:endParaRPr lang="en-GB" sz="1600" dirty="0" err="1">
                  <a:solidFill>
                    <a:schemeClr val="bg1"/>
                  </a:solidFill>
                </a:endParaRPr>
              </a:p>
            </p:txBody>
          </p:sp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BA33B4A9-6B8B-7FAD-4C95-2F048566CB82}"/>
                  </a:ext>
                </a:extLst>
              </p:cNvPr>
              <p:cNvSpPr txBox="1"/>
              <p:nvPr/>
            </p:nvSpPr>
            <p:spPr>
              <a:xfrm>
                <a:off x="6413443" y="1337350"/>
                <a:ext cx="5050475" cy="877163"/>
              </a:xfrm>
              <a:prstGeom prst="rect">
                <a:avLst/>
              </a:prstGeom>
            </p:spPr>
            <p:txBody>
              <a:bodyPr vert="horz" wrap="square" lIns="0" tIns="0" rIns="0" bIns="0" rtlCol="0">
                <a:spAutoFit/>
              </a:bodyPr>
              <a:lstStyle>
                <a:lvl1pPr lvl="0" indent="0">
                  <a:lnSpc>
                    <a:spcPct val="100000"/>
                  </a:lnSpc>
                  <a:spcBef>
                    <a:spcPts val="300"/>
                  </a:spcBef>
                  <a:spcAft>
                    <a:spcPts val="300"/>
                  </a:spcAft>
                  <a:buFont typeface="Segoe UI" panose="020B0502040204020203" pitchFamily="34" charset="0"/>
                  <a:buChar char="​"/>
                  <a:defRPr sz="1600">
                    <a:cs typeface="Arial" panose="020B0604020202020204" pitchFamily="34" charset="0"/>
                  </a:defRPr>
                </a:lvl1pPr>
                <a:lvl2pPr marL="228600" lvl="1" indent="-225425">
                  <a:lnSpc>
                    <a:spcPct val="100000"/>
                  </a:lnSpc>
                  <a:spcBef>
                    <a:spcPts val="0"/>
                  </a:spcBef>
                  <a:spcAft>
                    <a:spcPts val="300"/>
                  </a:spcAft>
                  <a:buFont typeface="Wingdings" panose="05000000000000000000" pitchFamily="2" charset="2"/>
                  <a:buChar char=""/>
                  <a:defRPr sz="1600">
                    <a:cs typeface="Arial" panose="020B0604020202020204" pitchFamily="34" charset="0"/>
                  </a:defRPr>
                </a:lvl2pPr>
                <a:lvl3pPr marL="515938" lvl="2" indent="-287338">
                  <a:lnSpc>
                    <a:spcPct val="100000"/>
                  </a:lnSpc>
                  <a:spcBef>
                    <a:spcPts val="0"/>
                  </a:spcBef>
                  <a:spcAft>
                    <a:spcPts val="300"/>
                  </a:spcAft>
                  <a:buFont typeface="Arial" panose="020B0604020202020204" pitchFamily="34" charset="0"/>
                  <a:buChar char="—"/>
                  <a:defRPr sz="1600">
                    <a:cs typeface="Arial" panose="020B0604020202020204" pitchFamily="34" charset="0"/>
                  </a:defRPr>
                </a:lvl3pPr>
                <a:lvl4pPr marL="742950" lvl="3" indent="-182563">
                  <a:lnSpc>
                    <a:spcPct val="100000"/>
                  </a:lnSpc>
                  <a:spcBef>
                    <a:spcPts val="0"/>
                  </a:spcBef>
                  <a:spcAft>
                    <a:spcPts val="300"/>
                  </a:spcAft>
                  <a:buFont typeface="Arial" panose="020B0604020202020204" pitchFamily="34" charset="0"/>
                  <a:buChar char="»"/>
                  <a:defRPr sz="1600">
                    <a:cs typeface="Arial" panose="020B0604020202020204" pitchFamily="34" charset="0"/>
                  </a:defRPr>
                </a:lvl4pPr>
                <a:lvl5pPr marL="914400" lvl="4" indent="-136525">
                  <a:lnSpc>
                    <a:spcPct val="100000"/>
                  </a:lnSpc>
                  <a:spcBef>
                    <a:spcPts val="0"/>
                  </a:spcBef>
                  <a:spcAft>
                    <a:spcPts val="300"/>
                  </a:spcAft>
                  <a:buSzPct val="100000"/>
                  <a:buFont typeface="Arial" panose="020B0604020202020204" pitchFamily="34" charset="0"/>
                  <a:buChar char="›"/>
                  <a:defRPr sz="1600">
                    <a:cs typeface="Arial" panose="020B0604020202020204" pitchFamily="34" charset="0"/>
                  </a:defRPr>
                </a:lvl5pPr>
                <a:lvl6pPr marL="1085850" indent="-171450">
                  <a:lnSpc>
                    <a:spcPct val="100000"/>
                  </a:lnSpc>
                  <a:spcBef>
                    <a:spcPts val="0"/>
                  </a:spcBef>
                  <a:spcAft>
                    <a:spcPts val="300"/>
                  </a:spcAft>
                  <a:buSzPct val="100000"/>
                  <a:buFont typeface="Arial" panose="020B0604020202020204" pitchFamily="34" charset="0"/>
                  <a:buChar char="▫"/>
                  <a:defRPr sz="1600">
                    <a:cs typeface="Arial" panose="020B0604020202020204" pitchFamily="34" charset="0"/>
                  </a:defRPr>
                </a:lvl6pPr>
                <a:lvl7pPr marL="1085850" indent="-171450">
                  <a:lnSpc>
                    <a:spcPct val="100000"/>
                  </a:lnSpc>
                  <a:spcBef>
                    <a:spcPts val="0"/>
                  </a:spcBef>
                  <a:spcAft>
                    <a:spcPts val="300"/>
                  </a:spcAft>
                  <a:buSzPct val="100000"/>
                  <a:buFont typeface="Arial" panose="020B0604020202020204" pitchFamily="34" charset="0"/>
                  <a:buChar char="▫"/>
                  <a:defRPr sz="1600">
                    <a:cs typeface="Arial" panose="020B0604020202020204" pitchFamily="34" charset="0"/>
                  </a:defRPr>
                </a:lvl7pPr>
                <a:lvl8pPr marL="1085850" indent="-171450">
                  <a:lnSpc>
                    <a:spcPct val="100000"/>
                  </a:lnSpc>
                  <a:spcBef>
                    <a:spcPts val="0"/>
                  </a:spcBef>
                  <a:spcAft>
                    <a:spcPts val="300"/>
                  </a:spcAft>
                  <a:buSzPct val="100000"/>
                  <a:buFont typeface="Arial" panose="020B0604020202020204" pitchFamily="34" charset="0"/>
                  <a:buChar char="▫"/>
                  <a:defRPr sz="1600">
                    <a:cs typeface="Arial" panose="020B0604020202020204" pitchFamily="34" charset="0"/>
                  </a:defRPr>
                </a:lvl8pPr>
                <a:lvl9pPr marL="1085850" indent="-171450">
                  <a:lnSpc>
                    <a:spcPct val="100000"/>
                  </a:lnSpc>
                  <a:spcBef>
                    <a:spcPts val="0"/>
                  </a:spcBef>
                  <a:spcAft>
                    <a:spcPts val="300"/>
                  </a:spcAft>
                  <a:buSzPct val="100000"/>
                  <a:buFont typeface="Arial" panose="020B0604020202020204" pitchFamily="34" charset="0"/>
                  <a:buChar char="▫"/>
                  <a:defRPr sz="1600">
                    <a:cs typeface="Arial" panose="020B0604020202020204" pitchFamily="34" charset="0"/>
                  </a:defRPr>
                </a:lvl9pPr>
              </a:lstStyle>
              <a:p>
                <a:pPr algn="ctr">
                  <a:buNone/>
                </a:pPr>
                <a:r>
                  <a:rPr lang="en-US" sz="1400" b="1" dirty="0">
                    <a:solidFill>
                      <a:schemeClr val="bg1"/>
                    </a:solidFill>
                  </a:rPr>
                  <a:t>Synthetic data</a:t>
                </a:r>
                <a:br>
                  <a:rPr lang="en-US" sz="1400" b="1" dirty="0">
                    <a:solidFill>
                      <a:schemeClr val="bg1"/>
                    </a:solidFill>
                  </a:rPr>
                </a:br>
                <a:endParaRPr lang="en-US" sz="1100" b="1" dirty="0">
                  <a:solidFill>
                    <a:schemeClr val="bg1"/>
                  </a:solidFill>
                </a:endParaRPr>
              </a:p>
              <a:p>
                <a:pPr>
                  <a:buNone/>
                </a:pPr>
                <a:r>
                  <a:rPr lang="en-US" sz="1100" b="1" dirty="0">
                    <a:solidFill>
                      <a:schemeClr val="bg1"/>
                    </a:solidFill>
                  </a:rPr>
                  <a:t>Aim: </a:t>
                </a:r>
                <a:r>
                  <a:rPr lang="en-US" sz="1100" dirty="0">
                    <a:solidFill>
                      <a:schemeClr val="bg1"/>
                    </a:solidFill>
                  </a:rPr>
                  <a:t>Teach our model how (parody) song lyrics look like</a:t>
                </a: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endParaRPr lang="en-US" sz="1100" b="1" dirty="0">
                  <a:solidFill>
                    <a:schemeClr val="bg1"/>
                  </a:solidFill>
                </a:endParaRPr>
              </a:p>
            </p:txBody>
          </p:sp>
        </p:grpSp>
        <p:grpSp>
          <p:nvGrpSpPr>
            <p:cNvPr id="73" name="Group 72">
              <a:extLst>
                <a:ext uri="{FF2B5EF4-FFF2-40B4-BE49-F238E27FC236}">
                  <a16:creationId xmlns:a16="http://schemas.microsoft.com/office/drawing/2014/main" id="{748C25C1-630E-C8EB-0EF0-478A65415D25}"/>
                </a:ext>
              </a:extLst>
            </p:cNvPr>
            <p:cNvGrpSpPr/>
            <p:nvPr/>
          </p:nvGrpSpPr>
          <p:grpSpPr>
            <a:xfrm>
              <a:off x="6269287" y="3042152"/>
              <a:ext cx="5478283" cy="1458725"/>
              <a:chOff x="4433013" y="1103580"/>
              <a:chExt cx="5478283" cy="1458725"/>
            </a:xfrm>
          </p:grpSpPr>
          <p:sp>
            <p:nvSpPr>
              <p:cNvPr id="52" name="Arrow: U-Turn 51">
                <a:extLst>
                  <a:ext uri="{FF2B5EF4-FFF2-40B4-BE49-F238E27FC236}">
                    <a16:creationId xmlns:a16="http://schemas.microsoft.com/office/drawing/2014/main" id="{26FE391A-F3BE-5B41-B76F-7474A43CC030}"/>
                  </a:ext>
                </a:extLst>
              </p:cNvPr>
              <p:cNvSpPr/>
              <p:nvPr/>
            </p:nvSpPr>
            <p:spPr>
              <a:xfrm>
                <a:off x="5859690" y="1296787"/>
                <a:ext cx="916362" cy="564067"/>
              </a:xfrm>
              <a:prstGeom prst="uturnArrow">
                <a:avLst>
                  <a:gd name="adj1" fmla="val 16158"/>
                  <a:gd name="adj2" fmla="val 25000"/>
                  <a:gd name="adj3" fmla="val 34702"/>
                  <a:gd name="adj4" fmla="val 65298"/>
                  <a:gd name="adj5" fmla="val 100000"/>
                </a:avLst>
              </a:prstGeom>
              <a:solidFill>
                <a:schemeClr val="accent2">
                  <a:lumMod val="20000"/>
                  <a:lumOff val="80000"/>
                </a:schemeClr>
              </a:solidFill>
              <a:ln w="6350" cap="sq">
                <a:solidFill>
                  <a:schemeClr val="bg1"/>
                </a:solidFill>
                <a:miter lim="800000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>
                  <a:spcBef>
                    <a:spcPts val="300"/>
                  </a:spcBef>
                  <a:spcAft>
                    <a:spcPts val="300"/>
                  </a:spcAft>
                </a:pPr>
                <a:endParaRPr lang="en-GB" sz="1600" dirty="0" err="1">
                  <a:solidFill>
                    <a:schemeClr val="bg1"/>
                  </a:solidFill>
                </a:endParaRPr>
              </a:p>
            </p:txBody>
          </p:sp>
          <p:sp>
            <p:nvSpPr>
              <p:cNvPr id="53" name="Rectangle: Rounded Corners 52">
                <a:extLst>
                  <a:ext uri="{FF2B5EF4-FFF2-40B4-BE49-F238E27FC236}">
                    <a16:creationId xmlns:a16="http://schemas.microsoft.com/office/drawing/2014/main" id="{668FB42B-0192-FAF7-449E-4D46E2542F11}"/>
                  </a:ext>
                </a:extLst>
              </p:cNvPr>
              <p:cNvSpPr/>
              <p:nvPr/>
            </p:nvSpPr>
            <p:spPr>
              <a:xfrm>
                <a:off x="4433013" y="2297139"/>
                <a:ext cx="1309255" cy="265166"/>
              </a:xfrm>
              <a:prstGeom prst="roundRect">
                <a:avLst/>
              </a:prstGeom>
              <a:ln w="12700">
                <a:solidFill>
                  <a:schemeClr val="accent6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>
                  <a:spcBef>
                    <a:spcPts val="300"/>
                  </a:spcBef>
                  <a:spcAft>
                    <a:spcPts val="300"/>
                  </a:spcAft>
                </a:pPr>
                <a:r>
                  <a:rPr lang="en-GB" sz="1100" dirty="0">
                    <a:solidFill>
                      <a:schemeClr val="bg1"/>
                    </a:solidFill>
                  </a:rPr>
                  <a:t>31 themes</a:t>
                </a:r>
              </a:p>
            </p:txBody>
          </p:sp>
          <p:cxnSp>
            <p:nvCxnSpPr>
              <p:cNvPr id="54" name="Straight Arrow Connector 53">
                <a:extLst>
                  <a:ext uri="{FF2B5EF4-FFF2-40B4-BE49-F238E27FC236}">
                    <a16:creationId xmlns:a16="http://schemas.microsoft.com/office/drawing/2014/main" id="{25646621-0772-A2B7-441A-6280616838C0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5732973" y="1526661"/>
                <a:ext cx="347436" cy="247868"/>
              </a:xfrm>
              <a:prstGeom prst="straightConnector1">
                <a:avLst/>
              </a:prstGeom>
              <a:ln w="28575" cap="flat">
                <a:solidFill>
                  <a:schemeClr val="bg1"/>
                </a:solidFill>
                <a:miter lim="800000"/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55" name="Diamond 54">
                <a:extLst>
                  <a:ext uri="{FF2B5EF4-FFF2-40B4-BE49-F238E27FC236}">
                    <a16:creationId xmlns:a16="http://schemas.microsoft.com/office/drawing/2014/main" id="{8D7B894A-694B-DA86-233F-55A9B2CA22A6}"/>
                  </a:ext>
                </a:extLst>
              </p:cNvPr>
              <p:cNvSpPr/>
              <p:nvPr/>
            </p:nvSpPr>
            <p:spPr>
              <a:xfrm>
                <a:off x="5773900" y="1718362"/>
                <a:ext cx="999972" cy="516124"/>
              </a:xfrm>
              <a:prstGeom prst="diamond">
                <a:avLst/>
              </a:prstGeom>
              <a:solidFill>
                <a:schemeClr val="accent6">
                  <a:lumMod val="40000"/>
                  <a:lumOff val="60000"/>
                </a:schemeClr>
              </a:solidFill>
              <a:ln w="12700" cap="sq">
                <a:solidFill>
                  <a:schemeClr val="bg1"/>
                </a:solidFill>
                <a:miter lim="800000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>
                  <a:spcBef>
                    <a:spcPts val="300"/>
                  </a:spcBef>
                  <a:spcAft>
                    <a:spcPts val="300"/>
                  </a:spcAft>
                </a:pPr>
                <a:r>
                  <a:rPr lang="en-GB" sz="1100" dirty="0">
                    <a:solidFill>
                      <a:schemeClr val="bg1"/>
                    </a:solidFill>
                  </a:rPr>
                  <a:t>Llama 3.1 8b</a:t>
                </a:r>
              </a:p>
            </p:txBody>
          </p:sp>
          <p:sp>
            <p:nvSpPr>
              <p:cNvPr id="56" name="Rectangle 55">
                <a:extLst>
                  <a:ext uri="{FF2B5EF4-FFF2-40B4-BE49-F238E27FC236}">
                    <a16:creationId xmlns:a16="http://schemas.microsoft.com/office/drawing/2014/main" id="{794323E7-0530-A2C4-6A7A-89C02D18AB18}"/>
                  </a:ext>
                </a:extLst>
              </p:cNvPr>
              <p:cNvSpPr/>
              <p:nvPr/>
            </p:nvSpPr>
            <p:spPr>
              <a:xfrm>
                <a:off x="5995741" y="1116929"/>
                <a:ext cx="644260" cy="315578"/>
              </a:xfrm>
              <a:prstGeom prst="rect">
                <a:avLst/>
              </a:prstGeom>
              <a:solidFill>
                <a:schemeClr val="accent2">
                  <a:lumMod val="20000"/>
                  <a:lumOff val="80000"/>
                </a:schemeClr>
              </a:solidFill>
              <a:ln>
                <a:solidFill>
                  <a:schemeClr val="accent2">
                    <a:lumMod val="75000"/>
                  </a:schemeClr>
                </a:solidFill>
              </a:ln>
            </p:spPr>
            <p:style>
              <a:lnRef idx="2">
                <a:schemeClr val="accent4">
                  <a:shade val="15000"/>
                </a:schemeClr>
              </a:lnRef>
              <a:fillRef idx="1">
                <a:schemeClr val="accent4"/>
              </a:fillRef>
              <a:effectRef idx="0">
                <a:schemeClr val="accent4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0" tIns="36000" rIns="0" bIns="3600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>
                  <a:spcBef>
                    <a:spcPts val="300"/>
                  </a:spcBef>
                  <a:spcAft>
                    <a:spcPts val="300"/>
                  </a:spcAft>
                </a:pPr>
                <a:r>
                  <a:rPr lang="en-GB" sz="1100" dirty="0">
                    <a:solidFill>
                      <a:schemeClr val="bg1"/>
                    </a:solidFill>
                  </a:rPr>
                  <a:t>(up to) 60 variants</a:t>
                </a:r>
              </a:p>
            </p:txBody>
          </p:sp>
          <p:cxnSp>
            <p:nvCxnSpPr>
              <p:cNvPr id="57" name="Straight Arrow Connector 56">
                <a:extLst>
                  <a:ext uri="{FF2B5EF4-FFF2-40B4-BE49-F238E27FC236}">
                    <a16:creationId xmlns:a16="http://schemas.microsoft.com/office/drawing/2014/main" id="{BC332B56-68C2-0095-C3A6-DEB8B184EF38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6775223" y="1966703"/>
                <a:ext cx="149222" cy="0"/>
              </a:xfrm>
              <a:prstGeom prst="straightConnector1">
                <a:avLst/>
              </a:prstGeom>
              <a:ln w="28575" cap="flat">
                <a:solidFill>
                  <a:schemeClr val="bg1"/>
                </a:solidFill>
                <a:miter lim="800000"/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grpSp>
            <p:nvGrpSpPr>
              <p:cNvPr id="58" name="Group 57">
                <a:extLst>
                  <a:ext uri="{FF2B5EF4-FFF2-40B4-BE49-F238E27FC236}">
                    <a16:creationId xmlns:a16="http://schemas.microsoft.com/office/drawing/2014/main" id="{DCD1A085-EC1F-E0AC-35BE-86FC7DC5F1FB}"/>
                  </a:ext>
                </a:extLst>
              </p:cNvPr>
              <p:cNvGrpSpPr/>
              <p:nvPr/>
            </p:nvGrpSpPr>
            <p:grpSpPr>
              <a:xfrm>
                <a:off x="4433013" y="1103580"/>
                <a:ext cx="1324509" cy="894244"/>
                <a:chOff x="4433013" y="1080772"/>
                <a:chExt cx="1324509" cy="894244"/>
              </a:xfrm>
            </p:grpSpPr>
            <p:sp>
              <p:nvSpPr>
                <p:cNvPr id="59" name="Rectangle: Rounded Corners 58">
                  <a:extLst>
                    <a:ext uri="{FF2B5EF4-FFF2-40B4-BE49-F238E27FC236}">
                      <a16:creationId xmlns:a16="http://schemas.microsoft.com/office/drawing/2014/main" id="{FEC42C22-0872-E015-F412-EB711E662F4D}"/>
                    </a:ext>
                  </a:extLst>
                </p:cNvPr>
                <p:cNvSpPr/>
                <p:nvPr/>
              </p:nvSpPr>
              <p:spPr>
                <a:xfrm>
                  <a:off x="4433013" y="1080772"/>
                  <a:ext cx="1309255" cy="894244"/>
                </a:xfrm>
                <a:prstGeom prst="roundRect">
                  <a:avLst/>
                </a:prstGeom>
                <a:ln w="12700">
                  <a:solidFill>
                    <a:schemeClr val="accent6">
                      <a:lumMod val="50000"/>
                    </a:schemeClr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36000" tIns="36000" rIns="36000" bIns="36000" numCol="1" spcCol="0" rtlCol="0" fromWordArt="0" anchor="t" anchorCtr="1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>
                    <a:spcBef>
                      <a:spcPts val="300"/>
                    </a:spcBef>
                    <a:spcAft>
                      <a:spcPts val="300"/>
                    </a:spcAft>
                  </a:pPr>
                  <a:endParaRPr lang="en-GB" sz="1100" dirty="0">
                    <a:solidFill>
                      <a:schemeClr val="bg1"/>
                    </a:solidFill>
                  </a:endParaRPr>
                </a:p>
              </p:txBody>
            </p:sp>
            <p:sp>
              <p:nvSpPr>
                <p:cNvPr id="60" name="TextBox 59">
                  <a:extLst>
                    <a:ext uri="{FF2B5EF4-FFF2-40B4-BE49-F238E27FC236}">
                      <a16:creationId xmlns:a16="http://schemas.microsoft.com/office/drawing/2014/main" id="{11CEEDFB-FA26-C26C-EE39-DAD6E83B7F7B}"/>
                    </a:ext>
                  </a:extLst>
                </p:cNvPr>
                <p:cNvSpPr txBox="1"/>
                <p:nvPr/>
              </p:nvSpPr>
              <p:spPr>
                <a:xfrm>
                  <a:off x="4433013" y="1080772"/>
                  <a:ext cx="1324509" cy="780005"/>
                </a:xfrm>
                <a:prstGeom prst="rect">
                  <a:avLst/>
                </a:prstGeom>
                <a:noFill/>
                <a:ln w="6350">
                  <a:noFill/>
                  <a:miter lim="800000"/>
                </a:ln>
              </p:spPr>
              <p:txBody>
                <a:bodyPr wrap="square">
                  <a:spAutoFit/>
                </a:bodyPr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300"/>
                    </a:spcBef>
                    <a:spcAft>
                      <a:spcPts val="30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GB" sz="11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srgbClr val="051C2C"/>
                      </a:solidFill>
                      <a:effectLst/>
                      <a:uLnTx/>
                      <a:uFillTx/>
                      <a:latin typeface="Arial"/>
                      <a:ea typeface="+mn-ea"/>
                      <a:cs typeface="+mn-cs"/>
                    </a:rPr>
                    <a:t>122 handpicked stanzas</a:t>
                  </a:r>
                </a:p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GB" sz="800" b="0" i="1" u="none" strike="noStrike" kern="1200" cap="none" spc="0" normalizeH="0" baseline="0" noProof="0" dirty="0">
                      <a:ln>
                        <a:noFill/>
                      </a:ln>
                      <a:solidFill>
                        <a:srgbClr val="051C2C"/>
                      </a:solidFill>
                      <a:effectLst/>
                      <a:uLnTx/>
                      <a:uFillTx/>
                      <a:latin typeface="Arial"/>
                      <a:ea typeface="+mn-ea"/>
                      <a:cs typeface="+mn-cs"/>
                    </a:rPr>
                    <a:t>101 ABBA /ABAB/ AABB stanzas</a:t>
                  </a:r>
                </a:p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GB" sz="800" b="0" i="1" u="none" strike="noStrike" kern="1200" cap="none" spc="0" normalizeH="0" baseline="0" noProof="0" dirty="0">
                      <a:ln>
                        <a:noFill/>
                      </a:ln>
                      <a:solidFill>
                        <a:srgbClr val="051C2C"/>
                      </a:solidFill>
                      <a:effectLst/>
                      <a:uLnTx/>
                      <a:uFillTx/>
                      <a:latin typeface="Arial"/>
                      <a:ea typeface="+mn-ea"/>
                      <a:cs typeface="+mn-cs"/>
                    </a:rPr>
                    <a:t>21 more varied stanzas</a:t>
                  </a:r>
                  <a:endParaRPr kumimoji="0" lang="en-US" sz="800" b="0" i="1" u="none" strike="noStrike" kern="1200" cap="none" spc="0" normalizeH="0" baseline="0" noProof="0" dirty="0">
                    <a:ln>
                      <a:noFill/>
                    </a:ln>
                    <a:solidFill>
                      <a:srgbClr val="051C2C"/>
                    </a:solidFill>
                    <a:effectLst/>
                    <a:uLnTx/>
                    <a:uFillTx/>
                    <a:latin typeface="Arial"/>
                    <a:ea typeface="+mn-ea"/>
                    <a:cs typeface="+mn-cs"/>
                  </a:endParaRPr>
                </a:p>
              </p:txBody>
            </p:sp>
            <p:cxnSp>
              <p:nvCxnSpPr>
                <p:cNvPr id="61" name="Straight Connector 60">
                  <a:extLst>
                    <a:ext uri="{FF2B5EF4-FFF2-40B4-BE49-F238E27FC236}">
                      <a16:creationId xmlns:a16="http://schemas.microsoft.com/office/drawing/2014/main" id="{944F7EBB-4E47-F356-300E-E7C1CE8B9B24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4499517" y="1490870"/>
                  <a:ext cx="1242751" cy="0"/>
                </a:xfrm>
                <a:prstGeom prst="line">
                  <a:avLst/>
                </a:prstGeom>
                <a:ln w="12700">
                  <a:solidFill>
                    <a:schemeClr val="accent6">
                      <a:lumMod val="50000"/>
                    </a:schemeClr>
                  </a:solidFill>
                  <a:prstDash val="dash"/>
                  <a:tailEnd type="none"/>
                </a:ln>
              </p:spPr>
              <p:style>
                <a:lnRef idx="1">
                  <a:schemeClr val="accent6"/>
                </a:lnRef>
                <a:fillRef idx="0">
                  <a:schemeClr val="accent6"/>
                </a:fillRef>
                <a:effectRef idx="0">
                  <a:schemeClr val="accent6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62" name="Group 61">
                <a:extLst>
                  <a:ext uri="{FF2B5EF4-FFF2-40B4-BE49-F238E27FC236}">
                    <a16:creationId xmlns:a16="http://schemas.microsoft.com/office/drawing/2014/main" id="{4EDABA12-8E02-7D70-E620-8092A524A123}"/>
                  </a:ext>
                </a:extLst>
              </p:cNvPr>
              <p:cNvGrpSpPr/>
              <p:nvPr/>
            </p:nvGrpSpPr>
            <p:grpSpPr>
              <a:xfrm>
                <a:off x="8602041" y="1617179"/>
                <a:ext cx="1309255" cy="777915"/>
                <a:chOff x="9648777" y="1574422"/>
                <a:chExt cx="1309255" cy="777915"/>
              </a:xfrm>
            </p:grpSpPr>
            <p:sp>
              <p:nvSpPr>
                <p:cNvPr id="63" name="Rectangle: Rounded Corners 62">
                  <a:extLst>
                    <a:ext uri="{FF2B5EF4-FFF2-40B4-BE49-F238E27FC236}">
                      <a16:creationId xmlns:a16="http://schemas.microsoft.com/office/drawing/2014/main" id="{05A7C696-99AC-8F5F-3458-C2B26AEC0313}"/>
                    </a:ext>
                  </a:extLst>
                </p:cNvPr>
                <p:cNvSpPr/>
                <p:nvPr/>
              </p:nvSpPr>
              <p:spPr>
                <a:xfrm>
                  <a:off x="9700785" y="1574422"/>
                  <a:ext cx="1191235" cy="741795"/>
                </a:xfrm>
                <a:prstGeom prst="roundRect">
                  <a:avLst/>
                </a:prstGeom>
                <a:ln w="12700">
                  <a:solidFill>
                    <a:srgbClr val="FFA800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36000" tIns="36000" rIns="36000" bIns="36000" numCol="1" spcCol="0" rtlCol="0" fromWordArt="0" anchor="t" anchorCtr="1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>
                    <a:spcBef>
                      <a:spcPts val="300"/>
                    </a:spcBef>
                    <a:spcAft>
                      <a:spcPts val="300"/>
                    </a:spcAft>
                  </a:pPr>
                  <a:endParaRPr lang="en-GB" sz="1100" dirty="0">
                    <a:solidFill>
                      <a:schemeClr val="bg1"/>
                    </a:solidFill>
                  </a:endParaRPr>
                </a:p>
              </p:txBody>
            </p:sp>
            <p:sp>
              <p:nvSpPr>
                <p:cNvPr id="64" name="TextBox 63">
                  <a:extLst>
                    <a:ext uri="{FF2B5EF4-FFF2-40B4-BE49-F238E27FC236}">
                      <a16:creationId xmlns:a16="http://schemas.microsoft.com/office/drawing/2014/main" id="{D01373FD-2DE7-3180-3D0F-6D5101C3E074}"/>
                    </a:ext>
                  </a:extLst>
                </p:cNvPr>
                <p:cNvSpPr txBox="1"/>
                <p:nvPr/>
              </p:nvSpPr>
              <p:spPr>
                <a:xfrm>
                  <a:off x="9648777" y="1636756"/>
                  <a:ext cx="1309255" cy="715581"/>
                </a:xfrm>
                <a:prstGeom prst="rect">
                  <a:avLst/>
                </a:prstGeom>
                <a:noFill/>
                <a:ln w="6350">
                  <a:noFill/>
                  <a:miter lim="800000"/>
                </a:ln>
              </p:spPr>
              <p:txBody>
                <a:bodyPr wrap="square">
                  <a:spAutoFit/>
                </a:bodyPr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300"/>
                    </a:spcBef>
                    <a:spcAft>
                      <a:spcPts val="30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GB" sz="11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srgbClr val="051C2C"/>
                      </a:solidFill>
                      <a:effectLst/>
                      <a:uLnTx/>
                      <a:uFillTx/>
                      <a:latin typeface="Arial"/>
                      <a:ea typeface="+mn-ea"/>
                      <a:cs typeface="+mn-cs"/>
                    </a:rPr>
                    <a:t>50,000 generated stanzas</a:t>
                  </a:r>
                </a:p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GB" sz="800" b="0" i="1" u="none" strike="noStrike" kern="1200" cap="none" spc="0" normalizeH="0" baseline="0" noProof="0" dirty="0">
                      <a:ln>
                        <a:noFill/>
                      </a:ln>
                      <a:solidFill>
                        <a:srgbClr val="051C2C"/>
                      </a:solidFill>
                      <a:effectLst/>
                      <a:uLnTx/>
                      <a:uFillTx/>
                      <a:latin typeface="Arial"/>
                      <a:ea typeface="+mn-ea"/>
                      <a:cs typeface="+mn-cs"/>
                    </a:rPr>
                    <a:t>90/5/5 train/dev/test </a:t>
                  </a:r>
                  <a:br>
                    <a:rPr kumimoji="0" lang="en-GB" sz="800" b="0" i="1" u="none" strike="noStrike" kern="1200" cap="none" spc="0" normalizeH="0" baseline="0" noProof="0" dirty="0">
                      <a:ln>
                        <a:noFill/>
                      </a:ln>
                      <a:solidFill>
                        <a:srgbClr val="051C2C"/>
                      </a:solidFill>
                      <a:effectLst/>
                      <a:uLnTx/>
                      <a:uFillTx/>
                      <a:latin typeface="Arial"/>
                      <a:ea typeface="+mn-ea"/>
                      <a:cs typeface="+mn-cs"/>
                    </a:rPr>
                  </a:br>
                  <a:r>
                    <a:rPr kumimoji="0" lang="en-GB" sz="800" b="0" i="1" u="none" strike="noStrike" kern="1200" cap="none" spc="0" normalizeH="0" baseline="0" noProof="0" dirty="0">
                      <a:ln>
                        <a:noFill/>
                      </a:ln>
                      <a:solidFill>
                        <a:srgbClr val="051C2C"/>
                      </a:solidFill>
                      <a:effectLst/>
                      <a:uLnTx/>
                      <a:uFillTx/>
                      <a:latin typeface="Arial"/>
                      <a:ea typeface="+mn-ea"/>
                      <a:cs typeface="+mn-cs"/>
                    </a:rPr>
                    <a:t>set split</a:t>
                  </a:r>
                  <a:endParaRPr kumimoji="0" lang="en-US" sz="800" b="0" i="1" u="none" strike="noStrike" kern="1200" cap="none" spc="0" normalizeH="0" baseline="0" noProof="0" dirty="0">
                    <a:ln>
                      <a:noFill/>
                    </a:ln>
                    <a:solidFill>
                      <a:srgbClr val="051C2C"/>
                    </a:solidFill>
                    <a:effectLst/>
                    <a:uLnTx/>
                    <a:uFillTx/>
                    <a:latin typeface="Arial"/>
                    <a:ea typeface="+mn-ea"/>
                    <a:cs typeface="+mn-cs"/>
                  </a:endParaRPr>
                </a:p>
              </p:txBody>
            </p:sp>
            <p:cxnSp>
              <p:nvCxnSpPr>
                <p:cNvPr id="65" name="Straight Connector 64">
                  <a:extLst>
                    <a:ext uri="{FF2B5EF4-FFF2-40B4-BE49-F238E27FC236}">
                      <a16:creationId xmlns:a16="http://schemas.microsoft.com/office/drawing/2014/main" id="{67864F18-50DB-E88A-A326-30758850AE08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9740220" y="2027799"/>
                  <a:ext cx="1152000" cy="0"/>
                </a:xfrm>
                <a:prstGeom prst="line">
                  <a:avLst/>
                </a:prstGeom>
                <a:ln w="12700">
                  <a:solidFill>
                    <a:srgbClr val="FFA800"/>
                  </a:solidFill>
                  <a:prstDash val="dash"/>
                  <a:tailEnd type="none"/>
                </a:ln>
              </p:spPr>
              <p:style>
                <a:lnRef idx="1">
                  <a:schemeClr val="accent6"/>
                </a:lnRef>
                <a:fillRef idx="0">
                  <a:schemeClr val="accent6"/>
                </a:fillRef>
                <a:effectRef idx="0">
                  <a:schemeClr val="accent6"/>
                </a:effectRef>
                <a:fontRef idx="minor">
                  <a:schemeClr val="tx1"/>
                </a:fontRef>
              </p:style>
            </p:cxnSp>
          </p:grpSp>
          <p:cxnSp>
            <p:nvCxnSpPr>
              <p:cNvPr id="66" name="Straight Arrow Connector 65">
                <a:extLst>
                  <a:ext uri="{FF2B5EF4-FFF2-40B4-BE49-F238E27FC236}">
                    <a16:creationId xmlns:a16="http://schemas.microsoft.com/office/drawing/2014/main" id="{CA3D5360-F105-A2E5-58F1-2A4A3DE3ED46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5738423" y="2178319"/>
                <a:ext cx="347436" cy="247868"/>
              </a:xfrm>
              <a:prstGeom prst="straightConnector1">
                <a:avLst/>
              </a:prstGeom>
              <a:ln w="28575" cap="flat">
                <a:solidFill>
                  <a:schemeClr val="bg1"/>
                </a:solidFill>
                <a:miter lim="800000"/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7" name="Straight Arrow Connector 66">
                <a:extLst>
                  <a:ext uri="{FF2B5EF4-FFF2-40B4-BE49-F238E27FC236}">
                    <a16:creationId xmlns:a16="http://schemas.microsoft.com/office/drawing/2014/main" id="{D10647A4-3475-4279-9516-5322292FB22F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7491331" y="1966703"/>
                <a:ext cx="149222" cy="0"/>
              </a:xfrm>
              <a:prstGeom prst="straightConnector1">
                <a:avLst/>
              </a:prstGeom>
              <a:ln w="28575" cap="flat">
                <a:solidFill>
                  <a:schemeClr val="bg1"/>
                </a:solidFill>
                <a:miter lim="800000"/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grpSp>
            <p:nvGrpSpPr>
              <p:cNvPr id="68" name="Group 67">
                <a:extLst>
                  <a:ext uri="{FF2B5EF4-FFF2-40B4-BE49-F238E27FC236}">
                    <a16:creationId xmlns:a16="http://schemas.microsoft.com/office/drawing/2014/main" id="{45737FAE-647D-41A5-7E95-9695F8A3D5D4}"/>
                  </a:ext>
                </a:extLst>
              </p:cNvPr>
              <p:cNvGrpSpPr/>
              <p:nvPr/>
            </p:nvGrpSpPr>
            <p:grpSpPr>
              <a:xfrm>
                <a:off x="7640553" y="1698921"/>
                <a:ext cx="859030" cy="543878"/>
                <a:chOff x="8326072" y="1690608"/>
                <a:chExt cx="859030" cy="543878"/>
              </a:xfrm>
            </p:grpSpPr>
            <p:sp>
              <p:nvSpPr>
                <p:cNvPr id="69" name="Rectangle: Diagonal Corners Snipped 68">
                  <a:extLst>
                    <a:ext uri="{FF2B5EF4-FFF2-40B4-BE49-F238E27FC236}">
                      <a16:creationId xmlns:a16="http://schemas.microsoft.com/office/drawing/2014/main" id="{5EA71294-7866-F7F3-DB2B-3361BD782328}"/>
                    </a:ext>
                  </a:extLst>
                </p:cNvPr>
                <p:cNvSpPr/>
                <p:nvPr/>
              </p:nvSpPr>
              <p:spPr>
                <a:xfrm>
                  <a:off x="8326072" y="1690608"/>
                  <a:ext cx="859030" cy="535564"/>
                </a:xfrm>
                <a:prstGeom prst="snip2DiagRect">
                  <a:avLst>
                    <a:gd name="adj1" fmla="val 0"/>
                    <a:gd name="adj2" fmla="val 50000"/>
                  </a:avLst>
                </a:prstGeom>
                <a:solidFill>
                  <a:srgbClr val="FFCCCC"/>
                </a:solidFill>
                <a:ln w="12700" cap="sq">
                  <a:solidFill>
                    <a:srgbClr val="CD3030"/>
                  </a:solidFill>
                  <a:miter lim="800000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>
                    <a:spcBef>
                      <a:spcPts val="300"/>
                    </a:spcBef>
                    <a:spcAft>
                      <a:spcPts val="300"/>
                    </a:spcAft>
                  </a:pPr>
                  <a:endParaRPr lang="en-GB" sz="1100" dirty="0">
                    <a:solidFill>
                      <a:schemeClr val="bg1"/>
                    </a:solidFill>
                  </a:endParaRPr>
                </a:p>
              </p:txBody>
            </p:sp>
            <p:sp>
              <p:nvSpPr>
                <p:cNvPr id="70" name="Rectangle 69">
                  <a:extLst>
                    <a:ext uri="{FF2B5EF4-FFF2-40B4-BE49-F238E27FC236}">
                      <a16:creationId xmlns:a16="http://schemas.microsoft.com/office/drawing/2014/main" id="{5F266C8D-2A63-D852-BC01-774DC6A14950}"/>
                    </a:ext>
                  </a:extLst>
                </p:cNvPr>
                <p:cNvSpPr/>
                <p:nvPr/>
              </p:nvSpPr>
              <p:spPr>
                <a:xfrm>
                  <a:off x="8376522" y="1698922"/>
                  <a:ext cx="756572" cy="535564"/>
                </a:xfrm>
                <a:prstGeom prst="rect">
                  <a:avLst/>
                </a:prstGeom>
                <a:noFill/>
                <a:ln w="12700" cap="sq">
                  <a:noFill/>
                  <a:miter lim="800000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>
                    <a:spcBef>
                      <a:spcPts val="300"/>
                    </a:spcBef>
                    <a:spcAft>
                      <a:spcPts val="300"/>
                    </a:spcAft>
                  </a:pPr>
                  <a:r>
                    <a:rPr lang="en-GB" sz="1100" dirty="0">
                      <a:solidFill>
                        <a:schemeClr val="bg1"/>
                      </a:solidFill>
                    </a:rPr>
                    <a:t>Syllable &amp; rhyme filter</a:t>
                  </a:r>
                </a:p>
              </p:txBody>
            </p:sp>
          </p:grpSp>
          <p:cxnSp>
            <p:nvCxnSpPr>
              <p:cNvPr id="71" name="Straight Arrow Connector 70">
                <a:extLst>
                  <a:ext uri="{FF2B5EF4-FFF2-40B4-BE49-F238E27FC236}">
                    <a16:creationId xmlns:a16="http://schemas.microsoft.com/office/drawing/2014/main" id="{D0BCDA44-638D-824D-B57F-96E35B31074F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8499583" y="1966703"/>
                <a:ext cx="149222" cy="0"/>
              </a:xfrm>
              <a:prstGeom prst="straightConnector1">
                <a:avLst/>
              </a:prstGeom>
              <a:ln w="28575" cap="flat">
                <a:solidFill>
                  <a:schemeClr val="bg1"/>
                </a:solidFill>
                <a:miter lim="800000"/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72" name="Rectangle: Rounded Corners 71">
                <a:extLst>
                  <a:ext uri="{FF2B5EF4-FFF2-40B4-BE49-F238E27FC236}">
                    <a16:creationId xmlns:a16="http://schemas.microsoft.com/office/drawing/2014/main" id="{AFC738AA-0FBB-180A-6325-AFE265CC3098}"/>
                  </a:ext>
                </a:extLst>
              </p:cNvPr>
              <p:cNvSpPr/>
              <p:nvPr/>
            </p:nvSpPr>
            <p:spPr>
              <a:xfrm>
                <a:off x="6932740" y="1766660"/>
                <a:ext cx="549821" cy="426160"/>
              </a:xfrm>
              <a:prstGeom prst="roundRect">
                <a:avLst/>
              </a:prstGeom>
              <a:noFill/>
              <a:ln w="12700" cap="sq">
                <a:solidFill>
                  <a:schemeClr val="accent6">
                    <a:lumMod val="50000"/>
                  </a:schemeClr>
                </a:solidFill>
                <a:miter lim="800000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>
                  <a:spcBef>
                    <a:spcPts val="300"/>
                  </a:spcBef>
                  <a:spcAft>
                    <a:spcPts val="300"/>
                  </a:spcAft>
                </a:pPr>
                <a:r>
                  <a:rPr lang="en-GB" sz="1100" dirty="0">
                    <a:solidFill>
                      <a:schemeClr val="bg1"/>
                    </a:solidFill>
                  </a:rPr>
                  <a:t>230,000 stanzas</a:t>
                </a:r>
              </a:p>
            </p:txBody>
          </p:sp>
        </p:grpSp>
      </p:grpSp>
      <p:sp>
        <p:nvSpPr>
          <p:cNvPr id="78" name="Title 57">
            <a:extLst>
              <a:ext uri="{FF2B5EF4-FFF2-40B4-BE49-F238E27FC236}">
                <a16:creationId xmlns:a16="http://schemas.microsoft.com/office/drawing/2014/main" id="{BC2A08FC-249F-46B8-775A-252B5CFB6767}"/>
              </a:ext>
            </a:extLst>
          </p:cNvPr>
          <p:cNvSpPr txBox="1">
            <a:spLocks/>
          </p:cNvSpPr>
          <p:nvPr/>
        </p:nvSpPr>
        <p:spPr>
          <a:xfrm>
            <a:off x="554736" y="182372"/>
            <a:ext cx="2670602" cy="731520"/>
          </a:xfrm>
          <a:prstGeom prst="rect">
            <a:avLst/>
          </a:prstGeom>
        </p:spPr>
        <p:txBody>
          <a:bodyPr vert="horz" wrap="square" lIns="0" tIns="0" rIns="0" bIns="0" rtlCol="0" anchor="b" anchorCtr="0">
            <a:noAutofit/>
          </a:bodyPr>
          <a:lstStyle>
            <a:lvl1pPr algn="l" defTabSz="914400" rtl="0" eaLnBrk="1" latinLnBrk="0" hangingPunct="1">
              <a:lnSpc>
                <a:spcPct val="93000"/>
              </a:lnSpc>
              <a:spcBef>
                <a:spcPct val="0"/>
              </a:spcBef>
              <a:buNone/>
              <a:defRPr sz="2500" b="1" kern="1200" spc="0" baseline="0">
                <a:ln w="6350" cap="flat">
                  <a:noFill/>
                  <a:miter lim="800000"/>
                </a:ln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GB" dirty="0"/>
              <a:t>Dataset &amp; data features</a:t>
            </a:r>
          </a:p>
        </p:txBody>
      </p:sp>
    </p:spTree>
    <p:extLst>
      <p:ext uri="{BB962C8B-B14F-4D97-AF65-F5344CB8AC3E}">
        <p14:creationId xmlns:p14="http://schemas.microsoft.com/office/powerpoint/2010/main" val="238928254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29F3A33-3FAF-C564-CC17-AA3D56F474D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00BFB54F-F059-15D3-C602-DE88F9E3DB0E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63822" y="971417"/>
            <a:ext cx="6884536" cy="1583376"/>
          </a:xfrm>
          <a:prstGeom prst="rect">
            <a:avLst/>
          </a:prstGeom>
          <a:noFill/>
        </p:spPr>
      </p:pic>
      <p:sp>
        <p:nvSpPr>
          <p:cNvPr id="58" name="Arrow: Right 57">
            <a:extLst>
              <a:ext uri="{FF2B5EF4-FFF2-40B4-BE49-F238E27FC236}">
                <a16:creationId xmlns:a16="http://schemas.microsoft.com/office/drawing/2014/main" id="{6EED1AC4-E46D-B0B1-F0D8-76211DA70A68}"/>
              </a:ext>
            </a:extLst>
          </p:cNvPr>
          <p:cNvSpPr/>
          <p:nvPr/>
        </p:nvSpPr>
        <p:spPr>
          <a:xfrm>
            <a:off x="5656687" y="2646768"/>
            <a:ext cx="5197755" cy="594050"/>
          </a:xfrm>
          <a:prstGeom prst="rightArrow">
            <a:avLst/>
          </a:prstGeom>
          <a:ln>
            <a:solidFill>
              <a:schemeClr val="bg1"/>
            </a:solidFill>
          </a:ln>
        </p:spPr>
        <p:style>
          <a:lnRef idx="0">
            <a:schemeClr val="dk1">
              <a:hueOff val="0"/>
              <a:satOff val="0"/>
              <a:lumOff val="0"/>
              <a:alphaOff val="0"/>
            </a:schemeClr>
          </a:lnRef>
          <a:fillRef idx="1">
            <a:schemeClr val="accent2">
              <a:tint val="40000"/>
              <a:hueOff val="0"/>
              <a:satOff val="0"/>
              <a:lumOff val="0"/>
              <a:alphaOff val="0"/>
            </a:schemeClr>
          </a:fillRef>
          <a:effectRef idx="0">
            <a:schemeClr val="accent2">
              <a:tint val="40000"/>
              <a:hueOff val="0"/>
              <a:satOff val="0"/>
              <a:lumOff val="0"/>
              <a:alphaOff val="0"/>
            </a:schemeClr>
          </a:effectRef>
          <a:fontRef idx="minor">
            <a:schemeClr val="dk1">
              <a:hueOff val="0"/>
              <a:satOff val="0"/>
              <a:lumOff val="0"/>
              <a:alphaOff val="0"/>
            </a:schemeClr>
          </a:fontRef>
        </p:style>
        <p:txBody>
          <a:bodyPr/>
          <a:lstStyle/>
          <a:p>
            <a:endParaRPr lang="en-GB"/>
          </a:p>
        </p:txBody>
      </p:sp>
      <p:sp>
        <p:nvSpPr>
          <p:cNvPr id="59" name="Free-form: Shape 58">
            <a:extLst>
              <a:ext uri="{FF2B5EF4-FFF2-40B4-BE49-F238E27FC236}">
                <a16:creationId xmlns:a16="http://schemas.microsoft.com/office/drawing/2014/main" id="{06EEC239-7736-2239-C9F3-22A0F535AD33}"/>
              </a:ext>
            </a:extLst>
          </p:cNvPr>
          <p:cNvSpPr/>
          <p:nvPr/>
        </p:nvSpPr>
        <p:spPr>
          <a:xfrm>
            <a:off x="5204630" y="2840234"/>
            <a:ext cx="1968267" cy="280125"/>
          </a:xfrm>
          <a:custGeom>
            <a:avLst/>
            <a:gdLst>
              <a:gd name="connsiteX0" fmla="*/ 0 w 1968267"/>
              <a:gd name="connsiteY0" fmla="*/ 46688 h 280125"/>
              <a:gd name="connsiteX1" fmla="*/ 46688 w 1968267"/>
              <a:gd name="connsiteY1" fmla="*/ 0 h 280125"/>
              <a:gd name="connsiteX2" fmla="*/ 1921579 w 1968267"/>
              <a:gd name="connsiteY2" fmla="*/ 0 h 280125"/>
              <a:gd name="connsiteX3" fmla="*/ 1968267 w 1968267"/>
              <a:gd name="connsiteY3" fmla="*/ 46688 h 280125"/>
              <a:gd name="connsiteX4" fmla="*/ 1968267 w 1968267"/>
              <a:gd name="connsiteY4" fmla="*/ 233437 h 280125"/>
              <a:gd name="connsiteX5" fmla="*/ 1921579 w 1968267"/>
              <a:gd name="connsiteY5" fmla="*/ 280125 h 280125"/>
              <a:gd name="connsiteX6" fmla="*/ 46688 w 1968267"/>
              <a:gd name="connsiteY6" fmla="*/ 280125 h 280125"/>
              <a:gd name="connsiteX7" fmla="*/ 0 w 1968267"/>
              <a:gd name="connsiteY7" fmla="*/ 233437 h 280125"/>
              <a:gd name="connsiteX8" fmla="*/ 0 w 1968267"/>
              <a:gd name="connsiteY8" fmla="*/ 46688 h 2801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968267" h="280125">
                <a:moveTo>
                  <a:pt x="0" y="46688"/>
                </a:moveTo>
                <a:cubicBezTo>
                  <a:pt x="0" y="20903"/>
                  <a:pt x="20903" y="0"/>
                  <a:pt x="46688" y="0"/>
                </a:cubicBezTo>
                <a:lnTo>
                  <a:pt x="1921579" y="0"/>
                </a:lnTo>
                <a:cubicBezTo>
                  <a:pt x="1947364" y="0"/>
                  <a:pt x="1968267" y="20903"/>
                  <a:pt x="1968267" y="46688"/>
                </a:cubicBezTo>
                <a:lnTo>
                  <a:pt x="1968267" y="233437"/>
                </a:lnTo>
                <a:cubicBezTo>
                  <a:pt x="1968267" y="259222"/>
                  <a:pt x="1947364" y="280125"/>
                  <a:pt x="1921579" y="280125"/>
                </a:cubicBezTo>
                <a:lnTo>
                  <a:pt x="46688" y="280125"/>
                </a:lnTo>
                <a:cubicBezTo>
                  <a:pt x="20903" y="280125"/>
                  <a:pt x="0" y="259222"/>
                  <a:pt x="0" y="233437"/>
                </a:cubicBezTo>
                <a:lnTo>
                  <a:pt x="0" y="46688"/>
                </a:lnTo>
                <a:close/>
              </a:path>
            </a:pathLst>
          </a:custGeom>
          <a:solidFill>
            <a:schemeClr val="bg1">
              <a:lumMod val="50000"/>
              <a:lumOff val="5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hemeClr val="accent2">
              <a:hueOff val="0"/>
              <a:satOff val="0"/>
              <a:lumOff val="0"/>
              <a:alphaOff val="0"/>
            </a:schemeClr>
          </a:fillRef>
          <a:effectRef idx="0">
            <a:schemeClr val="accent2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spcFirstLastPara="0" vert="horz" wrap="square" lIns="47965" tIns="47965" rIns="47965" bIns="47965" numCol="1" spcCol="1270" anchor="ctr" anchorCtr="0">
            <a:noAutofit/>
          </a:bodyPr>
          <a:lstStyle/>
          <a:p>
            <a:pPr marL="0" lvl="0" indent="0" algn="ctr" defTabSz="40005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None/>
            </a:pPr>
            <a:r>
              <a:rPr lang="en-GB" sz="900" kern="1200" dirty="0">
                <a:solidFill>
                  <a:schemeClr val="tx1"/>
                </a:solidFill>
              </a:rPr>
              <a:t>Gutenberg Poetry corpus</a:t>
            </a:r>
          </a:p>
        </p:txBody>
      </p:sp>
      <p:sp>
        <p:nvSpPr>
          <p:cNvPr id="60" name="Free-form: Shape 59">
            <a:extLst>
              <a:ext uri="{FF2B5EF4-FFF2-40B4-BE49-F238E27FC236}">
                <a16:creationId xmlns:a16="http://schemas.microsoft.com/office/drawing/2014/main" id="{32096D5C-7DCD-0C0A-A240-4BE1FF944073}"/>
              </a:ext>
            </a:extLst>
          </p:cNvPr>
          <p:cNvSpPr/>
          <p:nvPr/>
        </p:nvSpPr>
        <p:spPr>
          <a:xfrm>
            <a:off x="7271431" y="2840234"/>
            <a:ext cx="1968267" cy="280125"/>
          </a:xfrm>
          <a:custGeom>
            <a:avLst/>
            <a:gdLst>
              <a:gd name="connsiteX0" fmla="*/ 0 w 1968267"/>
              <a:gd name="connsiteY0" fmla="*/ 46688 h 280125"/>
              <a:gd name="connsiteX1" fmla="*/ 46688 w 1968267"/>
              <a:gd name="connsiteY1" fmla="*/ 0 h 280125"/>
              <a:gd name="connsiteX2" fmla="*/ 1921579 w 1968267"/>
              <a:gd name="connsiteY2" fmla="*/ 0 h 280125"/>
              <a:gd name="connsiteX3" fmla="*/ 1968267 w 1968267"/>
              <a:gd name="connsiteY3" fmla="*/ 46688 h 280125"/>
              <a:gd name="connsiteX4" fmla="*/ 1968267 w 1968267"/>
              <a:gd name="connsiteY4" fmla="*/ 233437 h 280125"/>
              <a:gd name="connsiteX5" fmla="*/ 1921579 w 1968267"/>
              <a:gd name="connsiteY5" fmla="*/ 280125 h 280125"/>
              <a:gd name="connsiteX6" fmla="*/ 46688 w 1968267"/>
              <a:gd name="connsiteY6" fmla="*/ 280125 h 280125"/>
              <a:gd name="connsiteX7" fmla="*/ 0 w 1968267"/>
              <a:gd name="connsiteY7" fmla="*/ 233437 h 280125"/>
              <a:gd name="connsiteX8" fmla="*/ 0 w 1968267"/>
              <a:gd name="connsiteY8" fmla="*/ 46688 h 2801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968267" h="280125">
                <a:moveTo>
                  <a:pt x="0" y="46688"/>
                </a:moveTo>
                <a:cubicBezTo>
                  <a:pt x="0" y="20903"/>
                  <a:pt x="20903" y="0"/>
                  <a:pt x="46688" y="0"/>
                </a:cubicBezTo>
                <a:lnTo>
                  <a:pt x="1921579" y="0"/>
                </a:lnTo>
                <a:cubicBezTo>
                  <a:pt x="1947364" y="0"/>
                  <a:pt x="1968267" y="20903"/>
                  <a:pt x="1968267" y="46688"/>
                </a:cubicBezTo>
                <a:lnTo>
                  <a:pt x="1968267" y="233437"/>
                </a:lnTo>
                <a:cubicBezTo>
                  <a:pt x="1968267" y="259222"/>
                  <a:pt x="1947364" y="280125"/>
                  <a:pt x="1921579" y="280125"/>
                </a:cubicBezTo>
                <a:lnTo>
                  <a:pt x="46688" y="280125"/>
                </a:lnTo>
                <a:cubicBezTo>
                  <a:pt x="20903" y="280125"/>
                  <a:pt x="0" y="259222"/>
                  <a:pt x="0" y="233437"/>
                </a:cubicBezTo>
                <a:lnTo>
                  <a:pt x="0" y="46688"/>
                </a:lnTo>
                <a:close/>
              </a:path>
            </a:pathLst>
          </a:custGeom>
          <a:solidFill>
            <a:schemeClr val="bg1">
              <a:lumMod val="75000"/>
              <a:lumOff val="25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hemeClr val="accent2">
              <a:hueOff val="863963"/>
              <a:satOff val="0"/>
              <a:lumOff val="4413"/>
              <a:alphaOff val="0"/>
            </a:schemeClr>
          </a:fillRef>
          <a:effectRef idx="0">
            <a:schemeClr val="accent2">
              <a:hueOff val="863963"/>
              <a:satOff val="0"/>
              <a:lumOff val="4413"/>
              <a:alphaOff val="0"/>
            </a:schemeClr>
          </a:effectRef>
          <a:fontRef idx="minor">
            <a:schemeClr val="lt1"/>
          </a:fontRef>
        </p:style>
        <p:txBody>
          <a:bodyPr spcFirstLastPara="0" vert="horz" wrap="square" lIns="47965" tIns="47965" rIns="47965" bIns="47965" numCol="1" spcCol="1270" anchor="ctr" anchorCtr="0">
            <a:noAutofit/>
          </a:bodyPr>
          <a:lstStyle/>
          <a:p>
            <a:pPr marL="0" lvl="0" indent="0" algn="ctr" defTabSz="40005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None/>
            </a:pPr>
            <a:r>
              <a:rPr lang="en-GB" sz="900" kern="1200" dirty="0">
                <a:solidFill>
                  <a:schemeClr val="tx1"/>
                </a:solidFill>
              </a:rPr>
              <a:t>Modern Lyrics dataset</a:t>
            </a:r>
          </a:p>
        </p:txBody>
      </p:sp>
      <p:sp>
        <p:nvSpPr>
          <p:cNvPr id="61" name="Free-form: Shape 60">
            <a:extLst>
              <a:ext uri="{FF2B5EF4-FFF2-40B4-BE49-F238E27FC236}">
                <a16:creationId xmlns:a16="http://schemas.microsoft.com/office/drawing/2014/main" id="{413418D2-CE68-8B37-86C1-DC9AE719515E}"/>
              </a:ext>
            </a:extLst>
          </p:cNvPr>
          <p:cNvSpPr/>
          <p:nvPr/>
        </p:nvSpPr>
        <p:spPr>
          <a:xfrm>
            <a:off x="9338231" y="2840234"/>
            <a:ext cx="1968267" cy="280125"/>
          </a:xfrm>
          <a:custGeom>
            <a:avLst/>
            <a:gdLst>
              <a:gd name="connsiteX0" fmla="*/ 0 w 1968267"/>
              <a:gd name="connsiteY0" fmla="*/ 46688 h 280125"/>
              <a:gd name="connsiteX1" fmla="*/ 46688 w 1968267"/>
              <a:gd name="connsiteY1" fmla="*/ 0 h 280125"/>
              <a:gd name="connsiteX2" fmla="*/ 1921579 w 1968267"/>
              <a:gd name="connsiteY2" fmla="*/ 0 h 280125"/>
              <a:gd name="connsiteX3" fmla="*/ 1968267 w 1968267"/>
              <a:gd name="connsiteY3" fmla="*/ 46688 h 280125"/>
              <a:gd name="connsiteX4" fmla="*/ 1968267 w 1968267"/>
              <a:gd name="connsiteY4" fmla="*/ 233437 h 280125"/>
              <a:gd name="connsiteX5" fmla="*/ 1921579 w 1968267"/>
              <a:gd name="connsiteY5" fmla="*/ 280125 h 280125"/>
              <a:gd name="connsiteX6" fmla="*/ 46688 w 1968267"/>
              <a:gd name="connsiteY6" fmla="*/ 280125 h 280125"/>
              <a:gd name="connsiteX7" fmla="*/ 0 w 1968267"/>
              <a:gd name="connsiteY7" fmla="*/ 233437 h 280125"/>
              <a:gd name="connsiteX8" fmla="*/ 0 w 1968267"/>
              <a:gd name="connsiteY8" fmla="*/ 46688 h 2801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968267" h="280125">
                <a:moveTo>
                  <a:pt x="0" y="46688"/>
                </a:moveTo>
                <a:cubicBezTo>
                  <a:pt x="0" y="20903"/>
                  <a:pt x="20903" y="0"/>
                  <a:pt x="46688" y="0"/>
                </a:cubicBezTo>
                <a:lnTo>
                  <a:pt x="1921579" y="0"/>
                </a:lnTo>
                <a:cubicBezTo>
                  <a:pt x="1947364" y="0"/>
                  <a:pt x="1968267" y="20903"/>
                  <a:pt x="1968267" y="46688"/>
                </a:cubicBezTo>
                <a:lnTo>
                  <a:pt x="1968267" y="233437"/>
                </a:lnTo>
                <a:cubicBezTo>
                  <a:pt x="1968267" y="259222"/>
                  <a:pt x="1947364" y="280125"/>
                  <a:pt x="1921579" y="280125"/>
                </a:cubicBezTo>
                <a:lnTo>
                  <a:pt x="46688" y="280125"/>
                </a:lnTo>
                <a:cubicBezTo>
                  <a:pt x="20903" y="280125"/>
                  <a:pt x="0" y="259222"/>
                  <a:pt x="0" y="233437"/>
                </a:cubicBezTo>
                <a:lnTo>
                  <a:pt x="0" y="46688"/>
                </a:lnTo>
                <a:close/>
              </a:path>
            </a:pathLst>
          </a:custGeom>
          <a:solidFill>
            <a:schemeClr val="bg1">
              <a:lumMod val="90000"/>
              <a:lumOff val="1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hemeClr val="accent2">
              <a:hueOff val="1727927"/>
              <a:satOff val="0"/>
              <a:lumOff val="8825"/>
              <a:alphaOff val="0"/>
            </a:schemeClr>
          </a:fillRef>
          <a:effectRef idx="0">
            <a:schemeClr val="accent2">
              <a:hueOff val="1727927"/>
              <a:satOff val="0"/>
              <a:lumOff val="8825"/>
              <a:alphaOff val="0"/>
            </a:schemeClr>
          </a:effectRef>
          <a:fontRef idx="minor">
            <a:schemeClr val="lt1"/>
          </a:fontRef>
        </p:style>
        <p:txBody>
          <a:bodyPr spcFirstLastPara="0" vert="horz" wrap="square" lIns="47965" tIns="47965" rIns="47965" bIns="47965" numCol="1" spcCol="1270" anchor="ctr" anchorCtr="0">
            <a:noAutofit/>
          </a:bodyPr>
          <a:lstStyle/>
          <a:p>
            <a:pPr marL="0" lvl="0" indent="0" algn="ctr" defTabSz="40005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None/>
            </a:pPr>
            <a:r>
              <a:rPr lang="en-GB" sz="900" kern="1200" dirty="0">
                <a:solidFill>
                  <a:schemeClr val="tx1"/>
                </a:solidFill>
              </a:rPr>
              <a:t>Synthetic dataset of parody stanzas</a:t>
            </a:r>
          </a:p>
        </p:txBody>
      </p: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FEBD1B7B-5D5F-DC14-59C1-57D814216064}"/>
              </a:ext>
            </a:extLst>
          </p:cNvPr>
          <p:cNvCxnSpPr>
            <a:cxnSpLocks/>
          </p:cNvCxnSpPr>
          <p:nvPr/>
        </p:nvCxnSpPr>
        <p:spPr>
          <a:xfrm flipV="1">
            <a:off x="4763822" y="2615490"/>
            <a:ext cx="6965436" cy="19452"/>
          </a:xfrm>
          <a:prstGeom prst="line">
            <a:avLst/>
          </a:prstGeom>
          <a:ln w="9525" cap="flat">
            <a:solidFill>
              <a:schemeClr val="bg1"/>
            </a:solidFill>
            <a:prstDash val="lgDash"/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Straight Connector 29">
            <a:extLst>
              <a:ext uri="{FF2B5EF4-FFF2-40B4-BE49-F238E27FC236}">
                <a16:creationId xmlns:a16="http://schemas.microsoft.com/office/drawing/2014/main" id="{3F07EF13-541A-7AF9-F298-592F58E33849}"/>
              </a:ext>
            </a:extLst>
          </p:cNvPr>
          <p:cNvCxnSpPr>
            <a:cxnSpLocks/>
          </p:cNvCxnSpPr>
          <p:nvPr/>
        </p:nvCxnSpPr>
        <p:spPr>
          <a:xfrm flipV="1">
            <a:off x="4763822" y="3305667"/>
            <a:ext cx="6965436" cy="19452"/>
          </a:xfrm>
          <a:prstGeom prst="line">
            <a:avLst/>
          </a:prstGeom>
          <a:ln w="9525" cap="flat">
            <a:solidFill>
              <a:schemeClr val="bg1"/>
            </a:solidFill>
            <a:prstDash val="lgDash"/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6" name="TextBox 35">
            <a:extLst>
              <a:ext uri="{FF2B5EF4-FFF2-40B4-BE49-F238E27FC236}">
                <a16:creationId xmlns:a16="http://schemas.microsoft.com/office/drawing/2014/main" id="{82A4E4CB-00D8-33FF-C099-4D18CEDF93E5}"/>
              </a:ext>
            </a:extLst>
          </p:cNvPr>
          <p:cNvSpPr txBox="1"/>
          <p:nvPr/>
        </p:nvSpPr>
        <p:spPr>
          <a:xfrm>
            <a:off x="590632" y="1431885"/>
            <a:ext cx="3657172" cy="1015663"/>
          </a:xfrm>
          <a:prstGeom prst="rect">
            <a:avLst/>
          </a:prstGeom>
          <a:noFill/>
          <a:ln w="6350">
            <a:noFill/>
            <a:miter lim="800000"/>
          </a:ln>
        </p:spPr>
        <p:txBody>
          <a:bodyPr wrap="square" lIns="0" tIns="0" rIns="36000" bIns="0">
            <a:spAutoFit/>
          </a:bodyPr>
          <a:lstStyle/>
          <a:p>
            <a:pPr marL="171450" indent="-171450" algn="l">
              <a:buFont typeface="Arial" panose="020B0604020202020204" pitchFamily="34" charset="0"/>
              <a:buChar char="•"/>
            </a:pPr>
            <a:r>
              <a:rPr lang="en-GB" sz="1100" dirty="0"/>
              <a:t>S</a:t>
            </a:r>
            <a:r>
              <a:rPr lang="en-GB" sz="1100" b="0" i="0" u="none" strike="noStrike" baseline="0" dirty="0"/>
              <a:t>elected because of simplicity of fine-tuning and</a:t>
            </a:r>
            <a:r>
              <a:rPr lang="en-GB" sz="1100" dirty="0"/>
              <a:t> </a:t>
            </a:r>
            <a:r>
              <a:rPr lang="en-GB" sz="1100" b="0" i="0" u="none" strike="noStrike" baseline="0" dirty="0"/>
              <a:t>small model size (124M parameters) which enabled rapid experimentation</a:t>
            </a:r>
          </a:p>
          <a:p>
            <a:pPr marL="171450" indent="-171450" algn="l">
              <a:buFont typeface="Arial" panose="020B0604020202020204" pitchFamily="34" charset="0"/>
              <a:buChar char="•"/>
            </a:pPr>
            <a:r>
              <a:rPr lang="en-GB" sz="1100" dirty="0"/>
              <a:t>Model architecture consists of token &amp; positional embeddings, followed by N=12 transformer blocks. It ends with a linear layer &amp; a </a:t>
            </a:r>
            <a:r>
              <a:rPr lang="en-GB" sz="1100" dirty="0" err="1"/>
              <a:t>softmax</a:t>
            </a:r>
            <a:r>
              <a:rPr lang="en-GB" sz="1100" dirty="0"/>
              <a:t> function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5A8ACF8D-4A84-D67F-0FD3-F1D20BC066B8}"/>
              </a:ext>
            </a:extLst>
          </p:cNvPr>
          <p:cNvSpPr txBox="1"/>
          <p:nvPr/>
        </p:nvSpPr>
        <p:spPr>
          <a:xfrm>
            <a:off x="984179" y="1107146"/>
            <a:ext cx="2029847" cy="21544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>
            <a:lvl1pPr lvl="0"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sz="1600">
                <a:cs typeface="Arial" panose="020B0604020202020204" pitchFamily="34" charset="0"/>
              </a:defRPr>
            </a:lvl1pPr>
            <a:lvl2pPr marL="228600" lvl="1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lvl="2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lvl="3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lvl="4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pPr>
              <a:buNone/>
            </a:pPr>
            <a:r>
              <a:rPr lang="en-US" sz="1400" b="1" dirty="0"/>
              <a:t>Base model: GPT-2</a:t>
            </a:r>
          </a:p>
        </p:txBody>
      </p:sp>
      <p:grpSp>
        <p:nvGrpSpPr>
          <p:cNvPr id="94" name="Group 93">
            <a:extLst>
              <a:ext uri="{FF2B5EF4-FFF2-40B4-BE49-F238E27FC236}">
                <a16:creationId xmlns:a16="http://schemas.microsoft.com/office/drawing/2014/main" id="{BFF43901-0430-2BAC-AEF8-FC9F6CF68EE8}"/>
              </a:ext>
            </a:extLst>
          </p:cNvPr>
          <p:cNvGrpSpPr/>
          <p:nvPr/>
        </p:nvGrpSpPr>
        <p:grpSpPr>
          <a:xfrm>
            <a:off x="554736" y="990963"/>
            <a:ext cx="360000" cy="407370"/>
            <a:chOff x="554736" y="1300431"/>
            <a:chExt cx="360000" cy="407370"/>
          </a:xfrm>
        </p:grpSpPr>
        <p:sp>
          <p:nvSpPr>
            <p:cNvPr id="21" name="TextBox 20">
              <a:extLst>
                <a:ext uri="{FF2B5EF4-FFF2-40B4-BE49-F238E27FC236}">
                  <a16:creationId xmlns:a16="http://schemas.microsoft.com/office/drawing/2014/main" id="{3EF21B64-414B-2B68-0C64-EA6FC1CB8221}"/>
                </a:ext>
              </a:extLst>
            </p:cNvPr>
            <p:cNvSpPr txBox="1"/>
            <p:nvPr/>
          </p:nvSpPr>
          <p:spPr>
            <a:xfrm>
              <a:off x="624179" y="1300431"/>
              <a:ext cx="221113" cy="208253"/>
            </a:xfrm>
            <a:prstGeom prst="rect">
              <a:avLst/>
            </a:prstGeom>
            <a:ln w="6350">
              <a:noFill/>
              <a:miter lim="800000"/>
            </a:ln>
          </p:spPr>
          <p:txBody>
            <a:bodyPr vert="horz" wrap="none" lIns="0" tIns="0" rIns="0" bIns="0" rtlCol="0"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  <a:buNone/>
              </a:pPr>
              <a:r>
                <a:rPr lang="en-GB" sz="2400" dirty="0">
                  <a:latin typeface="+mj-lt"/>
                </a:rPr>
                <a:t>1</a:t>
              </a:r>
            </a:p>
          </p:txBody>
        </p:sp>
        <p:sp>
          <p:nvSpPr>
            <p:cNvPr id="44" name="Oval 43">
              <a:extLst>
                <a:ext uri="{FF2B5EF4-FFF2-40B4-BE49-F238E27FC236}">
                  <a16:creationId xmlns:a16="http://schemas.microsoft.com/office/drawing/2014/main" id="{C998888B-9A8F-9112-996C-6DA20B4F9855}"/>
                </a:ext>
              </a:extLst>
            </p:cNvPr>
            <p:cNvSpPr/>
            <p:nvPr/>
          </p:nvSpPr>
          <p:spPr>
            <a:xfrm>
              <a:off x="554736" y="1347801"/>
              <a:ext cx="360000" cy="360000"/>
            </a:xfrm>
            <a:prstGeom prst="ellipse">
              <a:avLst/>
            </a:prstGeom>
            <a:noFill/>
            <a:ln w="12700" cap="sq">
              <a:solidFill>
                <a:schemeClr val="tx1"/>
              </a:solidFill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endParaRPr lang="en-GB" sz="1400" dirty="0">
                <a:solidFill>
                  <a:schemeClr val="tx1"/>
                </a:solidFill>
              </a:endParaRPr>
            </a:p>
          </p:txBody>
        </p:sp>
      </p:grpSp>
      <p:sp>
        <p:nvSpPr>
          <p:cNvPr id="33" name="TextBox 32">
            <a:extLst>
              <a:ext uri="{FF2B5EF4-FFF2-40B4-BE49-F238E27FC236}">
                <a16:creationId xmlns:a16="http://schemas.microsoft.com/office/drawing/2014/main" id="{8310E023-0D3F-9464-E88D-8974F351904C}"/>
              </a:ext>
            </a:extLst>
          </p:cNvPr>
          <p:cNvSpPr txBox="1"/>
          <p:nvPr/>
        </p:nvSpPr>
        <p:spPr>
          <a:xfrm>
            <a:off x="1083583" y="2670889"/>
            <a:ext cx="1983989" cy="21544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>
            <a:lvl1pPr lvl="0"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sz="1600">
                <a:cs typeface="Arial" panose="020B0604020202020204" pitchFamily="34" charset="0"/>
              </a:defRPr>
            </a:lvl1pPr>
            <a:lvl2pPr marL="228600" lvl="1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lvl="2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lvl="3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lvl="4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pPr>
              <a:buNone/>
            </a:pPr>
            <a:r>
              <a:rPr lang="en-US" sz="1400" b="1" dirty="0"/>
              <a:t>Finetuning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1E4E5CBA-C950-A10F-B658-B22ADC4C4055}"/>
              </a:ext>
            </a:extLst>
          </p:cNvPr>
          <p:cNvSpPr txBox="1"/>
          <p:nvPr/>
        </p:nvSpPr>
        <p:spPr>
          <a:xfrm>
            <a:off x="590632" y="2985671"/>
            <a:ext cx="3015836" cy="169277"/>
          </a:xfrm>
          <a:prstGeom prst="rect">
            <a:avLst/>
          </a:prstGeom>
          <a:noFill/>
          <a:ln w="6350">
            <a:noFill/>
            <a:miter lim="800000"/>
          </a:ln>
        </p:spPr>
        <p:txBody>
          <a:bodyPr wrap="square" lIns="0" tIns="0" rIns="36000" bIns="0">
            <a:spAutoFit/>
          </a:bodyPr>
          <a:lstStyle/>
          <a:p>
            <a:pPr marL="171450" indent="-171450" algn="l">
              <a:buFont typeface="Arial" panose="020B0604020202020204" pitchFamily="34" charset="0"/>
              <a:buChar char="•"/>
            </a:pPr>
            <a:r>
              <a:rPr lang="en-GB" sz="1100" dirty="0"/>
              <a:t>Finetuning took place on 3 datasets</a:t>
            </a:r>
          </a:p>
        </p:txBody>
      </p:sp>
      <p:grpSp>
        <p:nvGrpSpPr>
          <p:cNvPr id="95" name="Group 94">
            <a:extLst>
              <a:ext uri="{FF2B5EF4-FFF2-40B4-BE49-F238E27FC236}">
                <a16:creationId xmlns:a16="http://schemas.microsoft.com/office/drawing/2014/main" id="{095B91B5-4250-D509-6F97-8941812410F2}"/>
              </a:ext>
            </a:extLst>
          </p:cNvPr>
          <p:cNvGrpSpPr/>
          <p:nvPr/>
        </p:nvGrpSpPr>
        <p:grpSpPr>
          <a:xfrm>
            <a:off x="554736" y="2541841"/>
            <a:ext cx="360000" cy="407397"/>
            <a:chOff x="554736" y="2917047"/>
            <a:chExt cx="360000" cy="407397"/>
          </a:xfrm>
        </p:grpSpPr>
        <p:sp>
          <p:nvSpPr>
            <p:cNvPr id="48" name="TextBox 47">
              <a:extLst>
                <a:ext uri="{FF2B5EF4-FFF2-40B4-BE49-F238E27FC236}">
                  <a16:creationId xmlns:a16="http://schemas.microsoft.com/office/drawing/2014/main" id="{B8D82CA7-92AE-E7B7-61FB-D59BA33D7E45}"/>
                </a:ext>
              </a:extLst>
            </p:cNvPr>
            <p:cNvSpPr txBox="1"/>
            <p:nvPr/>
          </p:nvSpPr>
          <p:spPr>
            <a:xfrm>
              <a:off x="629174" y="2917047"/>
              <a:ext cx="216118" cy="208253"/>
            </a:xfrm>
            <a:prstGeom prst="rect">
              <a:avLst/>
            </a:prstGeom>
            <a:ln w="6350">
              <a:noFill/>
              <a:miter lim="800000"/>
            </a:ln>
          </p:spPr>
          <p:txBody>
            <a:bodyPr vert="horz" wrap="none" lIns="0" tIns="0" rIns="0" bIns="0" rtlCol="0"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  <a:buNone/>
              </a:pPr>
              <a:r>
                <a:rPr lang="en-GB" sz="2400" dirty="0">
                  <a:latin typeface="+mj-lt"/>
                </a:rPr>
                <a:t>2</a:t>
              </a:r>
            </a:p>
          </p:txBody>
        </p:sp>
        <p:sp>
          <p:nvSpPr>
            <p:cNvPr id="49" name="Oval 48">
              <a:extLst>
                <a:ext uri="{FF2B5EF4-FFF2-40B4-BE49-F238E27FC236}">
                  <a16:creationId xmlns:a16="http://schemas.microsoft.com/office/drawing/2014/main" id="{667EE5E4-B26A-9EEC-3C9E-BA4FA0D68BE3}"/>
                </a:ext>
              </a:extLst>
            </p:cNvPr>
            <p:cNvSpPr/>
            <p:nvPr/>
          </p:nvSpPr>
          <p:spPr>
            <a:xfrm>
              <a:off x="554736" y="2964444"/>
              <a:ext cx="360000" cy="360000"/>
            </a:xfrm>
            <a:prstGeom prst="ellipse">
              <a:avLst/>
            </a:prstGeom>
            <a:noFill/>
            <a:ln w="12700" cap="sq">
              <a:solidFill>
                <a:schemeClr val="tx1"/>
              </a:solidFill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endParaRPr lang="en-GB" sz="1400" dirty="0">
                <a:solidFill>
                  <a:schemeClr val="tx1"/>
                </a:solidFill>
              </a:endParaRPr>
            </a:p>
          </p:txBody>
        </p:sp>
      </p:grpSp>
      <p:sp>
        <p:nvSpPr>
          <p:cNvPr id="34" name="TextBox 33">
            <a:extLst>
              <a:ext uri="{FF2B5EF4-FFF2-40B4-BE49-F238E27FC236}">
                <a16:creationId xmlns:a16="http://schemas.microsoft.com/office/drawing/2014/main" id="{695A55F8-D18D-9C38-A62C-1384D3FF5DF6}"/>
              </a:ext>
            </a:extLst>
          </p:cNvPr>
          <p:cNvSpPr txBox="1"/>
          <p:nvPr/>
        </p:nvSpPr>
        <p:spPr>
          <a:xfrm>
            <a:off x="1082077" y="3325119"/>
            <a:ext cx="2774988" cy="43088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>
            <a:lvl1pPr lvl="0"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sz="1600">
                <a:cs typeface="Arial" panose="020B0604020202020204" pitchFamily="34" charset="0"/>
              </a:defRPr>
            </a:lvl1pPr>
            <a:lvl2pPr marL="228600" lvl="1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lvl="2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lvl="3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lvl="4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pPr>
              <a:buNone/>
            </a:pPr>
            <a:r>
              <a:rPr lang="en-US" sz="1400" b="1" dirty="0"/>
              <a:t>Syllable matching &amp; Rhyme scheme fidelity 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997F468B-85E4-0FFF-BB12-0464685FECBD}"/>
              </a:ext>
            </a:extLst>
          </p:cNvPr>
          <p:cNvSpPr txBox="1"/>
          <p:nvPr/>
        </p:nvSpPr>
        <p:spPr>
          <a:xfrm>
            <a:off x="590632" y="3779705"/>
            <a:ext cx="3557419" cy="1661993"/>
          </a:xfrm>
          <a:prstGeom prst="rect">
            <a:avLst/>
          </a:prstGeom>
          <a:noFill/>
          <a:ln w="6350">
            <a:noFill/>
            <a:miter lim="800000"/>
          </a:ln>
        </p:spPr>
        <p:txBody>
          <a:bodyPr wrap="square" lIns="0" tIns="0" rIns="0" bIns="0">
            <a:spAutoFit/>
          </a:bodyPr>
          <a:lstStyle/>
          <a:p>
            <a:pPr marL="171450" indent="-171450" algn="l">
              <a:buFont typeface="Arial" panose="020B0604020202020204" pitchFamily="34" charset="0"/>
              <a:buChar char="•"/>
            </a:pPr>
            <a:r>
              <a:rPr lang="en-GB" sz="1100" dirty="0"/>
              <a:t>After finetuning, the generated dataset was curated on basis of syllables matching &amp; rhyme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GB" sz="1000" dirty="0"/>
              <a:t>Word-to-phoneme mapping required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GB" sz="1100" dirty="0"/>
              <a:t>Syllable matching; measured as MSE between # syllables in original vs generated line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GB" sz="1100" dirty="0"/>
              <a:t>Rhyme scheme; measured as rhyme presence in candidate stanzas, where the original stanza did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GB" sz="1100" dirty="0"/>
              <a:t>Loss: cross-entropy loss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GB" sz="1000" dirty="0"/>
              <a:t>Training examples already curated per syllable matching &amp; rhyme scheme fidelity</a:t>
            </a:r>
          </a:p>
        </p:txBody>
      </p:sp>
      <p:grpSp>
        <p:nvGrpSpPr>
          <p:cNvPr id="96" name="Group 95">
            <a:extLst>
              <a:ext uri="{FF2B5EF4-FFF2-40B4-BE49-F238E27FC236}">
                <a16:creationId xmlns:a16="http://schemas.microsoft.com/office/drawing/2014/main" id="{ED58E08F-376F-F4A6-7BC3-45FE62EF67A2}"/>
              </a:ext>
            </a:extLst>
          </p:cNvPr>
          <p:cNvGrpSpPr/>
          <p:nvPr/>
        </p:nvGrpSpPr>
        <p:grpSpPr>
          <a:xfrm>
            <a:off x="554736" y="3338607"/>
            <a:ext cx="360000" cy="391361"/>
            <a:chOff x="554736" y="3809943"/>
            <a:chExt cx="360000" cy="391361"/>
          </a:xfrm>
        </p:grpSpPr>
        <p:sp>
          <p:nvSpPr>
            <p:cNvPr id="51" name="TextBox 50">
              <a:extLst>
                <a:ext uri="{FF2B5EF4-FFF2-40B4-BE49-F238E27FC236}">
                  <a16:creationId xmlns:a16="http://schemas.microsoft.com/office/drawing/2014/main" id="{22370EEA-EBCC-7753-5EF5-44F9A282A68E}"/>
                </a:ext>
              </a:extLst>
            </p:cNvPr>
            <p:cNvSpPr txBox="1"/>
            <p:nvPr/>
          </p:nvSpPr>
          <p:spPr>
            <a:xfrm>
              <a:off x="629425" y="3809943"/>
              <a:ext cx="216118" cy="208253"/>
            </a:xfrm>
            <a:prstGeom prst="rect">
              <a:avLst/>
            </a:prstGeom>
            <a:ln w="6350">
              <a:noFill/>
              <a:miter lim="800000"/>
            </a:ln>
          </p:spPr>
          <p:txBody>
            <a:bodyPr vert="horz" wrap="none" lIns="0" tIns="0" rIns="0" bIns="0" rtlCol="0"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  <a:buNone/>
              </a:pPr>
              <a:r>
                <a:rPr lang="en-GB" sz="2000" dirty="0">
                  <a:latin typeface="+mj-lt"/>
                </a:rPr>
                <a:t>3</a:t>
              </a:r>
            </a:p>
          </p:txBody>
        </p:sp>
        <p:sp>
          <p:nvSpPr>
            <p:cNvPr id="52" name="Oval 51">
              <a:extLst>
                <a:ext uri="{FF2B5EF4-FFF2-40B4-BE49-F238E27FC236}">
                  <a16:creationId xmlns:a16="http://schemas.microsoft.com/office/drawing/2014/main" id="{7E308B62-015B-BA78-A345-CE0C8EFA9525}"/>
                </a:ext>
              </a:extLst>
            </p:cNvPr>
            <p:cNvSpPr/>
            <p:nvPr/>
          </p:nvSpPr>
          <p:spPr>
            <a:xfrm>
              <a:off x="554736" y="3841304"/>
              <a:ext cx="360000" cy="360000"/>
            </a:xfrm>
            <a:prstGeom prst="ellipse">
              <a:avLst/>
            </a:prstGeom>
            <a:noFill/>
            <a:ln w="12700" cap="sq">
              <a:solidFill>
                <a:schemeClr val="tx1"/>
              </a:solidFill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endParaRPr lang="en-GB" sz="1400" dirty="0">
                <a:solidFill>
                  <a:schemeClr val="tx1"/>
                </a:solidFill>
              </a:endParaRPr>
            </a:p>
          </p:txBody>
        </p:sp>
      </p:grpSp>
      <p:sp>
        <p:nvSpPr>
          <p:cNvPr id="80" name="Free-form: Shape 79">
            <a:extLst>
              <a:ext uri="{FF2B5EF4-FFF2-40B4-BE49-F238E27FC236}">
                <a16:creationId xmlns:a16="http://schemas.microsoft.com/office/drawing/2014/main" id="{E21F8DDF-E408-D31D-50D5-0E02DF671030}"/>
              </a:ext>
            </a:extLst>
          </p:cNvPr>
          <p:cNvSpPr/>
          <p:nvPr/>
        </p:nvSpPr>
        <p:spPr>
          <a:xfrm>
            <a:off x="4856259" y="4063691"/>
            <a:ext cx="911798" cy="669375"/>
          </a:xfrm>
          <a:custGeom>
            <a:avLst/>
            <a:gdLst>
              <a:gd name="connsiteX0" fmla="*/ 0 w 911798"/>
              <a:gd name="connsiteY0" fmla="*/ 39415 h 394154"/>
              <a:gd name="connsiteX1" fmla="*/ 39415 w 911798"/>
              <a:gd name="connsiteY1" fmla="*/ 0 h 394154"/>
              <a:gd name="connsiteX2" fmla="*/ 872383 w 911798"/>
              <a:gd name="connsiteY2" fmla="*/ 0 h 394154"/>
              <a:gd name="connsiteX3" fmla="*/ 911798 w 911798"/>
              <a:gd name="connsiteY3" fmla="*/ 39415 h 394154"/>
              <a:gd name="connsiteX4" fmla="*/ 911798 w 911798"/>
              <a:gd name="connsiteY4" fmla="*/ 354739 h 394154"/>
              <a:gd name="connsiteX5" fmla="*/ 872383 w 911798"/>
              <a:gd name="connsiteY5" fmla="*/ 394154 h 394154"/>
              <a:gd name="connsiteX6" fmla="*/ 39415 w 911798"/>
              <a:gd name="connsiteY6" fmla="*/ 394154 h 394154"/>
              <a:gd name="connsiteX7" fmla="*/ 0 w 911798"/>
              <a:gd name="connsiteY7" fmla="*/ 354739 h 394154"/>
              <a:gd name="connsiteX8" fmla="*/ 0 w 911798"/>
              <a:gd name="connsiteY8" fmla="*/ 39415 h 39415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911798" h="394154">
                <a:moveTo>
                  <a:pt x="0" y="39415"/>
                </a:moveTo>
                <a:cubicBezTo>
                  <a:pt x="0" y="17647"/>
                  <a:pt x="17647" y="0"/>
                  <a:pt x="39415" y="0"/>
                </a:cubicBezTo>
                <a:lnTo>
                  <a:pt x="872383" y="0"/>
                </a:lnTo>
                <a:cubicBezTo>
                  <a:pt x="894151" y="0"/>
                  <a:pt x="911798" y="17647"/>
                  <a:pt x="911798" y="39415"/>
                </a:cubicBezTo>
                <a:lnTo>
                  <a:pt x="911798" y="354739"/>
                </a:lnTo>
                <a:cubicBezTo>
                  <a:pt x="911798" y="376507"/>
                  <a:pt x="894151" y="394154"/>
                  <a:pt x="872383" y="394154"/>
                </a:cubicBezTo>
                <a:lnTo>
                  <a:pt x="39415" y="394154"/>
                </a:lnTo>
                <a:cubicBezTo>
                  <a:pt x="17647" y="394154"/>
                  <a:pt x="0" y="376507"/>
                  <a:pt x="0" y="354739"/>
                </a:cubicBezTo>
                <a:lnTo>
                  <a:pt x="0" y="39415"/>
                </a:lnTo>
                <a:close/>
              </a:path>
            </a:pathLst>
          </a:custGeom>
          <a:solidFill>
            <a:schemeClr val="bg1">
              <a:lumMod val="75000"/>
              <a:lumOff val="25000"/>
            </a:schemeClr>
          </a:solidFill>
        </p:spPr>
        <p:style>
          <a:lnRef idx="2">
            <a:schemeClr val="accent3">
              <a:shade val="80000"/>
              <a:hueOff val="0"/>
              <a:satOff val="0"/>
              <a:lumOff val="0"/>
              <a:alphaOff val="0"/>
            </a:schemeClr>
          </a:lnRef>
          <a:fillRef idx="1">
            <a:schemeClr val="lt1">
              <a:hueOff val="0"/>
              <a:satOff val="0"/>
              <a:lumOff val="0"/>
              <a:alphaOff val="0"/>
            </a:schemeClr>
          </a:fillRef>
          <a:effectRef idx="0">
            <a:schemeClr val="lt1">
              <a:hueOff val="0"/>
              <a:satOff val="0"/>
              <a:lumOff val="0"/>
              <a:alphaOff val="0"/>
            </a:schemeClr>
          </a:effectRef>
          <a:fontRef idx="minor">
            <a:schemeClr val="dk1">
              <a:hueOff val="0"/>
              <a:satOff val="0"/>
              <a:lumOff val="0"/>
              <a:alphaOff val="0"/>
            </a:schemeClr>
          </a:fontRef>
        </p:style>
        <p:txBody>
          <a:bodyPr spcFirstLastPara="0" vert="horz" wrap="square" lIns="49784" tIns="49784" rIns="49784" bIns="158055" numCol="1" spcCol="1270" anchor="t" anchorCtr="0">
            <a:noAutofit/>
          </a:bodyPr>
          <a:lstStyle/>
          <a:p>
            <a:pPr marL="0" lvl="0" indent="0" algn="l" defTabSz="31115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None/>
            </a:pPr>
            <a:r>
              <a:rPr lang="en-GB" sz="900" dirty="0"/>
              <a:t>Synthetic g</a:t>
            </a:r>
            <a:r>
              <a:rPr lang="en-GB" sz="900" kern="1200" dirty="0"/>
              <a:t>enerated dataset</a:t>
            </a:r>
          </a:p>
        </p:txBody>
      </p:sp>
      <p:sp>
        <p:nvSpPr>
          <p:cNvPr id="82" name="Free-form: Shape 81">
            <a:extLst>
              <a:ext uri="{FF2B5EF4-FFF2-40B4-BE49-F238E27FC236}">
                <a16:creationId xmlns:a16="http://schemas.microsoft.com/office/drawing/2014/main" id="{88B7BBDA-76EF-6B52-ABF0-B3BAA9B8A6F4}"/>
              </a:ext>
            </a:extLst>
          </p:cNvPr>
          <p:cNvSpPr/>
          <p:nvPr/>
        </p:nvSpPr>
        <p:spPr>
          <a:xfrm>
            <a:off x="5906283" y="4301945"/>
            <a:ext cx="293037" cy="227011"/>
          </a:xfrm>
          <a:custGeom>
            <a:avLst/>
            <a:gdLst>
              <a:gd name="connsiteX0" fmla="*/ 0 w 293037"/>
              <a:gd name="connsiteY0" fmla="*/ 45402 h 227011"/>
              <a:gd name="connsiteX1" fmla="*/ 179532 w 293037"/>
              <a:gd name="connsiteY1" fmla="*/ 45402 h 227011"/>
              <a:gd name="connsiteX2" fmla="*/ 179532 w 293037"/>
              <a:gd name="connsiteY2" fmla="*/ 0 h 227011"/>
              <a:gd name="connsiteX3" fmla="*/ 293037 w 293037"/>
              <a:gd name="connsiteY3" fmla="*/ 113506 h 227011"/>
              <a:gd name="connsiteX4" fmla="*/ 179532 w 293037"/>
              <a:gd name="connsiteY4" fmla="*/ 227011 h 227011"/>
              <a:gd name="connsiteX5" fmla="*/ 179532 w 293037"/>
              <a:gd name="connsiteY5" fmla="*/ 181609 h 227011"/>
              <a:gd name="connsiteX6" fmla="*/ 0 w 293037"/>
              <a:gd name="connsiteY6" fmla="*/ 181609 h 227011"/>
              <a:gd name="connsiteX7" fmla="*/ 0 w 293037"/>
              <a:gd name="connsiteY7" fmla="*/ 45402 h 22701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293037" h="227011">
                <a:moveTo>
                  <a:pt x="0" y="45402"/>
                </a:moveTo>
                <a:lnTo>
                  <a:pt x="179532" y="45402"/>
                </a:lnTo>
                <a:lnTo>
                  <a:pt x="179532" y="0"/>
                </a:lnTo>
                <a:lnTo>
                  <a:pt x="293037" y="113506"/>
                </a:lnTo>
                <a:lnTo>
                  <a:pt x="179532" y="227011"/>
                </a:lnTo>
                <a:lnTo>
                  <a:pt x="179532" y="181609"/>
                </a:lnTo>
                <a:lnTo>
                  <a:pt x="0" y="181609"/>
                </a:lnTo>
                <a:lnTo>
                  <a:pt x="0" y="45402"/>
                </a:lnTo>
                <a:close/>
              </a:path>
            </a:pathLst>
          </a:custGeom>
          <a:solidFill>
            <a:schemeClr val="bg1">
              <a:lumMod val="25000"/>
              <a:lumOff val="75000"/>
            </a:schemeClr>
          </a:solidFill>
        </p:spPr>
        <p:style>
          <a:lnRef idx="0">
            <a:schemeClr val="accent3">
              <a:tint val="60000"/>
              <a:hueOff val="0"/>
              <a:satOff val="0"/>
              <a:lumOff val="0"/>
              <a:alphaOff val="0"/>
            </a:schemeClr>
          </a:lnRef>
          <a:fillRef idx="1">
            <a:schemeClr val="accent3">
              <a:tint val="60000"/>
              <a:hueOff val="0"/>
              <a:satOff val="0"/>
              <a:lumOff val="0"/>
              <a:alphaOff val="0"/>
            </a:schemeClr>
          </a:fillRef>
          <a:effectRef idx="0">
            <a:schemeClr val="accent3">
              <a:tint val="60000"/>
              <a:hueOff val="0"/>
              <a:satOff val="0"/>
              <a:lumOff val="0"/>
              <a:alphaOff val="0"/>
            </a:schemeClr>
          </a:effectRef>
          <a:fontRef idx="minor">
            <a:schemeClr val="dk1">
              <a:hueOff val="0"/>
              <a:satOff val="0"/>
              <a:lumOff val="0"/>
              <a:alphaOff val="0"/>
            </a:schemeClr>
          </a:fontRef>
        </p:style>
        <p:txBody>
          <a:bodyPr spcFirstLastPara="0" vert="horz" wrap="square" lIns="0" tIns="45402" rIns="68103" bIns="45402" numCol="1" spcCol="1270" anchor="ctr" anchorCtr="0">
            <a:noAutofit/>
          </a:bodyPr>
          <a:lstStyle/>
          <a:p>
            <a:pPr marL="0" lvl="0" indent="0" algn="ctr" defTabSz="2667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None/>
            </a:pPr>
            <a:endParaRPr lang="en-GB" sz="600" kern="1200"/>
          </a:p>
        </p:txBody>
      </p:sp>
      <p:sp>
        <p:nvSpPr>
          <p:cNvPr id="83" name="Free-form: Shape 82">
            <a:extLst>
              <a:ext uri="{FF2B5EF4-FFF2-40B4-BE49-F238E27FC236}">
                <a16:creationId xmlns:a16="http://schemas.microsoft.com/office/drawing/2014/main" id="{0086CE4C-853C-988B-2070-51E720410575}"/>
              </a:ext>
            </a:extLst>
          </p:cNvPr>
          <p:cNvSpPr/>
          <p:nvPr/>
        </p:nvSpPr>
        <p:spPr>
          <a:xfrm>
            <a:off x="6320959" y="4063691"/>
            <a:ext cx="911798" cy="669375"/>
          </a:xfrm>
          <a:custGeom>
            <a:avLst/>
            <a:gdLst>
              <a:gd name="connsiteX0" fmla="*/ 0 w 911798"/>
              <a:gd name="connsiteY0" fmla="*/ 39415 h 394154"/>
              <a:gd name="connsiteX1" fmla="*/ 39415 w 911798"/>
              <a:gd name="connsiteY1" fmla="*/ 0 h 394154"/>
              <a:gd name="connsiteX2" fmla="*/ 872383 w 911798"/>
              <a:gd name="connsiteY2" fmla="*/ 0 h 394154"/>
              <a:gd name="connsiteX3" fmla="*/ 911798 w 911798"/>
              <a:gd name="connsiteY3" fmla="*/ 39415 h 394154"/>
              <a:gd name="connsiteX4" fmla="*/ 911798 w 911798"/>
              <a:gd name="connsiteY4" fmla="*/ 354739 h 394154"/>
              <a:gd name="connsiteX5" fmla="*/ 872383 w 911798"/>
              <a:gd name="connsiteY5" fmla="*/ 394154 h 394154"/>
              <a:gd name="connsiteX6" fmla="*/ 39415 w 911798"/>
              <a:gd name="connsiteY6" fmla="*/ 394154 h 394154"/>
              <a:gd name="connsiteX7" fmla="*/ 0 w 911798"/>
              <a:gd name="connsiteY7" fmla="*/ 354739 h 394154"/>
              <a:gd name="connsiteX8" fmla="*/ 0 w 911798"/>
              <a:gd name="connsiteY8" fmla="*/ 39415 h 39415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911798" h="394154">
                <a:moveTo>
                  <a:pt x="0" y="39415"/>
                </a:moveTo>
                <a:cubicBezTo>
                  <a:pt x="0" y="17647"/>
                  <a:pt x="17647" y="0"/>
                  <a:pt x="39415" y="0"/>
                </a:cubicBezTo>
                <a:lnTo>
                  <a:pt x="872383" y="0"/>
                </a:lnTo>
                <a:cubicBezTo>
                  <a:pt x="894151" y="0"/>
                  <a:pt x="911798" y="17647"/>
                  <a:pt x="911798" y="39415"/>
                </a:cubicBezTo>
                <a:lnTo>
                  <a:pt x="911798" y="354739"/>
                </a:lnTo>
                <a:cubicBezTo>
                  <a:pt x="911798" y="376507"/>
                  <a:pt x="894151" y="394154"/>
                  <a:pt x="872383" y="394154"/>
                </a:cubicBezTo>
                <a:lnTo>
                  <a:pt x="39415" y="394154"/>
                </a:lnTo>
                <a:cubicBezTo>
                  <a:pt x="17647" y="394154"/>
                  <a:pt x="0" y="376507"/>
                  <a:pt x="0" y="354739"/>
                </a:cubicBezTo>
                <a:lnTo>
                  <a:pt x="0" y="39415"/>
                </a:lnTo>
                <a:close/>
              </a:path>
            </a:pathLst>
          </a:custGeom>
          <a:solidFill>
            <a:schemeClr val="bg1">
              <a:lumMod val="75000"/>
              <a:lumOff val="25000"/>
            </a:schemeClr>
          </a:solidFill>
        </p:spPr>
        <p:style>
          <a:lnRef idx="2">
            <a:schemeClr val="accent3">
              <a:shade val="80000"/>
              <a:hueOff val="0"/>
              <a:satOff val="0"/>
              <a:lumOff val="0"/>
              <a:alphaOff val="0"/>
            </a:schemeClr>
          </a:lnRef>
          <a:fillRef idx="1">
            <a:schemeClr val="lt1">
              <a:hueOff val="0"/>
              <a:satOff val="0"/>
              <a:lumOff val="0"/>
              <a:alphaOff val="0"/>
            </a:schemeClr>
          </a:fillRef>
          <a:effectRef idx="0">
            <a:schemeClr val="lt1">
              <a:hueOff val="0"/>
              <a:satOff val="0"/>
              <a:lumOff val="0"/>
              <a:alphaOff val="0"/>
            </a:schemeClr>
          </a:effectRef>
          <a:fontRef idx="minor">
            <a:schemeClr val="dk1">
              <a:hueOff val="0"/>
              <a:satOff val="0"/>
              <a:lumOff val="0"/>
              <a:alphaOff val="0"/>
            </a:schemeClr>
          </a:fontRef>
        </p:style>
        <p:txBody>
          <a:bodyPr spcFirstLastPara="0" vert="horz" wrap="square" lIns="49784" tIns="49784" rIns="49784" bIns="158055" numCol="1" spcCol="1270" anchor="t" anchorCtr="0">
            <a:noAutofit/>
          </a:bodyPr>
          <a:lstStyle/>
          <a:p>
            <a:pPr marL="0" lvl="0" indent="0" algn="l" defTabSz="31115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None/>
            </a:pPr>
            <a:r>
              <a:rPr lang="en-GB" sz="900" kern="1200" dirty="0"/>
              <a:t>Word-to-phoneme mapping</a:t>
            </a:r>
          </a:p>
        </p:txBody>
      </p:sp>
      <p:sp>
        <p:nvSpPr>
          <p:cNvPr id="84" name="Free-form: Shape 83">
            <a:extLst>
              <a:ext uri="{FF2B5EF4-FFF2-40B4-BE49-F238E27FC236}">
                <a16:creationId xmlns:a16="http://schemas.microsoft.com/office/drawing/2014/main" id="{4B3CFBD6-8F20-3EC3-4A7C-174682A7E1FC}"/>
              </a:ext>
            </a:extLst>
          </p:cNvPr>
          <p:cNvSpPr/>
          <p:nvPr/>
        </p:nvSpPr>
        <p:spPr>
          <a:xfrm>
            <a:off x="6507713" y="4528955"/>
            <a:ext cx="911798" cy="443823"/>
          </a:xfrm>
          <a:custGeom>
            <a:avLst/>
            <a:gdLst>
              <a:gd name="connsiteX0" fmla="*/ 0 w 911798"/>
              <a:gd name="connsiteY0" fmla="*/ 59732 h 597318"/>
              <a:gd name="connsiteX1" fmla="*/ 59732 w 911798"/>
              <a:gd name="connsiteY1" fmla="*/ 0 h 597318"/>
              <a:gd name="connsiteX2" fmla="*/ 852066 w 911798"/>
              <a:gd name="connsiteY2" fmla="*/ 0 h 597318"/>
              <a:gd name="connsiteX3" fmla="*/ 911798 w 911798"/>
              <a:gd name="connsiteY3" fmla="*/ 59732 h 597318"/>
              <a:gd name="connsiteX4" fmla="*/ 911798 w 911798"/>
              <a:gd name="connsiteY4" fmla="*/ 537586 h 597318"/>
              <a:gd name="connsiteX5" fmla="*/ 852066 w 911798"/>
              <a:gd name="connsiteY5" fmla="*/ 597318 h 597318"/>
              <a:gd name="connsiteX6" fmla="*/ 59732 w 911798"/>
              <a:gd name="connsiteY6" fmla="*/ 597318 h 597318"/>
              <a:gd name="connsiteX7" fmla="*/ 0 w 911798"/>
              <a:gd name="connsiteY7" fmla="*/ 537586 h 597318"/>
              <a:gd name="connsiteX8" fmla="*/ 0 w 911798"/>
              <a:gd name="connsiteY8" fmla="*/ 59732 h 59731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911798" h="597318">
                <a:moveTo>
                  <a:pt x="0" y="59732"/>
                </a:moveTo>
                <a:cubicBezTo>
                  <a:pt x="0" y="26743"/>
                  <a:pt x="26743" y="0"/>
                  <a:pt x="59732" y="0"/>
                </a:cubicBezTo>
                <a:lnTo>
                  <a:pt x="852066" y="0"/>
                </a:lnTo>
                <a:cubicBezTo>
                  <a:pt x="885055" y="0"/>
                  <a:pt x="911798" y="26743"/>
                  <a:pt x="911798" y="59732"/>
                </a:cubicBezTo>
                <a:lnTo>
                  <a:pt x="911798" y="537586"/>
                </a:lnTo>
                <a:cubicBezTo>
                  <a:pt x="911798" y="570575"/>
                  <a:pt x="885055" y="597318"/>
                  <a:pt x="852066" y="597318"/>
                </a:cubicBezTo>
                <a:lnTo>
                  <a:pt x="59732" y="597318"/>
                </a:lnTo>
                <a:cubicBezTo>
                  <a:pt x="26743" y="597318"/>
                  <a:pt x="0" y="570575"/>
                  <a:pt x="0" y="537586"/>
                </a:cubicBezTo>
                <a:lnTo>
                  <a:pt x="0" y="59732"/>
                </a:lnTo>
                <a:close/>
              </a:path>
            </a:pathLst>
          </a:custGeom>
          <a:solidFill>
            <a:schemeClr val="bg1">
              <a:lumMod val="25000"/>
              <a:lumOff val="75000"/>
            </a:schemeClr>
          </a:solidFill>
        </p:spPr>
        <p:style>
          <a:lnRef idx="2">
            <a:schemeClr val="accent3">
              <a:hueOff val="0"/>
              <a:satOff val="0"/>
              <a:lumOff val="0"/>
              <a:alphaOff val="0"/>
            </a:schemeClr>
          </a:lnRef>
          <a:fillRef idx="1">
            <a:schemeClr val="accent3">
              <a:alpha val="90000"/>
              <a:tint val="40000"/>
              <a:hueOff val="0"/>
              <a:satOff val="0"/>
              <a:lumOff val="0"/>
              <a:alphaOff val="0"/>
            </a:schemeClr>
          </a:fillRef>
          <a:effectRef idx="0">
            <a:schemeClr val="accent3">
              <a:alpha val="90000"/>
              <a:tint val="40000"/>
              <a:hueOff val="0"/>
              <a:satOff val="0"/>
              <a:lumOff val="0"/>
              <a:alphaOff val="0"/>
            </a:schemeClr>
          </a:effectRef>
          <a:fontRef idx="minor">
            <a:schemeClr val="dk1">
              <a:hueOff val="0"/>
              <a:satOff val="0"/>
              <a:lumOff val="0"/>
              <a:alphaOff val="0"/>
            </a:schemeClr>
          </a:fontRef>
        </p:style>
        <p:txBody>
          <a:bodyPr spcFirstLastPara="0" vert="horz" wrap="square" lIns="67279" tIns="67279" rIns="67279" bIns="67279" numCol="1" spcCol="1270" anchor="t" anchorCtr="0">
            <a:noAutofit/>
          </a:bodyPr>
          <a:lstStyle/>
          <a:p>
            <a:pPr marL="0" lvl="1" algn="l" defTabSz="311150">
              <a:lnSpc>
                <a:spcPct val="90000"/>
              </a:lnSpc>
              <a:spcBef>
                <a:spcPct val="0"/>
              </a:spcBef>
              <a:spcAft>
                <a:spcPct val="15000"/>
              </a:spcAft>
            </a:pPr>
            <a:r>
              <a:rPr lang="en-GB" sz="800" kern="1200" dirty="0">
                <a:solidFill>
                  <a:schemeClr val="bg1"/>
                </a:solidFill>
              </a:rPr>
              <a:t>CMU Pronouncing Dictionary</a:t>
            </a:r>
          </a:p>
          <a:p>
            <a:pPr marL="57150" lvl="1" indent="-57150" algn="l" defTabSz="311150">
              <a:lnSpc>
                <a:spcPct val="90000"/>
              </a:lnSpc>
              <a:spcBef>
                <a:spcPct val="0"/>
              </a:spcBef>
              <a:spcAft>
                <a:spcPct val="15000"/>
              </a:spcAft>
              <a:buChar char="•"/>
            </a:pPr>
            <a:endParaRPr lang="en-GB" sz="800" kern="1200" dirty="0">
              <a:solidFill>
                <a:schemeClr val="bg1"/>
              </a:solidFill>
            </a:endParaRPr>
          </a:p>
        </p:txBody>
      </p:sp>
      <p:sp>
        <p:nvSpPr>
          <p:cNvPr id="85" name="Free-form: Shape 84">
            <a:extLst>
              <a:ext uri="{FF2B5EF4-FFF2-40B4-BE49-F238E27FC236}">
                <a16:creationId xmlns:a16="http://schemas.microsoft.com/office/drawing/2014/main" id="{68E49268-830A-FEF5-E7AF-3B095B3B4083}"/>
              </a:ext>
            </a:extLst>
          </p:cNvPr>
          <p:cNvSpPr/>
          <p:nvPr/>
        </p:nvSpPr>
        <p:spPr>
          <a:xfrm>
            <a:off x="7370983" y="4301945"/>
            <a:ext cx="293037" cy="227011"/>
          </a:xfrm>
          <a:custGeom>
            <a:avLst/>
            <a:gdLst>
              <a:gd name="connsiteX0" fmla="*/ 0 w 293037"/>
              <a:gd name="connsiteY0" fmla="*/ 45402 h 227011"/>
              <a:gd name="connsiteX1" fmla="*/ 179532 w 293037"/>
              <a:gd name="connsiteY1" fmla="*/ 45402 h 227011"/>
              <a:gd name="connsiteX2" fmla="*/ 179532 w 293037"/>
              <a:gd name="connsiteY2" fmla="*/ 0 h 227011"/>
              <a:gd name="connsiteX3" fmla="*/ 293037 w 293037"/>
              <a:gd name="connsiteY3" fmla="*/ 113506 h 227011"/>
              <a:gd name="connsiteX4" fmla="*/ 179532 w 293037"/>
              <a:gd name="connsiteY4" fmla="*/ 227011 h 227011"/>
              <a:gd name="connsiteX5" fmla="*/ 179532 w 293037"/>
              <a:gd name="connsiteY5" fmla="*/ 181609 h 227011"/>
              <a:gd name="connsiteX6" fmla="*/ 0 w 293037"/>
              <a:gd name="connsiteY6" fmla="*/ 181609 h 227011"/>
              <a:gd name="connsiteX7" fmla="*/ 0 w 293037"/>
              <a:gd name="connsiteY7" fmla="*/ 45402 h 22701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293037" h="227011">
                <a:moveTo>
                  <a:pt x="0" y="45402"/>
                </a:moveTo>
                <a:lnTo>
                  <a:pt x="179532" y="45402"/>
                </a:lnTo>
                <a:lnTo>
                  <a:pt x="179532" y="0"/>
                </a:lnTo>
                <a:lnTo>
                  <a:pt x="293037" y="113506"/>
                </a:lnTo>
                <a:lnTo>
                  <a:pt x="179532" y="227011"/>
                </a:lnTo>
                <a:lnTo>
                  <a:pt x="179532" y="181609"/>
                </a:lnTo>
                <a:lnTo>
                  <a:pt x="0" y="181609"/>
                </a:lnTo>
                <a:lnTo>
                  <a:pt x="0" y="45402"/>
                </a:lnTo>
                <a:close/>
              </a:path>
            </a:pathLst>
          </a:custGeom>
          <a:solidFill>
            <a:schemeClr val="bg1">
              <a:lumMod val="25000"/>
              <a:lumOff val="75000"/>
            </a:schemeClr>
          </a:solidFill>
        </p:spPr>
        <p:style>
          <a:lnRef idx="0">
            <a:schemeClr val="accent3">
              <a:tint val="60000"/>
              <a:hueOff val="0"/>
              <a:satOff val="0"/>
              <a:lumOff val="0"/>
              <a:alphaOff val="0"/>
            </a:schemeClr>
          </a:lnRef>
          <a:fillRef idx="1">
            <a:schemeClr val="accent3">
              <a:tint val="60000"/>
              <a:hueOff val="0"/>
              <a:satOff val="0"/>
              <a:lumOff val="0"/>
              <a:alphaOff val="0"/>
            </a:schemeClr>
          </a:fillRef>
          <a:effectRef idx="0">
            <a:schemeClr val="accent3">
              <a:tint val="60000"/>
              <a:hueOff val="0"/>
              <a:satOff val="0"/>
              <a:lumOff val="0"/>
              <a:alphaOff val="0"/>
            </a:schemeClr>
          </a:effectRef>
          <a:fontRef idx="minor">
            <a:schemeClr val="dk1">
              <a:hueOff val="0"/>
              <a:satOff val="0"/>
              <a:lumOff val="0"/>
              <a:alphaOff val="0"/>
            </a:schemeClr>
          </a:fontRef>
        </p:style>
        <p:txBody>
          <a:bodyPr spcFirstLastPara="0" vert="horz" wrap="square" lIns="0" tIns="45402" rIns="68103" bIns="45402" numCol="1" spcCol="1270" anchor="ctr" anchorCtr="0">
            <a:noAutofit/>
          </a:bodyPr>
          <a:lstStyle/>
          <a:p>
            <a:pPr marL="0" lvl="0" indent="0" algn="ctr" defTabSz="2667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None/>
            </a:pPr>
            <a:endParaRPr lang="en-GB" sz="600" kern="1200"/>
          </a:p>
        </p:txBody>
      </p:sp>
      <p:sp>
        <p:nvSpPr>
          <p:cNvPr id="86" name="Free-form: Shape 85">
            <a:extLst>
              <a:ext uri="{FF2B5EF4-FFF2-40B4-BE49-F238E27FC236}">
                <a16:creationId xmlns:a16="http://schemas.microsoft.com/office/drawing/2014/main" id="{8ED3E1FD-FA4F-AA5D-B2FB-4DCCE831A886}"/>
              </a:ext>
            </a:extLst>
          </p:cNvPr>
          <p:cNvSpPr/>
          <p:nvPr/>
        </p:nvSpPr>
        <p:spPr>
          <a:xfrm>
            <a:off x="7785660" y="4063691"/>
            <a:ext cx="911798" cy="669375"/>
          </a:xfrm>
          <a:custGeom>
            <a:avLst/>
            <a:gdLst>
              <a:gd name="connsiteX0" fmla="*/ 0 w 911798"/>
              <a:gd name="connsiteY0" fmla="*/ 39415 h 394154"/>
              <a:gd name="connsiteX1" fmla="*/ 39415 w 911798"/>
              <a:gd name="connsiteY1" fmla="*/ 0 h 394154"/>
              <a:gd name="connsiteX2" fmla="*/ 872383 w 911798"/>
              <a:gd name="connsiteY2" fmla="*/ 0 h 394154"/>
              <a:gd name="connsiteX3" fmla="*/ 911798 w 911798"/>
              <a:gd name="connsiteY3" fmla="*/ 39415 h 394154"/>
              <a:gd name="connsiteX4" fmla="*/ 911798 w 911798"/>
              <a:gd name="connsiteY4" fmla="*/ 354739 h 394154"/>
              <a:gd name="connsiteX5" fmla="*/ 872383 w 911798"/>
              <a:gd name="connsiteY5" fmla="*/ 394154 h 394154"/>
              <a:gd name="connsiteX6" fmla="*/ 39415 w 911798"/>
              <a:gd name="connsiteY6" fmla="*/ 394154 h 394154"/>
              <a:gd name="connsiteX7" fmla="*/ 0 w 911798"/>
              <a:gd name="connsiteY7" fmla="*/ 354739 h 394154"/>
              <a:gd name="connsiteX8" fmla="*/ 0 w 911798"/>
              <a:gd name="connsiteY8" fmla="*/ 39415 h 39415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911798" h="394154">
                <a:moveTo>
                  <a:pt x="0" y="39415"/>
                </a:moveTo>
                <a:cubicBezTo>
                  <a:pt x="0" y="17647"/>
                  <a:pt x="17647" y="0"/>
                  <a:pt x="39415" y="0"/>
                </a:cubicBezTo>
                <a:lnTo>
                  <a:pt x="872383" y="0"/>
                </a:lnTo>
                <a:cubicBezTo>
                  <a:pt x="894151" y="0"/>
                  <a:pt x="911798" y="17647"/>
                  <a:pt x="911798" y="39415"/>
                </a:cubicBezTo>
                <a:lnTo>
                  <a:pt x="911798" y="354739"/>
                </a:lnTo>
                <a:cubicBezTo>
                  <a:pt x="911798" y="376507"/>
                  <a:pt x="894151" y="394154"/>
                  <a:pt x="872383" y="394154"/>
                </a:cubicBezTo>
                <a:lnTo>
                  <a:pt x="39415" y="394154"/>
                </a:lnTo>
                <a:cubicBezTo>
                  <a:pt x="17647" y="394154"/>
                  <a:pt x="0" y="376507"/>
                  <a:pt x="0" y="354739"/>
                </a:cubicBezTo>
                <a:lnTo>
                  <a:pt x="0" y="39415"/>
                </a:lnTo>
                <a:close/>
              </a:path>
            </a:pathLst>
          </a:custGeom>
          <a:solidFill>
            <a:schemeClr val="bg1">
              <a:lumMod val="75000"/>
              <a:lumOff val="25000"/>
            </a:schemeClr>
          </a:solidFill>
        </p:spPr>
        <p:style>
          <a:lnRef idx="2">
            <a:schemeClr val="accent3">
              <a:shade val="80000"/>
              <a:hueOff val="0"/>
              <a:satOff val="0"/>
              <a:lumOff val="0"/>
              <a:alphaOff val="0"/>
            </a:schemeClr>
          </a:lnRef>
          <a:fillRef idx="1">
            <a:schemeClr val="lt1">
              <a:hueOff val="0"/>
              <a:satOff val="0"/>
              <a:lumOff val="0"/>
              <a:alphaOff val="0"/>
            </a:schemeClr>
          </a:fillRef>
          <a:effectRef idx="0">
            <a:schemeClr val="lt1">
              <a:hueOff val="0"/>
              <a:satOff val="0"/>
              <a:lumOff val="0"/>
              <a:alphaOff val="0"/>
            </a:schemeClr>
          </a:effectRef>
          <a:fontRef idx="minor">
            <a:schemeClr val="dk1">
              <a:hueOff val="0"/>
              <a:satOff val="0"/>
              <a:lumOff val="0"/>
              <a:alphaOff val="0"/>
            </a:schemeClr>
          </a:fontRef>
        </p:style>
        <p:txBody>
          <a:bodyPr spcFirstLastPara="0" vert="horz" wrap="square" lIns="49784" tIns="49784" rIns="49784" bIns="158055" numCol="1" spcCol="1270" anchor="t" anchorCtr="0">
            <a:noAutofit/>
          </a:bodyPr>
          <a:lstStyle/>
          <a:p>
            <a:pPr marL="0" lvl="0" indent="0" algn="l" defTabSz="31115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None/>
            </a:pPr>
            <a:r>
              <a:rPr lang="en-GB" sz="900" kern="1200"/>
              <a:t>Syllable matching</a:t>
            </a:r>
            <a:endParaRPr lang="en-GB" sz="900" kern="1200" dirty="0"/>
          </a:p>
        </p:txBody>
      </p:sp>
      <p:sp>
        <p:nvSpPr>
          <p:cNvPr id="87" name="Free-form: Shape 86">
            <a:extLst>
              <a:ext uri="{FF2B5EF4-FFF2-40B4-BE49-F238E27FC236}">
                <a16:creationId xmlns:a16="http://schemas.microsoft.com/office/drawing/2014/main" id="{29422B4E-F000-10C0-BB4E-41051C8B4618}"/>
              </a:ext>
            </a:extLst>
          </p:cNvPr>
          <p:cNvSpPr/>
          <p:nvPr/>
        </p:nvSpPr>
        <p:spPr>
          <a:xfrm>
            <a:off x="7972414" y="4528955"/>
            <a:ext cx="911798" cy="443823"/>
          </a:xfrm>
          <a:custGeom>
            <a:avLst/>
            <a:gdLst>
              <a:gd name="connsiteX0" fmla="*/ 0 w 911798"/>
              <a:gd name="connsiteY0" fmla="*/ 59732 h 597318"/>
              <a:gd name="connsiteX1" fmla="*/ 59732 w 911798"/>
              <a:gd name="connsiteY1" fmla="*/ 0 h 597318"/>
              <a:gd name="connsiteX2" fmla="*/ 852066 w 911798"/>
              <a:gd name="connsiteY2" fmla="*/ 0 h 597318"/>
              <a:gd name="connsiteX3" fmla="*/ 911798 w 911798"/>
              <a:gd name="connsiteY3" fmla="*/ 59732 h 597318"/>
              <a:gd name="connsiteX4" fmla="*/ 911798 w 911798"/>
              <a:gd name="connsiteY4" fmla="*/ 537586 h 597318"/>
              <a:gd name="connsiteX5" fmla="*/ 852066 w 911798"/>
              <a:gd name="connsiteY5" fmla="*/ 597318 h 597318"/>
              <a:gd name="connsiteX6" fmla="*/ 59732 w 911798"/>
              <a:gd name="connsiteY6" fmla="*/ 597318 h 597318"/>
              <a:gd name="connsiteX7" fmla="*/ 0 w 911798"/>
              <a:gd name="connsiteY7" fmla="*/ 537586 h 597318"/>
              <a:gd name="connsiteX8" fmla="*/ 0 w 911798"/>
              <a:gd name="connsiteY8" fmla="*/ 59732 h 59731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911798" h="597318">
                <a:moveTo>
                  <a:pt x="0" y="59732"/>
                </a:moveTo>
                <a:cubicBezTo>
                  <a:pt x="0" y="26743"/>
                  <a:pt x="26743" y="0"/>
                  <a:pt x="59732" y="0"/>
                </a:cubicBezTo>
                <a:lnTo>
                  <a:pt x="852066" y="0"/>
                </a:lnTo>
                <a:cubicBezTo>
                  <a:pt x="885055" y="0"/>
                  <a:pt x="911798" y="26743"/>
                  <a:pt x="911798" y="59732"/>
                </a:cubicBezTo>
                <a:lnTo>
                  <a:pt x="911798" y="537586"/>
                </a:lnTo>
                <a:cubicBezTo>
                  <a:pt x="911798" y="570575"/>
                  <a:pt x="885055" y="597318"/>
                  <a:pt x="852066" y="597318"/>
                </a:cubicBezTo>
                <a:lnTo>
                  <a:pt x="59732" y="597318"/>
                </a:lnTo>
                <a:cubicBezTo>
                  <a:pt x="26743" y="597318"/>
                  <a:pt x="0" y="570575"/>
                  <a:pt x="0" y="537586"/>
                </a:cubicBezTo>
                <a:lnTo>
                  <a:pt x="0" y="59732"/>
                </a:lnTo>
                <a:close/>
              </a:path>
            </a:pathLst>
          </a:custGeom>
          <a:solidFill>
            <a:schemeClr val="bg1">
              <a:lumMod val="25000"/>
              <a:lumOff val="75000"/>
            </a:schemeClr>
          </a:solidFill>
        </p:spPr>
        <p:style>
          <a:lnRef idx="2">
            <a:schemeClr val="accent3">
              <a:hueOff val="0"/>
              <a:satOff val="0"/>
              <a:lumOff val="0"/>
              <a:alphaOff val="0"/>
            </a:schemeClr>
          </a:lnRef>
          <a:fillRef idx="1">
            <a:schemeClr val="accent3">
              <a:alpha val="90000"/>
              <a:tint val="40000"/>
              <a:hueOff val="0"/>
              <a:satOff val="0"/>
              <a:lumOff val="0"/>
              <a:alphaOff val="0"/>
            </a:schemeClr>
          </a:fillRef>
          <a:effectRef idx="0">
            <a:schemeClr val="accent3">
              <a:alpha val="90000"/>
              <a:tint val="40000"/>
              <a:hueOff val="0"/>
              <a:satOff val="0"/>
              <a:lumOff val="0"/>
              <a:alphaOff val="0"/>
            </a:schemeClr>
          </a:effectRef>
          <a:fontRef idx="minor">
            <a:schemeClr val="dk1">
              <a:hueOff val="0"/>
              <a:satOff val="0"/>
              <a:lumOff val="0"/>
              <a:alphaOff val="0"/>
            </a:schemeClr>
          </a:fontRef>
        </p:style>
        <p:txBody>
          <a:bodyPr spcFirstLastPara="0" vert="horz" wrap="square" lIns="67279" tIns="67279" rIns="67279" bIns="67279" numCol="1" spcCol="1270" anchor="t" anchorCtr="0">
            <a:noAutofit/>
          </a:bodyPr>
          <a:lstStyle/>
          <a:p>
            <a:pPr marL="0" lvl="1" algn="l" defTabSz="311150">
              <a:lnSpc>
                <a:spcPct val="90000"/>
              </a:lnSpc>
              <a:spcBef>
                <a:spcPct val="0"/>
              </a:spcBef>
              <a:spcAft>
                <a:spcPct val="15000"/>
              </a:spcAft>
            </a:pPr>
            <a:r>
              <a:rPr lang="en-GB" sz="800" kern="1200" dirty="0">
                <a:solidFill>
                  <a:schemeClr val="bg1"/>
                </a:solidFill>
              </a:rPr>
              <a:t>Mean Squared error</a:t>
            </a:r>
          </a:p>
        </p:txBody>
      </p:sp>
      <p:sp>
        <p:nvSpPr>
          <p:cNvPr id="88" name="Free-form: Shape 87">
            <a:extLst>
              <a:ext uri="{FF2B5EF4-FFF2-40B4-BE49-F238E27FC236}">
                <a16:creationId xmlns:a16="http://schemas.microsoft.com/office/drawing/2014/main" id="{C0F58058-C29A-9FEC-6684-F30DC4F1DC2E}"/>
              </a:ext>
            </a:extLst>
          </p:cNvPr>
          <p:cNvSpPr/>
          <p:nvPr/>
        </p:nvSpPr>
        <p:spPr>
          <a:xfrm>
            <a:off x="8835684" y="4301945"/>
            <a:ext cx="293037" cy="227011"/>
          </a:xfrm>
          <a:custGeom>
            <a:avLst/>
            <a:gdLst>
              <a:gd name="connsiteX0" fmla="*/ 0 w 293037"/>
              <a:gd name="connsiteY0" fmla="*/ 45402 h 227011"/>
              <a:gd name="connsiteX1" fmla="*/ 179532 w 293037"/>
              <a:gd name="connsiteY1" fmla="*/ 45402 h 227011"/>
              <a:gd name="connsiteX2" fmla="*/ 179532 w 293037"/>
              <a:gd name="connsiteY2" fmla="*/ 0 h 227011"/>
              <a:gd name="connsiteX3" fmla="*/ 293037 w 293037"/>
              <a:gd name="connsiteY3" fmla="*/ 113506 h 227011"/>
              <a:gd name="connsiteX4" fmla="*/ 179532 w 293037"/>
              <a:gd name="connsiteY4" fmla="*/ 227011 h 227011"/>
              <a:gd name="connsiteX5" fmla="*/ 179532 w 293037"/>
              <a:gd name="connsiteY5" fmla="*/ 181609 h 227011"/>
              <a:gd name="connsiteX6" fmla="*/ 0 w 293037"/>
              <a:gd name="connsiteY6" fmla="*/ 181609 h 227011"/>
              <a:gd name="connsiteX7" fmla="*/ 0 w 293037"/>
              <a:gd name="connsiteY7" fmla="*/ 45402 h 22701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293037" h="227011">
                <a:moveTo>
                  <a:pt x="0" y="45402"/>
                </a:moveTo>
                <a:lnTo>
                  <a:pt x="179532" y="45402"/>
                </a:lnTo>
                <a:lnTo>
                  <a:pt x="179532" y="0"/>
                </a:lnTo>
                <a:lnTo>
                  <a:pt x="293037" y="113506"/>
                </a:lnTo>
                <a:lnTo>
                  <a:pt x="179532" y="227011"/>
                </a:lnTo>
                <a:lnTo>
                  <a:pt x="179532" y="181609"/>
                </a:lnTo>
                <a:lnTo>
                  <a:pt x="0" y="181609"/>
                </a:lnTo>
                <a:lnTo>
                  <a:pt x="0" y="45402"/>
                </a:lnTo>
                <a:close/>
              </a:path>
            </a:pathLst>
          </a:custGeom>
          <a:solidFill>
            <a:schemeClr val="bg1">
              <a:lumMod val="25000"/>
              <a:lumOff val="75000"/>
            </a:schemeClr>
          </a:solidFill>
        </p:spPr>
        <p:style>
          <a:lnRef idx="0">
            <a:schemeClr val="accent3">
              <a:tint val="60000"/>
              <a:hueOff val="0"/>
              <a:satOff val="0"/>
              <a:lumOff val="0"/>
              <a:alphaOff val="0"/>
            </a:schemeClr>
          </a:lnRef>
          <a:fillRef idx="1">
            <a:schemeClr val="accent3">
              <a:tint val="60000"/>
              <a:hueOff val="0"/>
              <a:satOff val="0"/>
              <a:lumOff val="0"/>
              <a:alphaOff val="0"/>
            </a:schemeClr>
          </a:fillRef>
          <a:effectRef idx="0">
            <a:schemeClr val="accent3">
              <a:tint val="60000"/>
              <a:hueOff val="0"/>
              <a:satOff val="0"/>
              <a:lumOff val="0"/>
              <a:alphaOff val="0"/>
            </a:schemeClr>
          </a:effectRef>
          <a:fontRef idx="minor">
            <a:schemeClr val="dk1">
              <a:hueOff val="0"/>
              <a:satOff val="0"/>
              <a:lumOff val="0"/>
              <a:alphaOff val="0"/>
            </a:schemeClr>
          </a:fontRef>
        </p:style>
        <p:txBody>
          <a:bodyPr spcFirstLastPara="0" vert="horz" wrap="square" lIns="0" tIns="45402" rIns="68103" bIns="45402" numCol="1" spcCol="1270" anchor="ctr" anchorCtr="0">
            <a:noAutofit/>
          </a:bodyPr>
          <a:lstStyle/>
          <a:p>
            <a:pPr marL="0" lvl="0" indent="0" algn="ctr" defTabSz="2667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None/>
            </a:pPr>
            <a:endParaRPr lang="en-GB" sz="600" kern="1200"/>
          </a:p>
        </p:txBody>
      </p:sp>
      <p:sp>
        <p:nvSpPr>
          <p:cNvPr id="89" name="Free-form: Shape 88">
            <a:extLst>
              <a:ext uri="{FF2B5EF4-FFF2-40B4-BE49-F238E27FC236}">
                <a16:creationId xmlns:a16="http://schemas.microsoft.com/office/drawing/2014/main" id="{890ED57F-2C03-488C-CD1B-267C871D76F2}"/>
              </a:ext>
            </a:extLst>
          </p:cNvPr>
          <p:cNvSpPr/>
          <p:nvPr/>
        </p:nvSpPr>
        <p:spPr>
          <a:xfrm>
            <a:off x="9250360" y="4063691"/>
            <a:ext cx="911798" cy="669375"/>
          </a:xfrm>
          <a:custGeom>
            <a:avLst/>
            <a:gdLst>
              <a:gd name="connsiteX0" fmla="*/ 0 w 911798"/>
              <a:gd name="connsiteY0" fmla="*/ 39415 h 394154"/>
              <a:gd name="connsiteX1" fmla="*/ 39415 w 911798"/>
              <a:gd name="connsiteY1" fmla="*/ 0 h 394154"/>
              <a:gd name="connsiteX2" fmla="*/ 872383 w 911798"/>
              <a:gd name="connsiteY2" fmla="*/ 0 h 394154"/>
              <a:gd name="connsiteX3" fmla="*/ 911798 w 911798"/>
              <a:gd name="connsiteY3" fmla="*/ 39415 h 394154"/>
              <a:gd name="connsiteX4" fmla="*/ 911798 w 911798"/>
              <a:gd name="connsiteY4" fmla="*/ 354739 h 394154"/>
              <a:gd name="connsiteX5" fmla="*/ 872383 w 911798"/>
              <a:gd name="connsiteY5" fmla="*/ 394154 h 394154"/>
              <a:gd name="connsiteX6" fmla="*/ 39415 w 911798"/>
              <a:gd name="connsiteY6" fmla="*/ 394154 h 394154"/>
              <a:gd name="connsiteX7" fmla="*/ 0 w 911798"/>
              <a:gd name="connsiteY7" fmla="*/ 354739 h 394154"/>
              <a:gd name="connsiteX8" fmla="*/ 0 w 911798"/>
              <a:gd name="connsiteY8" fmla="*/ 39415 h 39415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911798" h="394154">
                <a:moveTo>
                  <a:pt x="0" y="39415"/>
                </a:moveTo>
                <a:cubicBezTo>
                  <a:pt x="0" y="17647"/>
                  <a:pt x="17647" y="0"/>
                  <a:pt x="39415" y="0"/>
                </a:cubicBezTo>
                <a:lnTo>
                  <a:pt x="872383" y="0"/>
                </a:lnTo>
                <a:cubicBezTo>
                  <a:pt x="894151" y="0"/>
                  <a:pt x="911798" y="17647"/>
                  <a:pt x="911798" y="39415"/>
                </a:cubicBezTo>
                <a:lnTo>
                  <a:pt x="911798" y="354739"/>
                </a:lnTo>
                <a:cubicBezTo>
                  <a:pt x="911798" y="376507"/>
                  <a:pt x="894151" y="394154"/>
                  <a:pt x="872383" y="394154"/>
                </a:cubicBezTo>
                <a:lnTo>
                  <a:pt x="39415" y="394154"/>
                </a:lnTo>
                <a:cubicBezTo>
                  <a:pt x="17647" y="394154"/>
                  <a:pt x="0" y="376507"/>
                  <a:pt x="0" y="354739"/>
                </a:cubicBezTo>
                <a:lnTo>
                  <a:pt x="0" y="39415"/>
                </a:lnTo>
                <a:close/>
              </a:path>
            </a:pathLst>
          </a:custGeom>
          <a:solidFill>
            <a:schemeClr val="bg1">
              <a:lumMod val="75000"/>
              <a:lumOff val="25000"/>
            </a:schemeClr>
          </a:solidFill>
        </p:spPr>
        <p:style>
          <a:lnRef idx="2">
            <a:schemeClr val="accent3">
              <a:shade val="80000"/>
              <a:hueOff val="0"/>
              <a:satOff val="0"/>
              <a:lumOff val="0"/>
              <a:alphaOff val="0"/>
            </a:schemeClr>
          </a:lnRef>
          <a:fillRef idx="1">
            <a:schemeClr val="lt1">
              <a:hueOff val="0"/>
              <a:satOff val="0"/>
              <a:lumOff val="0"/>
              <a:alphaOff val="0"/>
            </a:schemeClr>
          </a:fillRef>
          <a:effectRef idx="0">
            <a:schemeClr val="lt1">
              <a:hueOff val="0"/>
              <a:satOff val="0"/>
              <a:lumOff val="0"/>
              <a:alphaOff val="0"/>
            </a:schemeClr>
          </a:effectRef>
          <a:fontRef idx="minor">
            <a:schemeClr val="dk1">
              <a:hueOff val="0"/>
              <a:satOff val="0"/>
              <a:lumOff val="0"/>
              <a:alphaOff val="0"/>
            </a:schemeClr>
          </a:fontRef>
        </p:style>
        <p:txBody>
          <a:bodyPr spcFirstLastPara="0" vert="horz" wrap="square" lIns="49784" tIns="49784" rIns="49784" bIns="158055" numCol="1" spcCol="1270" anchor="t" anchorCtr="0">
            <a:noAutofit/>
          </a:bodyPr>
          <a:lstStyle/>
          <a:p>
            <a:pPr marL="0" lvl="0" indent="0" algn="l" defTabSz="31115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None/>
            </a:pPr>
            <a:r>
              <a:rPr lang="en-GB" sz="900" kern="1200"/>
              <a:t>Rhyme scheme fidelity</a:t>
            </a:r>
            <a:endParaRPr lang="en-GB" sz="900" kern="1200" dirty="0"/>
          </a:p>
        </p:txBody>
      </p:sp>
      <p:sp>
        <p:nvSpPr>
          <p:cNvPr id="90" name="Free-form: Shape 89">
            <a:extLst>
              <a:ext uri="{FF2B5EF4-FFF2-40B4-BE49-F238E27FC236}">
                <a16:creationId xmlns:a16="http://schemas.microsoft.com/office/drawing/2014/main" id="{DA981922-C22D-56F6-7965-BAB6057FABD4}"/>
              </a:ext>
            </a:extLst>
          </p:cNvPr>
          <p:cNvSpPr/>
          <p:nvPr/>
        </p:nvSpPr>
        <p:spPr>
          <a:xfrm>
            <a:off x="9437114" y="4528955"/>
            <a:ext cx="911798" cy="443823"/>
          </a:xfrm>
          <a:custGeom>
            <a:avLst/>
            <a:gdLst>
              <a:gd name="connsiteX0" fmla="*/ 0 w 911798"/>
              <a:gd name="connsiteY0" fmla="*/ 59732 h 597318"/>
              <a:gd name="connsiteX1" fmla="*/ 59732 w 911798"/>
              <a:gd name="connsiteY1" fmla="*/ 0 h 597318"/>
              <a:gd name="connsiteX2" fmla="*/ 852066 w 911798"/>
              <a:gd name="connsiteY2" fmla="*/ 0 h 597318"/>
              <a:gd name="connsiteX3" fmla="*/ 911798 w 911798"/>
              <a:gd name="connsiteY3" fmla="*/ 59732 h 597318"/>
              <a:gd name="connsiteX4" fmla="*/ 911798 w 911798"/>
              <a:gd name="connsiteY4" fmla="*/ 537586 h 597318"/>
              <a:gd name="connsiteX5" fmla="*/ 852066 w 911798"/>
              <a:gd name="connsiteY5" fmla="*/ 597318 h 597318"/>
              <a:gd name="connsiteX6" fmla="*/ 59732 w 911798"/>
              <a:gd name="connsiteY6" fmla="*/ 597318 h 597318"/>
              <a:gd name="connsiteX7" fmla="*/ 0 w 911798"/>
              <a:gd name="connsiteY7" fmla="*/ 537586 h 597318"/>
              <a:gd name="connsiteX8" fmla="*/ 0 w 911798"/>
              <a:gd name="connsiteY8" fmla="*/ 59732 h 59731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911798" h="597318">
                <a:moveTo>
                  <a:pt x="0" y="59732"/>
                </a:moveTo>
                <a:cubicBezTo>
                  <a:pt x="0" y="26743"/>
                  <a:pt x="26743" y="0"/>
                  <a:pt x="59732" y="0"/>
                </a:cubicBezTo>
                <a:lnTo>
                  <a:pt x="852066" y="0"/>
                </a:lnTo>
                <a:cubicBezTo>
                  <a:pt x="885055" y="0"/>
                  <a:pt x="911798" y="26743"/>
                  <a:pt x="911798" y="59732"/>
                </a:cubicBezTo>
                <a:lnTo>
                  <a:pt x="911798" y="537586"/>
                </a:lnTo>
                <a:cubicBezTo>
                  <a:pt x="911798" y="570575"/>
                  <a:pt x="885055" y="597318"/>
                  <a:pt x="852066" y="597318"/>
                </a:cubicBezTo>
                <a:lnTo>
                  <a:pt x="59732" y="597318"/>
                </a:lnTo>
                <a:cubicBezTo>
                  <a:pt x="26743" y="597318"/>
                  <a:pt x="0" y="570575"/>
                  <a:pt x="0" y="537586"/>
                </a:cubicBezTo>
                <a:lnTo>
                  <a:pt x="0" y="59732"/>
                </a:lnTo>
                <a:close/>
              </a:path>
            </a:pathLst>
          </a:custGeom>
          <a:solidFill>
            <a:schemeClr val="bg1">
              <a:lumMod val="25000"/>
              <a:lumOff val="75000"/>
            </a:schemeClr>
          </a:solidFill>
        </p:spPr>
        <p:style>
          <a:lnRef idx="2">
            <a:schemeClr val="accent3">
              <a:hueOff val="0"/>
              <a:satOff val="0"/>
              <a:lumOff val="0"/>
              <a:alphaOff val="0"/>
            </a:schemeClr>
          </a:lnRef>
          <a:fillRef idx="1">
            <a:schemeClr val="accent3">
              <a:alpha val="90000"/>
              <a:tint val="40000"/>
              <a:hueOff val="0"/>
              <a:satOff val="0"/>
              <a:lumOff val="0"/>
              <a:alphaOff val="0"/>
            </a:schemeClr>
          </a:fillRef>
          <a:effectRef idx="0">
            <a:schemeClr val="accent3">
              <a:alpha val="90000"/>
              <a:tint val="40000"/>
              <a:hueOff val="0"/>
              <a:satOff val="0"/>
              <a:lumOff val="0"/>
              <a:alphaOff val="0"/>
            </a:schemeClr>
          </a:effectRef>
          <a:fontRef idx="minor">
            <a:schemeClr val="dk1">
              <a:hueOff val="0"/>
              <a:satOff val="0"/>
              <a:lumOff val="0"/>
              <a:alphaOff val="0"/>
            </a:schemeClr>
          </a:fontRef>
        </p:style>
        <p:txBody>
          <a:bodyPr spcFirstLastPara="0" vert="horz" wrap="square" lIns="67279" tIns="67279" rIns="67279" bIns="67279" numCol="1" spcCol="1270" anchor="t" anchorCtr="0">
            <a:noAutofit/>
          </a:bodyPr>
          <a:lstStyle/>
          <a:p>
            <a:pPr marL="0" lvl="1" algn="l" defTabSz="311150">
              <a:lnSpc>
                <a:spcPct val="90000"/>
              </a:lnSpc>
              <a:spcBef>
                <a:spcPct val="0"/>
              </a:spcBef>
              <a:spcAft>
                <a:spcPct val="15000"/>
              </a:spcAft>
            </a:pPr>
            <a:r>
              <a:rPr lang="en-GB" sz="800" kern="1200" dirty="0">
                <a:solidFill>
                  <a:schemeClr val="bg1"/>
                </a:solidFill>
              </a:rPr>
              <a:t>Boolean</a:t>
            </a:r>
          </a:p>
        </p:txBody>
      </p:sp>
      <p:sp>
        <p:nvSpPr>
          <p:cNvPr id="91" name="Free-form: Shape 90">
            <a:extLst>
              <a:ext uri="{FF2B5EF4-FFF2-40B4-BE49-F238E27FC236}">
                <a16:creationId xmlns:a16="http://schemas.microsoft.com/office/drawing/2014/main" id="{8FBAE1BE-D564-CB95-0F29-EF81991ED8E0}"/>
              </a:ext>
            </a:extLst>
          </p:cNvPr>
          <p:cNvSpPr/>
          <p:nvPr/>
        </p:nvSpPr>
        <p:spPr>
          <a:xfrm>
            <a:off x="10300384" y="4301945"/>
            <a:ext cx="293037" cy="227011"/>
          </a:xfrm>
          <a:custGeom>
            <a:avLst/>
            <a:gdLst>
              <a:gd name="connsiteX0" fmla="*/ 0 w 293037"/>
              <a:gd name="connsiteY0" fmla="*/ 45402 h 227011"/>
              <a:gd name="connsiteX1" fmla="*/ 179532 w 293037"/>
              <a:gd name="connsiteY1" fmla="*/ 45402 h 227011"/>
              <a:gd name="connsiteX2" fmla="*/ 179532 w 293037"/>
              <a:gd name="connsiteY2" fmla="*/ 0 h 227011"/>
              <a:gd name="connsiteX3" fmla="*/ 293037 w 293037"/>
              <a:gd name="connsiteY3" fmla="*/ 113506 h 227011"/>
              <a:gd name="connsiteX4" fmla="*/ 179532 w 293037"/>
              <a:gd name="connsiteY4" fmla="*/ 227011 h 227011"/>
              <a:gd name="connsiteX5" fmla="*/ 179532 w 293037"/>
              <a:gd name="connsiteY5" fmla="*/ 181609 h 227011"/>
              <a:gd name="connsiteX6" fmla="*/ 0 w 293037"/>
              <a:gd name="connsiteY6" fmla="*/ 181609 h 227011"/>
              <a:gd name="connsiteX7" fmla="*/ 0 w 293037"/>
              <a:gd name="connsiteY7" fmla="*/ 45402 h 22701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293037" h="227011">
                <a:moveTo>
                  <a:pt x="0" y="45402"/>
                </a:moveTo>
                <a:lnTo>
                  <a:pt x="179532" y="45402"/>
                </a:lnTo>
                <a:lnTo>
                  <a:pt x="179532" y="0"/>
                </a:lnTo>
                <a:lnTo>
                  <a:pt x="293037" y="113506"/>
                </a:lnTo>
                <a:lnTo>
                  <a:pt x="179532" y="227011"/>
                </a:lnTo>
                <a:lnTo>
                  <a:pt x="179532" y="181609"/>
                </a:lnTo>
                <a:lnTo>
                  <a:pt x="0" y="181609"/>
                </a:lnTo>
                <a:lnTo>
                  <a:pt x="0" y="45402"/>
                </a:lnTo>
                <a:close/>
              </a:path>
            </a:pathLst>
          </a:custGeom>
          <a:solidFill>
            <a:schemeClr val="bg1">
              <a:lumMod val="25000"/>
              <a:lumOff val="75000"/>
            </a:schemeClr>
          </a:solidFill>
        </p:spPr>
        <p:style>
          <a:lnRef idx="0">
            <a:schemeClr val="accent3">
              <a:tint val="60000"/>
              <a:hueOff val="0"/>
              <a:satOff val="0"/>
              <a:lumOff val="0"/>
              <a:alphaOff val="0"/>
            </a:schemeClr>
          </a:lnRef>
          <a:fillRef idx="1">
            <a:schemeClr val="accent3">
              <a:tint val="60000"/>
              <a:hueOff val="0"/>
              <a:satOff val="0"/>
              <a:lumOff val="0"/>
              <a:alphaOff val="0"/>
            </a:schemeClr>
          </a:fillRef>
          <a:effectRef idx="0">
            <a:schemeClr val="accent3">
              <a:tint val="60000"/>
              <a:hueOff val="0"/>
              <a:satOff val="0"/>
              <a:lumOff val="0"/>
              <a:alphaOff val="0"/>
            </a:schemeClr>
          </a:effectRef>
          <a:fontRef idx="minor">
            <a:schemeClr val="dk1">
              <a:hueOff val="0"/>
              <a:satOff val="0"/>
              <a:lumOff val="0"/>
              <a:alphaOff val="0"/>
            </a:schemeClr>
          </a:fontRef>
        </p:style>
        <p:txBody>
          <a:bodyPr spcFirstLastPara="0" vert="horz" wrap="square" lIns="0" tIns="45402" rIns="68103" bIns="45402" numCol="1" spcCol="1270" anchor="ctr" anchorCtr="0">
            <a:noAutofit/>
          </a:bodyPr>
          <a:lstStyle/>
          <a:p>
            <a:pPr marL="0" lvl="0" indent="0" algn="ctr" defTabSz="2667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None/>
            </a:pPr>
            <a:endParaRPr lang="en-GB" sz="600" kern="1200"/>
          </a:p>
        </p:txBody>
      </p:sp>
      <p:sp>
        <p:nvSpPr>
          <p:cNvPr id="92" name="Free-form: Shape 91">
            <a:extLst>
              <a:ext uri="{FF2B5EF4-FFF2-40B4-BE49-F238E27FC236}">
                <a16:creationId xmlns:a16="http://schemas.microsoft.com/office/drawing/2014/main" id="{8BC37B74-1917-2AEF-008C-9B696F45B84A}"/>
              </a:ext>
            </a:extLst>
          </p:cNvPr>
          <p:cNvSpPr/>
          <p:nvPr/>
        </p:nvSpPr>
        <p:spPr>
          <a:xfrm>
            <a:off x="10715061" y="4063691"/>
            <a:ext cx="911798" cy="669375"/>
          </a:xfrm>
          <a:custGeom>
            <a:avLst/>
            <a:gdLst>
              <a:gd name="connsiteX0" fmla="*/ 0 w 911798"/>
              <a:gd name="connsiteY0" fmla="*/ 39415 h 394154"/>
              <a:gd name="connsiteX1" fmla="*/ 39415 w 911798"/>
              <a:gd name="connsiteY1" fmla="*/ 0 h 394154"/>
              <a:gd name="connsiteX2" fmla="*/ 872383 w 911798"/>
              <a:gd name="connsiteY2" fmla="*/ 0 h 394154"/>
              <a:gd name="connsiteX3" fmla="*/ 911798 w 911798"/>
              <a:gd name="connsiteY3" fmla="*/ 39415 h 394154"/>
              <a:gd name="connsiteX4" fmla="*/ 911798 w 911798"/>
              <a:gd name="connsiteY4" fmla="*/ 354739 h 394154"/>
              <a:gd name="connsiteX5" fmla="*/ 872383 w 911798"/>
              <a:gd name="connsiteY5" fmla="*/ 394154 h 394154"/>
              <a:gd name="connsiteX6" fmla="*/ 39415 w 911798"/>
              <a:gd name="connsiteY6" fmla="*/ 394154 h 394154"/>
              <a:gd name="connsiteX7" fmla="*/ 0 w 911798"/>
              <a:gd name="connsiteY7" fmla="*/ 354739 h 394154"/>
              <a:gd name="connsiteX8" fmla="*/ 0 w 911798"/>
              <a:gd name="connsiteY8" fmla="*/ 39415 h 39415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911798" h="394154">
                <a:moveTo>
                  <a:pt x="0" y="39415"/>
                </a:moveTo>
                <a:cubicBezTo>
                  <a:pt x="0" y="17647"/>
                  <a:pt x="17647" y="0"/>
                  <a:pt x="39415" y="0"/>
                </a:cubicBezTo>
                <a:lnTo>
                  <a:pt x="872383" y="0"/>
                </a:lnTo>
                <a:cubicBezTo>
                  <a:pt x="894151" y="0"/>
                  <a:pt x="911798" y="17647"/>
                  <a:pt x="911798" y="39415"/>
                </a:cubicBezTo>
                <a:lnTo>
                  <a:pt x="911798" y="354739"/>
                </a:lnTo>
                <a:cubicBezTo>
                  <a:pt x="911798" y="376507"/>
                  <a:pt x="894151" y="394154"/>
                  <a:pt x="872383" y="394154"/>
                </a:cubicBezTo>
                <a:lnTo>
                  <a:pt x="39415" y="394154"/>
                </a:lnTo>
                <a:cubicBezTo>
                  <a:pt x="17647" y="394154"/>
                  <a:pt x="0" y="376507"/>
                  <a:pt x="0" y="354739"/>
                </a:cubicBezTo>
                <a:lnTo>
                  <a:pt x="0" y="39415"/>
                </a:lnTo>
                <a:close/>
              </a:path>
            </a:pathLst>
          </a:custGeom>
          <a:solidFill>
            <a:schemeClr val="bg1">
              <a:lumMod val="75000"/>
              <a:lumOff val="25000"/>
            </a:schemeClr>
          </a:solidFill>
        </p:spPr>
        <p:style>
          <a:lnRef idx="2">
            <a:schemeClr val="accent3">
              <a:shade val="80000"/>
              <a:hueOff val="0"/>
              <a:satOff val="0"/>
              <a:lumOff val="0"/>
              <a:alphaOff val="0"/>
            </a:schemeClr>
          </a:lnRef>
          <a:fillRef idx="1">
            <a:schemeClr val="lt1">
              <a:hueOff val="0"/>
              <a:satOff val="0"/>
              <a:lumOff val="0"/>
              <a:alphaOff val="0"/>
            </a:schemeClr>
          </a:fillRef>
          <a:effectRef idx="0">
            <a:schemeClr val="lt1">
              <a:hueOff val="0"/>
              <a:satOff val="0"/>
              <a:lumOff val="0"/>
              <a:alphaOff val="0"/>
            </a:schemeClr>
          </a:effectRef>
          <a:fontRef idx="minor">
            <a:schemeClr val="dk1">
              <a:hueOff val="0"/>
              <a:satOff val="0"/>
              <a:lumOff val="0"/>
              <a:alphaOff val="0"/>
            </a:schemeClr>
          </a:fontRef>
        </p:style>
        <p:txBody>
          <a:bodyPr spcFirstLastPara="0" vert="horz" wrap="square" lIns="49784" tIns="49784" rIns="49784" bIns="158055" numCol="1" spcCol="1270" anchor="t" anchorCtr="0">
            <a:noAutofit/>
          </a:bodyPr>
          <a:lstStyle/>
          <a:p>
            <a:pPr marL="0" lvl="0" indent="0" algn="l" defTabSz="31115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None/>
            </a:pPr>
            <a:r>
              <a:rPr lang="en-GB" sz="900" kern="1200"/>
              <a:t>Loss</a:t>
            </a:r>
            <a:endParaRPr lang="en-GB" sz="900" kern="1200" dirty="0"/>
          </a:p>
        </p:txBody>
      </p:sp>
      <p:sp>
        <p:nvSpPr>
          <p:cNvPr id="93" name="Free-form: Shape 92">
            <a:extLst>
              <a:ext uri="{FF2B5EF4-FFF2-40B4-BE49-F238E27FC236}">
                <a16:creationId xmlns:a16="http://schemas.microsoft.com/office/drawing/2014/main" id="{30B4C7C4-65E3-71D0-2365-40B3923341F7}"/>
              </a:ext>
            </a:extLst>
          </p:cNvPr>
          <p:cNvSpPr/>
          <p:nvPr/>
        </p:nvSpPr>
        <p:spPr>
          <a:xfrm>
            <a:off x="10901814" y="4528955"/>
            <a:ext cx="911798" cy="443823"/>
          </a:xfrm>
          <a:custGeom>
            <a:avLst/>
            <a:gdLst>
              <a:gd name="connsiteX0" fmla="*/ 0 w 911798"/>
              <a:gd name="connsiteY0" fmla="*/ 59732 h 597318"/>
              <a:gd name="connsiteX1" fmla="*/ 59732 w 911798"/>
              <a:gd name="connsiteY1" fmla="*/ 0 h 597318"/>
              <a:gd name="connsiteX2" fmla="*/ 852066 w 911798"/>
              <a:gd name="connsiteY2" fmla="*/ 0 h 597318"/>
              <a:gd name="connsiteX3" fmla="*/ 911798 w 911798"/>
              <a:gd name="connsiteY3" fmla="*/ 59732 h 597318"/>
              <a:gd name="connsiteX4" fmla="*/ 911798 w 911798"/>
              <a:gd name="connsiteY4" fmla="*/ 537586 h 597318"/>
              <a:gd name="connsiteX5" fmla="*/ 852066 w 911798"/>
              <a:gd name="connsiteY5" fmla="*/ 597318 h 597318"/>
              <a:gd name="connsiteX6" fmla="*/ 59732 w 911798"/>
              <a:gd name="connsiteY6" fmla="*/ 597318 h 597318"/>
              <a:gd name="connsiteX7" fmla="*/ 0 w 911798"/>
              <a:gd name="connsiteY7" fmla="*/ 537586 h 597318"/>
              <a:gd name="connsiteX8" fmla="*/ 0 w 911798"/>
              <a:gd name="connsiteY8" fmla="*/ 59732 h 59731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911798" h="597318">
                <a:moveTo>
                  <a:pt x="0" y="59732"/>
                </a:moveTo>
                <a:cubicBezTo>
                  <a:pt x="0" y="26743"/>
                  <a:pt x="26743" y="0"/>
                  <a:pt x="59732" y="0"/>
                </a:cubicBezTo>
                <a:lnTo>
                  <a:pt x="852066" y="0"/>
                </a:lnTo>
                <a:cubicBezTo>
                  <a:pt x="885055" y="0"/>
                  <a:pt x="911798" y="26743"/>
                  <a:pt x="911798" y="59732"/>
                </a:cubicBezTo>
                <a:lnTo>
                  <a:pt x="911798" y="537586"/>
                </a:lnTo>
                <a:cubicBezTo>
                  <a:pt x="911798" y="570575"/>
                  <a:pt x="885055" y="597318"/>
                  <a:pt x="852066" y="597318"/>
                </a:cubicBezTo>
                <a:lnTo>
                  <a:pt x="59732" y="597318"/>
                </a:lnTo>
                <a:cubicBezTo>
                  <a:pt x="26743" y="597318"/>
                  <a:pt x="0" y="570575"/>
                  <a:pt x="0" y="537586"/>
                </a:cubicBezTo>
                <a:lnTo>
                  <a:pt x="0" y="59732"/>
                </a:lnTo>
                <a:close/>
              </a:path>
            </a:pathLst>
          </a:custGeom>
          <a:solidFill>
            <a:schemeClr val="bg1">
              <a:lumMod val="25000"/>
              <a:lumOff val="75000"/>
            </a:schemeClr>
          </a:solidFill>
        </p:spPr>
        <p:style>
          <a:lnRef idx="2">
            <a:schemeClr val="accent3">
              <a:hueOff val="0"/>
              <a:satOff val="0"/>
              <a:lumOff val="0"/>
              <a:alphaOff val="0"/>
            </a:schemeClr>
          </a:lnRef>
          <a:fillRef idx="1">
            <a:schemeClr val="accent3">
              <a:alpha val="90000"/>
              <a:tint val="40000"/>
              <a:hueOff val="0"/>
              <a:satOff val="0"/>
              <a:lumOff val="0"/>
              <a:alphaOff val="0"/>
            </a:schemeClr>
          </a:fillRef>
          <a:effectRef idx="0">
            <a:schemeClr val="accent3">
              <a:alpha val="90000"/>
              <a:tint val="40000"/>
              <a:hueOff val="0"/>
              <a:satOff val="0"/>
              <a:lumOff val="0"/>
              <a:alphaOff val="0"/>
            </a:schemeClr>
          </a:effectRef>
          <a:fontRef idx="minor">
            <a:schemeClr val="dk1">
              <a:hueOff val="0"/>
              <a:satOff val="0"/>
              <a:lumOff val="0"/>
              <a:alphaOff val="0"/>
            </a:schemeClr>
          </a:fontRef>
        </p:style>
        <p:txBody>
          <a:bodyPr spcFirstLastPara="0" vert="horz" wrap="square" lIns="67279" tIns="67279" rIns="67279" bIns="67279" numCol="1" spcCol="1270" anchor="t" anchorCtr="0">
            <a:noAutofit/>
          </a:bodyPr>
          <a:lstStyle/>
          <a:p>
            <a:pPr marL="0" lvl="1" algn="l" defTabSz="311150">
              <a:lnSpc>
                <a:spcPct val="90000"/>
              </a:lnSpc>
              <a:spcBef>
                <a:spcPct val="0"/>
              </a:spcBef>
              <a:spcAft>
                <a:spcPct val="15000"/>
              </a:spcAft>
            </a:pPr>
            <a:r>
              <a:rPr lang="en-GB" sz="800" kern="1200" dirty="0">
                <a:solidFill>
                  <a:schemeClr val="bg1"/>
                </a:solidFill>
              </a:rPr>
              <a:t>Cross-entropy loss</a:t>
            </a:r>
          </a:p>
        </p:txBody>
      </p:sp>
      <p:sp>
        <p:nvSpPr>
          <p:cNvPr id="74" name="TextBox 73">
            <a:extLst>
              <a:ext uri="{FF2B5EF4-FFF2-40B4-BE49-F238E27FC236}">
                <a16:creationId xmlns:a16="http://schemas.microsoft.com/office/drawing/2014/main" id="{D7AADC96-3C88-95FF-8EA6-95EFD8711A35}"/>
              </a:ext>
            </a:extLst>
          </p:cNvPr>
          <p:cNvSpPr txBox="1"/>
          <p:nvPr/>
        </p:nvSpPr>
        <p:spPr>
          <a:xfrm>
            <a:off x="1083583" y="5567880"/>
            <a:ext cx="1983989" cy="21544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>
            <a:lvl1pPr lvl="0"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sz="1600">
                <a:cs typeface="Arial" panose="020B0604020202020204" pitchFamily="34" charset="0"/>
              </a:defRPr>
            </a:lvl1pPr>
            <a:lvl2pPr marL="228600" lvl="1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lvl="2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lvl="3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lvl="4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pPr>
              <a:buNone/>
            </a:pPr>
            <a:r>
              <a:rPr lang="en-US" sz="1400" b="1" dirty="0"/>
              <a:t>Evaluation</a:t>
            </a:r>
          </a:p>
        </p:txBody>
      </p:sp>
      <p:sp>
        <p:nvSpPr>
          <p:cNvPr id="75" name="TextBox 74">
            <a:extLst>
              <a:ext uri="{FF2B5EF4-FFF2-40B4-BE49-F238E27FC236}">
                <a16:creationId xmlns:a16="http://schemas.microsoft.com/office/drawing/2014/main" id="{9757B659-C887-88E5-FF15-CD1E33204971}"/>
              </a:ext>
            </a:extLst>
          </p:cNvPr>
          <p:cNvSpPr txBox="1"/>
          <p:nvPr/>
        </p:nvSpPr>
        <p:spPr>
          <a:xfrm>
            <a:off x="590632" y="5974002"/>
            <a:ext cx="3657172" cy="338554"/>
          </a:xfrm>
          <a:prstGeom prst="rect">
            <a:avLst/>
          </a:prstGeom>
          <a:noFill/>
          <a:ln w="6350">
            <a:noFill/>
            <a:miter lim="800000"/>
          </a:ln>
        </p:spPr>
        <p:txBody>
          <a:bodyPr wrap="square" lIns="0" tIns="0" rIns="36000" bIns="0">
            <a:spAutoFit/>
          </a:bodyPr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GB" sz="1100" dirty="0"/>
              <a:t>Evaluation on syllable matching &amp; rhyme scheme, performed on pairs withheld from training</a:t>
            </a:r>
          </a:p>
        </p:txBody>
      </p:sp>
      <p:grpSp>
        <p:nvGrpSpPr>
          <p:cNvPr id="97" name="Group 96">
            <a:extLst>
              <a:ext uri="{FF2B5EF4-FFF2-40B4-BE49-F238E27FC236}">
                <a16:creationId xmlns:a16="http://schemas.microsoft.com/office/drawing/2014/main" id="{CF57F4FD-13E9-A0C1-ADF1-8829436BF4B4}"/>
              </a:ext>
            </a:extLst>
          </p:cNvPr>
          <p:cNvGrpSpPr/>
          <p:nvPr/>
        </p:nvGrpSpPr>
        <p:grpSpPr>
          <a:xfrm>
            <a:off x="554736" y="5473996"/>
            <a:ext cx="360000" cy="381606"/>
            <a:chOff x="554736" y="5945332"/>
            <a:chExt cx="360000" cy="381606"/>
          </a:xfrm>
        </p:grpSpPr>
        <p:sp>
          <p:nvSpPr>
            <p:cNvPr id="77" name="TextBox 76">
              <a:extLst>
                <a:ext uri="{FF2B5EF4-FFF2-40B4-BE49-F238E27FC236}">
                  <a16:creationId xmlns:a16="http://schemas.microsoft.com/office/drawing/2014/main" id="{2BC88C53-ADB9-94E8-22B6-27E6D24F8612}"/>
                </a:ext>
              </a:extLst>
            </p:cNvPr>
            <p:cNvSpPr txBox="1"/>
            <p:nvPr/>
          </p:nvSpPr>
          <p:spPr>
            <a:xfrm>
              <a:off x="629425" y="5945332"/>
              <a:ext cx="216118" cy="208253"/>
            </a:xfrm>
            <a:prstGeom prst="rect">
              <a:avLst/>
            </a:prstGeom>
            <a:ln w="6350">
              <a:noFill/>
              <a:miter lim="800000"/>
            </a:ln>
          </p:spPr>
          <p:txBody>
            <a:bodyPr vert="horz" wrap="none" lIns="0" tIns="0" rIns="0" bIns="0" rtlCol="0"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  <a:buNone/>
              </a:pPr>
              <a:r>
                <a:rPr lang="en-GB" sz="2000" dirty="0">
                  <a:latin typeface="+mj-lt"/>
                </a:rPr>
                <a:t>4</a:t>
              </a:r>
            </a:p>
          </p:txBody>
        </p:sp>
        <p:sp>
          <p:nvSpPr>
            <p:cNvPr id="78" name="Oval 77">
              <a:extLst>
                <a:ext uri="{FF2B5EF4-FFF2-40B4-BE49-F238E27FC236}">
                  <a16:creationId xmlns:a16="http://schemas.microsoft.com/office/drawing/2014/main" id="{F988A021-0FE8-E955-3686-7CA6118EFF1B}"/>
                </a:ext>
              </a:extLst>
            </p:cNvPr>
            <p:cNvSpPr/>
            <p:nvPr/>
          </p:nvSpPr>
          <p:spPr>
            <a:xfrm>
              <a:off x="554736" y="5966938"/>
              <a:ext cx="360000" cy="360000"/>
            </a:xfrm>
            <a:prstGeom prst="ellipse">
              <a:avLst/>
            </a:prstGeom>
            <a:noFill/>
            <a:ln w="12700" cap="sq">
              <a:solidFill>
                <a:schemeClr val="tx1"/>
              </a:solidFill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endParaRPr lang="en-GB" sz="1400" dirty="0">
                <a:solidFill>
                  <a:schemeClr val="tx1"/>
                </a:solidFill>
              </a:endParaRPr>
            </a:p>
          </p:txBody>
        </p:sp>
      </p:grpSp>
      <p:cxnSp>
        <p:nvCxnSpPr>
          <p:cNvPr id="98" name="Straight Connector 97">
            <a:extLst>
              <a:ext uri="{FF2B5EF4-FFF2-40B4-BE49-F238E27FC236}">
                <a16:creationId xmlns:a16="http://schemas.microsoft.com/office/drawing/2014/main" id="{8DCBC7BE-B2D6-0F54-9487-B476A4BE7C29}"/>
              </a:ext>
            </a:extLst>
          </p:cNvPr>
          <p:cNvCxnSpPr>
            <a:cxnSpLocks/>
          </p:cNvCxnSpPr>
          <p:nvPr/>
        </p:nvCxnSpPr>
        <p:spPr>
          <a:xfrm flipV="1">
            <a:off x="4763822" y="5409249"/>
            <a:ext cx="6965436" cy="19452"/>
          </a:xfrm>
          <a:prstGeom prst="line">
            <a:avLst/>
          </a:prstGeom>
          <a:ln w="9525" cap="flat">
            <a:solidFill>
              <a:schemeClr val="bg1"/>
            </a:solidFill>
            <a:prstDash val="lgDash"/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9" name="Arrow: Right 98">
            <a:extLst>
              <a:ext uri="{FF2B5EF4-FFF2-40B4-BE49-F238E27FC236}">
                <a16:creationId xmlns:a16="http://schemas.microsoft.com/office/drawing/2014/main" id="{1A4079F7-2E82-4C07-F1BC-97B2A1C17909}"/>
              </a:ext>
            </a:extLst>
          </p:cNvPr>
          <p:cNvSpPr/>
          <p:nvPr/>
        </p:nvSpPr>
        <p:spPr>
          <a:xfrm>
            <a:off x="6259484" y="3651991"/>
            <a:ext cx="4089428" cy="393748"/>
          </a:xfrm>
          <a:prstGeom prst="rightArrow">
            <a:avLst/>
          </a:prstGeom>
          <a:gradFill flip="none" rotWithShape="1">
            <a:gsLst>
              <a:gs pos="0">
                <a:schemeClr val="bg1">
                  <a:lumMod val="90000"/>
                  <a:lumOff val="10000"/>
                </a:schemeClr>
              </a:gs>
              <a:gs pos="50000">
                <a:schemeClr val="bg1">
                  <a:lumMod val="50000"/>
                  <a:lumOff val="50000"/>
                </a:schemeClr>
              </a:gs>
              <a:gs pos="100000">
                <a:schemeClr val="bg1">
                  <a:lumMod val="10000"/>
                  <a:lumOff val="90000"/>
                </a:schemeClr>
              </a:gs>
            </a:gsLst>
            <a:lin ang="10800000" scaled="1"/>
            <a:tileRect/>
          </a:gradFill>
          <a:ln>
            <a:solidFill>
              <a:schemeClr val="bg1"/>
            </a:solidFill>
          </a:ln>
        </p:spPr>
        <p:style>
          <a:lnRef idx="0">
            <a:schemeClr val="dk1">
              <a:hueOff val="0"/>
              <a:satOff val="0"/>
              <a:lumOff val="0"/>
              <a:alphaOff val="0"/>
            </a:schemeClr>
          </a:lnRef>
          <a:fillRef idx="1">
            <a:schemeClr val="accent2">
              <a:tint val="40000"/>
              <a:hueOff val="0"/>
              <a:satOff val="0"/>
              <a:lumOff val="0"/>
              <a:alphaOff val="0"/>
            </a:schemeClr>
          </a:fillRef>
          <a:effectRef idx="0">
            <a:schemeClr val="accent2">
              <a:tint val="40000"/>
              <a:hueOff val="0"/>
              <a:satOff val="0"/>
              <a:lumOff val="0"/>
              <a:alphaOff val="0"/>
            </a:schemeClr>
          </a:effectRef>
          <a:fontRef idx="minor">
            <a:schemeClr val="dk1">
              <a:hueOff val="0"/>
              <a:satOff val="0"/>
              <a:lumOff val="0"/>
              <a:alphaOff val="0"/>
            </a:schemeClr>
          </a:fontRef>
        </p:style>
        <p:txBody>
          <a:bodyPr/>
          <a:lstStyle/>
          <a:p>
            <a:endParaRPr lang="en-GB" dirty="0"/>
          </a:p>
        </p:txBody>
      </p:sp>
      <p:sp>
        <p:nvSpPr>
          <p:cNvPr id="101" name="TextBox 100">
            <a:extLst>
              <a:ext uri="{FF2B5EF4-FFF2-40B4-BE49-F238E27FC236}">
                <a16:creationId xmlns:a16="http://schemas.microsoft.com/office/drawing/2014/main" id="{AC551065-94A6-90C5-9678-27491ED77FB0}"/>
              </a:ext>
            </a:extLst>
          </p:cNvPr>
          <p:cNvSpPr txBox="1"/>
          <p:nvPr/>
        </p:nvSpPr>
        <p:spPr>
          <a:xfrm>
            <a:off x="6259484" y="3726977"/>
            <a:ext cx="3902674" cy="258532"/>
          </a:xfrm>
          <a:prstGeom prst="rect">
            <a:avLst/>
          </a:prstGeom>
          <a:gradFill flip="none" rotWithShape="1">
            <a:gsLst>
              <a:gs pos="0">
                <a:schemeClr val="bg1">
                  <a:lumMod val="90000"/>
                  <a:lumOff val="10000"/>
                </a:schemeClr>
              </a:gs>
              <a:gs pos="50000">
                <a:schemeClr val="accent2">
                  <a:lumMod val="60000"/>
                  <a:lumOff val="40000"/>
                </a:schemeClr>
              </a:gs>
              <a:gs pos="100000">
                <a:schemeClr val="accent1">
                  <a:shade val="100000"/>
                  <a:satMod val="115000"/>
                </a:schemeClr>
              </a:gs>
            </a:gsLst>
            <a:lin ang="10800000" scaled="1"/>
            <a:tileRect/>
          </a:gradFill>
          <a:ln w="6350">
            <a:noFill/>
            <a:miter lim="800000"/>
          </a:ln>
        </p:spPr>
        <p:txBody>
          <a:bodyPr wrap="square">
            <a:spAutoFit/>
          </a:bodyPr>
          <a:lstStyle/>
          <a:p>
            <a:pPr marL="0" lvl="0" indent="0" algn="ctr" defTabSz="31115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None/>
            </a:pPr>
            <a:r>
              <a:rPr lang="en-GB" sz="1200" kern="1200" dirty="0">
                <a:solidFill>
                  <a:schemeClr val="bg1"/>
                </a:solidFill>
              </a:rPr>
              <a:t>Curation</a:t>
            </a:r>
          </a:p>
        </p:txBody>
      </p:sp>
      <p:sp>
        <p:nvSpPr>
          <p:cNvPr id="103" name="TextBox 102">
            <a:extLst>
              <a:ext uri="{FF2B5EF4-FFF2-40B4-BE49-F238E27FC236}">
                <a16:creationId xmlns:a16="http://schemas.microsoft.com/office/drawing/2014/main" id="{12CB5F94-7B16-C63F-D5C2-CDDBC3D72348}"/>
              </a:ext>
            </a:extLst>
          </p:cNvPr>
          <p:cNvSpPr txBox="1"/>
          <p:nvPr/>
        </p:nvSpPr>
        <p:spPr>
          <a:xfrm>
            <a:off x="4763822" y="1107146"/>
            <a:ext cx="1743891" cy="21544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>
            <a:lvl1pPr lvl="0"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sz="1600">
                <a:cs typeface="Arial" panose="020B0604020202020204" pitchFamily="34" charset="0"/>
              </a:defRPr>
            </a:lvl1pPr>
            <a:lvl2pPr marL="228600" lvl="1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lvl="2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lvl="3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lvl="4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pPr>
              <a:buNone/>
            </a:pPr>
            <a:r>
              <a:rPr lang="en-US" sz="1400" b="1" dirty="0">
                <a:solidFill>
                  <a:schemeClr val="bg1"/>
                </a:solidFill>
              </a:rPr>
              <a:t>GPT-2</a:t>
            </a:r>
          </a:p>
        </p:txBody>
      </p:sp>
      <p:sp>
        <p:nvSpPr>
          <p:cNvPr id="104" name="Free-form: Shape 103">
            <a:extLst>
              <a:ext uri="{FF2B5EF4-FFF2-40B4-BE49-F238E27FC236}">
                <a16:creationId xmlns:a16="http://schemas.microsoft.com/office/drawing/2014/main" id="{EFCAF8D2-F31E-C8FA-60FA-64F5CDF71F6B}"/>
              </a:ext>
            </a:extLst>
          </p:cNvPr>
          <p:cNvSpPr/>
          <p:nvPr/>
        </p:nvSpPr>
        <p:spPr>
          <a:xfrm>
            <a:off x="4856259" y="5868642"/>
            <a:ext cx="911798" cy="561112"/>
          </a:xfrm>
          <a:custGeom>
            <a:avLst/>
            <a:gdLst>
              <a:gd name="connsiteX0" fmla="*/ 0 w 911798"/>
              <a:gd name="connsiteY0" fmla="*/ 39415 h 394154"/>
              <a:gd name="connsiteX1" fmla="*/ 39415 w 911798"/>
              <a:gd name="connsiteY1" fmla="*/ 0 h 394154"/>
              <a:gd name="connsiteX2" fmla="*/ 872383 w 911798"/>
              <a:gd name="connsiteY2" fmla="*/ 0 h 394154"/>
              <a:gd name="connsiteX3" fmla="*/ 911798 w 911798"/>
              <a:gd name="connsiteY3" fmla="*/ 39415 h 394154"/>
              <a:gd name="connsiteX4" fmla="*/ 911798 w 911798"/>
              <a:gd name="connsiteY4" fmla="*/ 354739 h 394154"/>
              <a:gd name="connsiteX5" fmla="*/ 872383 w 911798"/>
              <a:gd name="connsiteY5" fmla="*/ 394154 h 394154"/>
              <a:gd name="connsiteX6" fmla="*/ 39415 w 911798"/>
              <a:gd name="connsiteY6" fmla="*/ 394154 h 394154"/>
              <a:gd name="connsiteX7" fmla="*/ 0 w 911798"/>
              <a:gd name="connsiteY7" fmla="*/ 354739 h 394154"/>
              <a:gd name="connsiteX8" fmla="*/ 0 w 911798"/>
              <a:gd name="connsiteY8" fmla="*/ 39415 h 39415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911798" h="394154">
                <a:moveTo>
                  <a:pt x="0" y="39415"/>
                </a:moveTo>
                <a:cubicBezTo>
                  <a:pt x="0" y="17647"/>
                  <a:pt x="17647" y="0"/>
                  <a:pt x="39415" y="0"/>
                </a:cubicBezTo>
                <a:lnTo>
                  <a:pt x="872383" y="0"/>
                </a:lnTo>
                <a:cubicBezTo>
                  <a:pt x="894151" y="0"/>
                  <a:pt x="911798" y="17647"/>
                  <a:pt x="911798" y="39415"/>
                </a:cubicBezTo>
                <a:lnTo>
                  <a:pt x="911798" y="354739"/>
                </a:lnTo>
                <a:cubicBezTo>
                  <a:pt x="911798" y="376507"/>
                  <a:pt x="894151" y="394154"/>
                  <a:pt x="872383" y="394154"/>
                </a:cubicBezTo>
                <a:lnTo>
                  <a:pt x="39415" y="394154"/>
                </a:lnTo>
                <a:cubicBezTo>
                  <a:pt x="17647" y="394154"/>
                  <a:pt x="0" y="376507"/>
                  <a:pt x="0" y="354739"/>
                </a:cubicBezTo>
                <a:lnTo>
                  <a:pt x="0" y="39415"/>
                </a:lnTo>
                <a:close/>
              </a:path>
            </a:pathLst>
          </a:custGeom>
          <a:solidFill>
            <a:schemeClr val="accent3">
              <a:lumMod val="75000"/>
            </a:schemeClr>
          </a:solidFill>
        </p:spPr>
        <p:style>
          <a:lnRef idx="2">
            <a:schemeClr val="accent3">
              <a:shade val="80000"/>
              <a:hueOff val="0"/>
              <a:satOff val="0"/>
              <a:lumOff val="0"/>
              <a:alphaOff val="0"/>
            </a:schemeClr>
          </a:lnRef>
          <a:fillRef idx="1">
            <a:schemeClr val="lt1">
              <a:hueOff val="0"/>
              <a:satOff val="0"/>
              <a:lumOff val="0"/>
              <a:alphaOff val="0"/>
            </a:schemeClr>
          </a:fillRef>
          <a:effectRef idx="0">
            <a:schemeClr val="lt1">
              <a:hueOff val="0"/>
              <a:satOff val="0"/>
              <a:lumOff val="0"/>
              <a:alphaOff val="0"/>
            </a:schemeClr>
          </a:effectRef>
          <a:fontRef idx="minor">
            <a:schemeClr val="dk1">
              <a:hueOff val="0"/>
              <a:satOff val="0"/>
              <a:lumOff val="0"/>
              <a:alphaOff val="0"/>
            </a:schemeClr>
          </a:fontRef>
        </p:style>
        <p:txBody>
          <a:bodyPr spcFirstLastPara="0" vert="horz" wrap="square" lIns="49784" tIns="49784" rIns="49784" bIns="158055" numCol="1" spcCol="1270" anchor="t" anchorCtr="0">
            <a:noAutofit/>
          </a:bodyPr>
          <a:lstStyle/>
          <a:p>
            <a:pPr marL="0" lvl="0" indent="0" algn="l" defTabSz="31115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None/>
            </a:pPr>
            <a:r>
              <a:rPr lang="en-GB" sz="900" dirty="0"/>
              <a:t>Stanza – themes pairs withheld from training</a:t>
            </a:r>
            <a:endParaRPr lang="en-GB" sz="900" kern="1200" dirty="0"/>
          </a:p>
        </p:txBody>
      </p:sp>
      <p:sp>
        <p:nvSpPr>
          <p:cNvPr id="105" name="Free-form: Shape 104">
            <a:extLst>
              <a:ext uri="{FF2B5EF4-FFF2-40B4-BE49-F238E27FC236}">
                <a16:creationId xmlns:a16="http://schemas.microsoft.com/office/drawing/2014/main" id="{9E0450FD-4223-4E83-A635-F01E1465AFB8}"/>
              </a:ext>
            </a:extLst>
          </p:cNvPr>
          <p:cNvSpPr/>
          <p:nvPr/>
        </p:nvSpPr>
        <p:spPr>
          <a:xfrm>
            <a:off x="5906283" y="5998297"/>
            <a:ext cx="293037" cy="227011"/>
          </a:xfrm>
          <a:custGeom>
            <a:avLst/>
            <a:gdLst>
              <a:gd name="connsiteX0" fmla="*/ 0 w 293037"/>
              <a:gd name="connsiteY0" fmla="*/ 45402 h 227011"/>
              <a:gd name="connsiteX1" fmla="*/ 179532 w 293037"/>
              <a:gd name="connsiteY1" fmla="*/ 45402 h 227011"/>
              <a:gd name="connsiteX2" fmla="*/ 179532 w 293037"/>
              <a:gd name="connsiteY2" fmla="*/ 0 h 227011"/>
              <a:gd name="connsiteX3" fmla="*/ 293037 w 293037"/>
              <a:gd name="connsiteY3" fmla="*/ 113506 h 227011"/>
              <a:gd name="connsiteX4" fmla="*/ 179532 w 293037"/>
              <a:gd name="connsiteY4" fmla="*/ 227011 h 227011"/>
              <a:gd name="connsiteX5" fmla="*/ 179532 w 293037"/>
              <a:gd name="connsiteY5" fmla="*/ 181609 h 227011"/>
              <a:gd name="connsiteX6" fmla="*/ 0 w 293037"/>
              <a:gd name="connsiteY6" fmla="*/ 181609 h 227011"/>
              <a:gd name="connsiteX7" fmla="*/ 0 w 293037"/>
              <a:gd name="connsiteY7" fmla="*/ 45402 h 22701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293037" h="227011">
                <a:moveTo>
                  <a:pt x="0" y="45402"/>
                </a:moveTo>
                <a:lnTo>
                  <a:pt x="179532" y="45402"/>
                </a:lnTo>
                <a:lnTo>
                  <a:pt x="179532" y="0"/>
                </a:lnTo>
                <a:lnTo>
                  <a:pt x="293037" y="113506"/>
                </a:lnTo>
                <a:lnTo>
                  <a:pt x="179532" y="227011"/>
                </a:lnTo>
                <a:lnTo>
                  <a:pt x="179532" y="181609"/>
                </a:lnTo>
                <a:lnTo>
                  <a:pt x="0" y="181609"/>
                </a:lnTo>
                <a:lnTo>
                  <a:pt x="0" y="45402"/>
                </a:lnTo>
                <a:close/>
              </a:path>
            </a:pathLst>
          </a:custGeom>
          <a:solidFill>
            <a:schemeClr val="accent3">
              <a:lumMod val="60000"/>
              <a:lumOff val="40000"/>
            </a:schemeClr>
          </a:solidFill>
        </p:spPr>
        <p:style>
          <a:lnRef idx="0">
            <a:schemeClr val="accent3">
              <a:tint val="60000"/>
              <a:hueOff val="0"/>
              <a:satOff val="0"/>
              <a:lumOff val="0"/>
              <a:alphaOff val="0"/>
            </a:schemeClr>
          </a:lnRef>
          <a:fillRef idx="1">
            <a:schemeClr val="accent3">
              <a:tint val="60000"/>
              <a:hueOff val="0"/>
              <a:satOff val="0"/>
              <a:lumOff val="0"/>
              <a:alphaOff val="0"/>
            </a:schemeClr>
          </a:fillRef>
          <a:effectRef idx="0">
            <a:schemeClr val="accent3">
              <a:tint val="60000"/>
              <a:hueOff val="0"/>
              <a:satOff val="0"/>
              <a:lumOff val="0"/>
              <a:alphaOff val="0"/>
            </a:schemeClr>
          </a:effectRef>
          <a:fontRef idx="minor">
            <a:schemeClr val="dk1">
              <a:hueOff val="0"/>
              <a:satOff val="0"/>
              <a:lumOff val="0"/>
              <a:alphaOff val="0"/>
            </a:schemeClr>
          </a:fontRef>
        </p:style>
        <p:txBody>
          <a:bodyPr spcFirstLastPara="0" vert="horz" wrap="square" lIns="0" tIns="45402" rIns="68103" bIns="45402" numCol="1" spcCol="1270" anchor="ctr" anchorCtr="0">
            <a:noAutofit/>
          </a:bodyPr>
          <a:lstStyle/>
          <a:p>
            <a:pPr marL="0" lvl="0" indent="0" algn="ctr" defTabSz="2667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None/>
            </a:pPr>
            <a:endParaRPr lang="en-GB" sz="600" kern="1200"/>
          </a:p>
        </p:txBody>
      </p:sp>
      <p:sp>
        <p:nvSpPr>
          <p:cNvPr id="106" name="Free-form: Shape 105">
            <a:extLst>
              <a:ext uri="{FF2B5EF4-FFF2-40B4-BE49-F238E27FC236}">
                <a16:creationId xmlns:a16="http://schemas.microsoft.com/office/drawing/2014/main" id="{03CC5F0A-9FD5-6BA8-6F37-5E2D97EFE78E}"/>
              </a:ext>
            </a:extLst>
          </p:cNvPr>
          <p:cNvSpPr/>
          <p:nvPr/>
        </p:nvSpPr>
        <p:spPr>
          <a:xfrm>
            <a:off x="6320959" y="5868642"/>
            <a:ext cx="911798" cy="561112"/>
          </a:xfrm>
          <a:custGeom>
            <a:avLst/>
            <a:gdLst>
              <a:gd name="connsiteX0" fmla="*/ 0 w 911798"/>
              <a:gd name="connsiteY0" fmla="*/ 39415 h 394154"/>
              <a:gd name="connsiteX1" fmla="*/ 39415 w 911798"/>
              <a:gd name="connsiteY1" fmla="*/ 0 h 394154"/>
              <a:gd name="connsiteX2" fmla="*/ 872383 w 911798"/>
              <a:gd name="connsiteY2" fmla="*/ 0 h 394154"/>
              <a:gd name="connsiteX3" fmla="*/ 911798 w 911798"/>
              <a:gd name="connsiteY3" fmla="*/ 39415 h 394154"/>
              <a:gd name="connsiteX4" fmla="*/ 911798 w 911798"/>
              <a:gd name="connsiteY4" fmla="*/ 354739 h 394154"/>
              <a:gd name="connsiteX5" fmla="*/ 872383 w 911798"/>
              <a:gd name="connsiteY5" fmla="*/ 394154 h 394154"/>
              <a:gd name="connsiteX6" fmla="*/ 39415 w 911798"/>
              <a:gd name="connsiteY6" fmla="*/ 394154 h 394154"/>
              <a:gd name="connsiteX7" fmla="*/ 0 w 911798"/>
              <a:gd name="connsiteY7" fmla="*/ 354739 h 394154"/>
              <a:gd name="connsiteX8" fmla="*/ 0 w 911798"/>
              <a:gd name="connsiteY8" fmla="*/ 39415 h 39415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911798" h="394154">
                <a:moveTo>
                  <a:pt x="0" y="39415"/>
                </a:moveTo>
                <a:cubicBezTo>
                  <a:pt x="0" y="17647"/>
                  <a:pt x="17647" y="0"/>
                  <a:pt x="39415" y="0"/>
                </a:cubicBezTo>
                <a:lnTo>
                  <a:pt x="872383" y="0"/>
                </a:lnTo>
                <a:cubicBezTo>
                  <a:pt x="894151" y="0"/>
                  <a:pt x="911798" y="17647"/>
                  <a:pt x="911798" y="39415"/>
                </a:cubicBezTo>
                <a:lnTo>
                  <a:pt x="911798" y="354739"/>
                </a:lnTo>
                <a:cubicBezTo>
                  <a:pt x="911798" y="376507"/>
                  <a:pt x="894151" y="394154"/>
                  <a:pt x="872383" y="394154"/>
                </a:cubicBezTo>
                <a:lnTo>
                  <a:pt x="39415" y="394154"/>
                </a:lnTo>
                <a:cubicBezTo>
                  <a:pt x="17647" y="394154"/>
                  <a:pt x="0" y="376507"/>
                  <a:pt x="0" y="354739"/>
                </a:cubicBezTo>
                <a:lnTo>
                  <a:pt x="0" y="39415"/>
                </a:lnTo>
                <a:close/>
              </a:path>
            </a:pathLst>
          </a:custGeom>
          <a:solidFill>
            <a:schemeClr val="accent3">
              <a:lumMod val="75000"/>
            </a:schemeClr>
          </a:solidFill>
        </p:spPr>
        <p:style>
          <a:lnRef idx="2">
            <a:schemeClr val="accent3">
              <a:shade val="80000"/>
              <a:hueOff val="0"/>
              <a:satOff val="0"/>
              <a:lumOff val="0"/>
              <a:alphaOff val="0"/>
            </a:schemeClr>
          </a:lnRef>
          <a:fillRef idx="1">
            <a:schemeClr val="lt1">
              <a:hueOff val="0"/>
              <a:satOff val="0"/>
              <a:lumOff val="0"/>
              <a:alphaOff val="0"/>
            </a:schemeClr>
          </a:fillRef>
          <a:effectRef idx="0">
            <a:schemeClr val="lt1">
              <a:hueOff val="0"/>
              <a:satOff val="0"/>
              <a:lumOff val="0"/>
              <a:alphaOff val="0"/>
            </a:schemeClr>
          </a:effectRef>
          <a:fontRef idx="minor">
            <a:schemeClr val="dk1">
              <a:hueOff val="0"/>
              <a:satOff val="0"/>
              <a:lumOff val="0"/>
              <a:alphaOff val="0"/>
            </a:schemeClr>
          </a:fontRef>
        </p:style>
        <p:txBody>
          <a:bodyPr spcFirstLastPara="0" vert="horz" wrap="square" lIns="49784" tIns="49784" rIns="49784" bIns="158055" numCol="1" spcCol="1270" anchor="t" anchorCtr="0">
            <a:noAutofit/>
          </a:bodyPr>
          <a:lstStyle/>
          <a:p>
            <a:pPr marL="0" lvl="0" indent="0" algn="l" defTabSz="31115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None/>
            </a:pPr>
            <a:r>
              <a:rPr lang="en-GB" sz="900" kern="1200" dirty="0"/>
              <a:t>Word-to-phoneme mapping</a:t>
            </a:r>
          </a:p>
        </p:txBody>
      </p:sp>
      <p:sp>
        <p:nvSpPr>
          <p:cNvPr id="108" name="Free-form: Shape 107">
            <a:extLst>
              <a:ext uri="{FF2B5EF4-FFF2-40B4-BE49-F238E27FC236}">
                <a16:creationId xmlns:a16="http://schemas.microsoft.com/office/drawing/2014/main" id="{35E4E159-24F9-7DC4-9F5A-83D9F51F9DA2}"/>
              </a:ext>
            </a:extLst>
          </p:cNvPr>
          <p:cNvSpPr/>
          <p:nvPr/>
        </p:nvSpPr>
        <p:spPr>
          <a:xfrm>
            <a:off x="7370983" y="5998297"/>
            <a:ext cx="293037" cy="227011"/>
          </a:xfrm>
          <a:custGeom>
            <a:avLst/>
            <a:gdLst>
              <a:gd name="connsiteX0" fmla="*/ 0 w 293037"/>
              <a:gd name="connsiteY0" fmla="*/ 45402 h 227011"/>
              <a:gd name="connsiteX1" fmla="*/ 179532 w 293037"/>
              <a:gd name="connsiteY1" fmla="*/ 45402 h 227011"/>
              <a:gd name="connsiteX2" fmla="*/ 179532 w 293037"/>
              <a:gd name="connsiteY2" fmla="*/ 0 h 227011"/>
              <a:gd name="connsiteX3" fmla="*/ 293037 w 293037"/>
              <a:gd name="connsiteY3" fmla="*/ 113506 h 227011"/>
              <a:gd name="connsiteX4" fmla="*/ 179532 w 293037"/>
              <a:gd name="connsiteY4" fmla="*/ 227011 h 227011"/>
              <a:gd name="connsiteX5" fmla="*/ 179532 w 293037"/>
              <a:gd name="connsiteY5" fmla="*/ 181609 h 227011"/>
              <a:gd name="connsiteX6" fmla="*/ 0 w 293037"/>
              <a:gd name="connsiteY6" fmla="*/ 181609 h 227011"/>
              <a:gd name="connsiteX7" fmla="*/ 0 w 293037"/>
              <a:gd name="connsiteY7" fmla="*/ 45402 h 22701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293037" h="227011">
                <a:moveTo>
                  <a:pt x="0" y="45402"/>
                </a:moveTo>
                <a:lnTo>
                  <a:pt x="179532" y="45402"/>
                </a:lnTo>
                <a:lnTo>
                  <a:pt x="179532" y="0"/>
                </a:lnTo>
                <a:lnTo>
                  <a:pt x="293037" y="113506"/>
                </a:lnTo>
                <a:lnTo>
                  <a:pt x="179532" y="227011"/>
                </a:lnTo>
                <a:lnTo>
                  <a:pt x="179532" y="181609"/>
                </a:lnTo>
                <a:lnTo>
                  <a:pt x="0" y="181609"/>
                </a:lnTo>
                <a:lnTo>
                  <a:pt x="0" y="45402"/>
                </a:lnTo>
                <a:close/>
              </a:path>
            </a:pathLst>
          </a:custGeom>
          <a:solidFill>
            <a:schemeClr val="accent3">
              <a:lumMod val="60000"/>
              <a:lumOff val="40000"/>
            </a:schemeClr>
          </a:solidFill>
        </p:spPr>
        <p:style>
          <a:lnRef idx="0">
            <a:schemeClr val="accent3">
              <a:tint val="60000"/>
              <a:hueOff val="0"/>
              <a:satOff val="0"/>
              <a:lumOff val="0"/>
              <a:alphaOff val="0"/>
            </a:schemeClr>
          </a:lnRef>
          <a:fillRef idx="1">
            <a:schemeClr val="accent3">
              <a:tint val="60000"/>
              <a:hueOff val="0"/>
              <a:satOff val="0"/>
              <a:lumOff val="0"/>
              <a:alphaOff val="0"/>
            </a:schemeClr>
          </a:fillRef>
          <a:effectRef idx="0">
            <a:schemeClr val="accent3">
              <a:tint val="60000"/>
              <a:hueOff val="0"/>
              <a:satOff val="0"/>
              <a:lumOff val="0"/>
              <a:alphaOff val="0"/>
            </a:schemeClr>
          </a:effectRef>
          <a:fontRef idx="minor">
            <a:schemeClr val="dk1">
              <a:hueOff val="0"/>
              <a:satOff val="0"/>
              <a:lumOff val="0"/>
              <a:alphaOff val="0"/>
            </a:schemeClr>
          </a:fontRef>
        </p:style>
        <p:txBody>
          <a:bodyPr spcFirstLastPara="0" vert="horz" wrap="square" lIns="0" tIns="45402" rIns="68103" bIns="45402" numCol="1" spcCol="1270" anchor="ctr" anchorCtr="0">
            <a:noAutofit/>
          </a:bodyPr>
          <a:lstStyle/>
          <a:p>
            <a:pPr marL="0" lvl="0" indent="0" algn="ctr" defTabSz="2667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None/>
            </a:pPr>
            <a:endParaRPr lang="en-GB" sz="600" kern="1200"/>
          </a:p>
        </p:txBody>
      </p:sp>
      <p:sp>
        <p:nvSpPr>
          <p:cNvPr id="109" name="Free-form: Shape 108">
            <a:extLst>
              <a:ext uri="{FF2B5EF4-FFF2-40B4-BE49-F238E27FC236}">
                <a16:creationId xmlns:a16="http://schemas.microsoft.com/office/drawing/2014/main" id="{921BF9C2-5A26-CF32-0334-73CA0255A34C}"/>
              </a:ext>
            </a:extLst>
          </p:cNvPr>
          <p:cNvSpPr/>
          <p:nvPr/>
        </p:nvSpPr>
        <p:spPr>
          <a:xfrm>
            <a:off x="7785660" y="5868642"/>
            <a:ext cx="911798" cy="561112"/>
          </a:xfrm>
          <a:custGeom>
            <a:avLst/>
            <a:gdLst>
              <a:gd name="connsiteX0" fmla="*/ 0 w 911798"/>
              <a:gd name="connsiteY0" fmla="*/ 39415 h 394154"/>
              <a:gd name="connsiteX1" fmla="*/ 39415 w 911798"/>
              <a:gd name="connsiteY1" fmla="*/ 0 h 394154"/>
              <a:gd name="connsiteX2" fmla="*/ 872383 w 911798"/>
              <a:gd name="connsiteY2" fmla="*/ 0 h 394154"/>
              <a:gd name="connsiteX3" fmla="*/ 911798 w 911798"/>
              <a:gd name="connsiteY3" fmla="*/ 39415 h 394154"/>
              <a:gd name="connsiteX4" fmla="*/ 911798 w 911798"/>
              <a:gd name="connsiteY4" fmla="*/ 354739 h 394154"/>
              <a:gd name="connsiteX5" fmla="*/ 872383 w 911798"/>
              <a:gd name="connsiteY5" fmla="*/ 394154 h 394154"/>
              <a:gd name="connsiteX6" fmla="*/ 39415 w 911798"/>
              <a:gd name="connsiteY6" fmla="*/ 394154 h 394154"/>
              <a:gd name="connsiteX7" fmla="*/ 0 w 911798"/>
              <a:gd name="connsiteY7" fmla="*/ 354739 h 394154"/>
              <a:gd name="connsiteX8" fmla="*/ 0 w 911798"/>
              <a:gd name="connsiteY8" fmla="*/ 39415 h 39415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911798" h="394154">
                <a:moveTo>
                  <a:pt x="0" y="39415"/>
                </a:moveTo>
                <a:cubicBezTo>
                  <a:pt x="0" y="17647"/>
                  <a:pt x="17647" y="0"/>
                  <a:pt x="39415" y="0"/>
                </a:cubicBezTo>
                <a:lnTo>
                  <a:pt x="872383" y="0"/>
                </a:lnTo>
                <a:cubicBezTo>
                  <a:pt x="894151" y="0"/>
                  <a:pt x="911798" y="17647"/>
                  <a:pt x="911798" y="39415"/>
                </a:cubicBezTo>
                <a:lnTo>
                  <a:pt x="911798" y="354739"/>
                </a:lnTo>
                <a:cubicBezTo>
                  <a:pt x="911798" y="376507"/>
                  <a:pt x="894151" y="394154"/>
                  <a:pt x="872383" y="394154"/>
                </a:cubicBezTo>
                <a:lnTo>
                  <a:pt x="39415" y="394154"/>
                </a:lnTo>
                <a:cubicBezTo>
                  <a:pt x="17647" y="394154"/>
                  <a:pt x="0" y="376507"/>
                  <a:pt x="0" y="354739"/>
                </a:cubicBezTo>
                <a:lnTo>
                  <a:pt x="0" y="39415"/>
                </a:lnTo>
                <a:close/>
              </a:path>
            </a:pathLst>
          </a:custGeom>
          <a:solidFill>
            <a:schemeClr val="accent3">
              <a:lumMod val="75000"/>
            </a:schemeClr>
          </a:solidFill>
        </p:spPr>
        <p:style>
          <a:lnRef idx="2">
            <a:schemeClr val="accent3">
              <a:shade val="80000"/>
              <a:hueOff val="0"/>
              <a:satOff val="0"/>
              <a:lumOff val="0"/>
              <a:alphaOff val="0"/>
            </a:schemeClr>
          </a:lnRef>
          <a:fillRef idx="1">
            <a:schemeClr val="lt1">
              <a:hueOff val="0"/>
              <a:satOff val="0"/>
              <a:lumOff val="0"/>
              <a:alphaOff val="0"/>
            </a:schemeClr>
          </a:fillRef>
          <a:effectRef idx="0">
            <a:schemeClr val="lt1">
              <a:hueOff val="0"/>
              <a:satOff val="0"/>
              <a:lumOff val="0"/>
              <a:alphaOff val="0"/>
            </a:schemeClr>
          </a:effectRef>
          <a:fontRef idx="minor">
            <a:schemeClr val="dk1">
              <a:hueOff val="0"/>
              <a:satOff val="0"/>
              <a:lumOff val="0"/>
              <a:alphaOff val="0"/>
            </a:schemeClr>
          </a:fontRef>
        </p:style>
        <p:txBody>
          <a:bodyPr spcFirstLastPara="0" vert="horz" wrap="square" lIns="49784" tIns="49784" rIns="49784" bIns="158055" numCol="1" spcCol="1270" anchor="t" anchorCtr="0">
            <a:noAutofit/>
          </a:bodyPr>
          <a:lstStyle/>
          <a:p>
            <a:pPr marL="0" lvl="0" indent="0" algn="l" defTabSz="31115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None/>
            </a:pPr>
            <a:r>
              <a:rPr lang="en-GB" sz="900" kern="1200"/>
              <a:t>Syllable matching</a:t>
            </a:r>
            <a:endParaRPr lang="en-GB" sz="900" kern="1200" dirty="0"/>
          </a:p>
        </p:txBody>
      </p:sp>
      <p:sp>
        <p:nvSpPr>
          <p:cNvPr id="111" name="Free-form: Shape 110">
            <a:extLst>
              <a:ext uri="{FF2B5EF4-FFF2-40B4-BE49-F238E27FC236}">
                <a16:creationId xmlns:a16="http://schemas.microsoft.com/office/drawing/2014/main" id="{DBEA9282-9BB0-CFB5-117A-AA92442BAE1B}"/>
              </a:ext>
            </a:extLst>
          </p:cNvPr>
          <p:cNvSpPr/>
          <p:nvPr/>
        </p:nvSpPr>
        <p:spPr>
          <a:xfrm>
            <a:off x="8835684" y="5998297"/>
            <a:ext cx="293037" cy="227011"/>
          </a:xfrm>
          <a:custGeom>
            <a:avLst/>
            <a:gdLst>
              <a:gd name="connsiteX0" fmla="*/ 0 w 293037"/>
              <a:gd name="connsiteY0" fmla="*/ 45402 h 227011"/>
              <a:gd name="connsiteX1" fmla="*/ 179532 w 293037"/>
              <a:gd name="connsiteY1" fmla="*/ 45402 h 227011"/>
              <a:gd name="connsiteX2" fmla="*/ 179532 w 293037"/>
              <a:gd name="connsiteY2" fmla="*/ 0 h 227011"/>
              <a:gd name="connsiteX3" fmla="*/ 293037 w 293037"/>
              <a:gd name="connsiteY3" fmla="*/ 113506 h 227011"/>
              <a:gd name="connsiteX4" fmla="*/ 179532 w 293037"/>
              <a:gd name="connsiteY4" fmla="*/ 227011 h 227011"/>
              <a:gd name="connsiteX5" fmla="*/ 179532 w 293037"/>
              <a:gd name="connsiteY5" fmla="*/ 181609 h 227011"/>
              <a:gd name="connsiteX6" fmla="*/ 0 w 293037"/>
              <a:gd name="connsiteY6" fmla="*/ 181609 h 227011"/>
              <a:gd name="connsiteX7" fmla="*/ 0 w 293037"/>
              <a:gd name="connsiteY7" fmla="*/ 45402 h 22701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293037" h="227011">
                <a:moveTo>
                  <a:pt x="0" y="45402"/>
                </a:moveTo>
                <a:lnTo>
                  <a:pt x="179532" y="45402"/>
                </a:lnTo>
                <a:lnTo>
                  <a:pt x="179532" y="0"/>
                </a:lnTo>
                <a:lnTo>
                  <a:pt x="293037" y="113506"/>
                </a:lnTo>
                <a:lnTo>
                  <a:pt x="179532" y="227011"/>
                </a:lnTo>
                <a:lnTo>
                  <a:pt x="179532" y="181609"/>
                </a:lnTo>
                <a:lnTo>
                  <a:pt x="0" y="181609"/>
                </a:lnTo>
                <a:lnTo>
                  <a:pt x="0" y="45402"/>
                </a:lnTo>
                <a:close/>
              </a:path>
            </a:pathLst>
          </a:custGeom>
          <a:solidFill>
            <a:schemeClr val="accent3">
              <a:lumMod val="60000"/>
              <a:lumOff val="40000"/>
            </a:schemeClr>
          </a:solidFill>
        </p:spPr>
        <p:style>
          <a:lnRef idx="0">
            <a:schemeClr val="accent3">
              <a:tint val="60000"/>
              <a:hueOff val="0"/>
              <a:satOff val="0"/>
              <a:lumOff val="0"/>
              <a:alphaOff val="0"/>
            </a:schemeClr>
          </a:lnRef>
          <a:fillRef idx="1">
            <a:schemeClr val="accent3">
              <a:tint val="60000"/>
              <a:hueOff val="0"/>
              <a:satOff val="0"/>
              <a:lumOff val="0"/>
              <a:alphaOff val="0"/>
            </a:schemeClr>
          </a:fillRef>
          <a:effectRef idx="0">
            <a:schemeClr val="accent3">
              <a:tint val="60000"/>
              <a:hueOff val="0"/>
              <a:satOff val="0"/>
              <a:lumOff val="0"/>
              <a:alphaOff val="0"/>
            </a:schemeClr>
          </a:effectRef>
          <a:fontRef idx="minor">
            <a:schemeClr val="dk1">
              <a:hueOff val="0"/>
              <a:satOff val="0"/>
              <a:lumOff val="0"/>
              <a:alphaOff val="0"/>
            </a:schemeClr>
          </a:fontRef>
        </p:style>
        <p:txBody>
          <a:bodyPr spcFirstLastPara="0" vert="horz" wrap="square" lIns="0" tIns="45402" rIns="68103" bIns="45402" numCol="1" spcCol="1270" anchor="ctr" anchorCtr="0">
            <a:noAutofit/>
          </a:bodyPr>
          <a:lstStyle/>
          <a:p>
            <a:pPr marL="0" lvl="0" indent="0" algn="ctr" defTabSz="2667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None/>
            </a:pPr>
            <a:endParaRPr lang="en-GB" sz="600" kern="1200"/>
          </a:p>
        </p:txBody>
      </p:sp>
      <p:sp>
        <p:nvSpPr>
          <p:cNvPr id="112" name="Free-form: Shape 111">
            <a:extLst>
              <a:ext uri="{FF2B5EF4-FFF2-40B4-BE49-F238E27FC236}">
                <a16:creationId xmlns:a16="http://schemas.microsoft.com/office/drawing/2014/main" id="{C490E011-D089-5038-0143-360A83F526EF}"/>
              </a:ext>
            </a:extLst>
          </p:cNvPr>
          <p:cNvSpPr/>
          <p:nvPr/>
        </p:nvSpPr>
        <p:spPr>
          <a:xfrm>
            <a:off x="9250360" y="5868642"/>
            <a:ext cx="911798" cy="561112"/>
          </a:xfrm>
          <a:custGeom>
            <a:avLst/>
            <a:gdLst>
              <a:gd name="connsiteX0" fmla="*/ 0 w 911798"/>
              <a:gd name="connsiteY0" fmla="*/ 39415 h 394154"/>
              <a:gd name="connsiteX1" fmla="*/ 39415 w 911798"/>
              <a:gd name="connsiteY1" fmla="*/ 0 h 394154"/>
              <a:gd name="connsiteX2" fmla="*/ 872383 w 911798"/>
              <a:gd name="connsiteY2" fmla="*/ 0 h 394154"/>
              <a:gd name="connsiteX3" fmla="*/ 911798 w 911798"/>
              <a:gd name="connsiteY3" fmla="*/ 39415 h 394154"/>
              <a:gd name="connsiteX4" fmla="*/ 911798 w 911798"/>
              <a:gd name="connsiteY4" fmla="*/ 354739 h 394154"/>
              <a:gd name="connsiteX5" fmla="*/ 872383 w 911798"/>
              <a:gd name="connsiteY5" fmla="*/ 394154 h 394154"/>
              <a:gd name="connsiteX6" fmla="*/ 39415 w 911798"/>
              <a:gd name="connsiteY6" fmla="*/ 394154 h 394154"/>
              <a:gd name="connsiteX7" fmla="*/ 0 w 911798"/>
              <a:gd name="connsiteY7" fmla="*/ 354739 h 394154"/>
              <a:gd name="connsiteX8" fmla="*/ 0 w 911798"/>
              <a:gd name="connsiteY8" fmla="*/ 39415 h 39415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911798" h="394154">
                <a:moveTo>
                  <a:pt x="0" y="39415"/>
                </a:moveTo>
                <a:cubicBezTo>
                  <a:pt x="0" y="17647"/>
                  <a:pt x="17647" y="0"/>
                  <a:pt x="39415" y="0"/>
                </a:cubicBezTo>
                <a:lnTo>
                  <a:pt x="872383" y="0"/>
                </a:lnTo>
                <a:cubicBezTo>
                  <a:pt x="894151" y="0"/>
                  <a:pt x="911798" y="17647"/>
                  <a:pt x="911798" y="39415"/>
                </a:cubicBezTo>
                <a:lnTo>
                  <a:pt x="911798" y="354739"/>
                </a:lnTo>
                <a:cubicBezTo>
                  <a:pt x="911798" y="376507"/>
                  <a:pt x="894151" y="394154"/>
                  <a:pt x="872383" y="394154"/>
                </a:cubicBezTo>
                <a:lnTo>
                  <a:pt x="39415" y="394154"/>
                </a:lnTo>
                <a:cubicBezTo>
                  <a:pt x="17647" y="394154"/>
                  <a:pt x="0" y="376507"/>
                  <a:pt x="0" y="354739"/>
                </a:cubicBezTo>
                <a:lnTo>
                  <a:pt x="0" y="39415"/>
                </a:lnTo>
                <a:close/>
              </a:path>
            </a:pathLst>
          </a:custGeom>
          <a:solidFill>
            <a:schemeClr val="accent3">
              <a:lumMod val="75000"/>
            </a:schemeClr>
          </a:solidFill>
        </p:spPr>
        <p:style>
          <a:lnRef idx="2">
            <a:schemeClr val="accent3">
              <a:shade val="80000"/>
              <a:hueOff val="0"/>
              <a:satOff val="0"/>
              <a:lumOff val="0"/>
              <a:alphaOff val="0"/>
            </a:schemeClr>
          </a:lnRef>
          <a:fillRef idx="1">
            <a:schemeClr val="lt1">
              <a:hueOff val="0"/>
              <a:satOff val="0"/>
              <a:lumOff val="0"/>
              <a:alphaOff val="0"/>
            </a:schemeClr>
          </a:fillRef>
          <a:effectRef idx="0">
            <a:schemeClr val="lt1">
              <a:hueOff val="0"/>
              <a:satOff val="0"/>
              <a:lumOff val="0"/>
              <a:alphaOff val="0"/>
            </a:schemeClr>
          </a:effectRef>
          <a:fontRef idx="minor">
            <a:schemeClr val="dk1">
              <a:hueOff val="0"/>
              <a:satOff val="0"/>
              <a:lumOff val="0"/>
              <a:alphaOff val="0"/>
            </a:schemeClr>
          </a:fontRef>
        </p:style>
        <p:txBody>
          <a:bodyPr spcFirstLastPara="0" vert="horz" wrap="square" lIns="49784" tIns="49784" rIns="49784" bIns="158055" numCol="1" spcCol="1270" anchor="t" anchorCtr="0">
            <a:noAutofit/>
          </a:bodyPr>
          <a:lstStyle/>
          <a:p>
            <a:pPr marL="0" lvl="0" indent="0" algn="l" defTabSz="31115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None/>
            </a:pPr>
            <a:r>
              <a:rPr lang="en-GB" sz="900" kern="1200"/>
              <a:t>Rhyme scheme fidelity</a:t>
            </a:r>
            <a:endParaRPr lang="en-GB" sz="900" kern="1200" dirty="0"/>
          </a:p>
        </p:txBody>
      </p:sp>
      <p:sp>
        <p:nvSpPr>
          <p:cNvPr id="114" name="Free-form: Shape 113">
            <a:extLst>
              <a:ext uri="{FF2B5EF4-FFF2-40B4-BE49-F238E27FC236}">
                <a16:creationId xmlns:a16="http://schemas.microsoft.com/office/drawing/2014/main" id="{321F67C0-3644-E701-8685-EE153DC0485F}"/>
              </a:ext>
            </a:extLst>
          </p:cNvPr>
          <p:cNvSpPr/>
          <p:nvPr/>
        </p:nvSpPr>
        <p:spPr>
          <a:xfrm>
            <a:off x="10300384" y="5998297"/>
            <a:ext cx="293037" cy="227011"/>
          </a:xfrm>
          <a:custGeom>
            <a:avLst/>
            <a:gdLst>
              <a:gd name="connsiteX0" fmla="*/ 0 w 293037"/>
              <a:gd name="connsiteY0" fmla="*/ 45402 h 227011"/>
              <a:gd name="connsiteX1" fmla="*/ 179532 w 293037"/>
              <a:gd name="connsiteY1" fmla="*/ 45402 h 227011"/>
              <a:gd name="connsiteX2" fmla="*/ 179532 w 293037"/>
              <a:gd name="connsiteY2" fmla="*/ 0 h 227011"/>
              <a:gd name="connsiteX3" fmla="*/ 293037 w 293037"/>
              <a:gd name="connsiteY3" fmla="*/ 113506 h 227011"/>
              <a:gd name="connsiteX4" fmla="*/ 179532 w 293037"/>
              <a:gd name="connsiteY4" fmla="*/ 227011 h 227011"/>
              <a:gd name="connsiteX5" fmla="*/ 179532 w 293037"/>
              <a:gd name="connsiteY5" fmla="*/ 181609 h 227011"/>
              <a:gd name="connsiteX6" fmla="*/ 0 w 293037"/>
              <a:gd name="connsiteY6" fmla="*/ 181609 h 227011"/>
              <a:gd name="connsiteX7" fmla="*/ 0 w 293037"/>
              <a:gd name="connsiteY7" fmla="*/ 45402 h 22701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293037" h="227011">
                <a:moveTo>
                  <a:pt x="0" y="45402"/>
                </a:moveTo>
                <a:lnTo>
                  <a:pt x="179532" y="45402"/>
                </a:lnTo>
                <a:lnTo>
                  <a:pt x="179532" y="0"/>
                </a:lnTo>
                <a:lnTo>
                  <a:pt x="293037" y="113506"/>
                </a:lnTo>
                <a:lnTo>
                  <a:pt x="179532" y="227011"/>
                </a:lnTo>
                <a:lnTo>
                  <a:pt x="179532" y="181609"/>
                </a:lnTo>
                <a:lnTo>
                  <a:pt x="0" y="181609"/>
                </a:lnTo>
                <a:lnTo>
                  <a:pt x="0" y="45402"/>
                </a:lnTo>
                <a:close/>
              </a:path>
            </a:pathLst>
          </a:custGeom>
          <a:solidFill>
            <a:schemeClr val="accent3">
              <a:lumMod val="60000"/>
              <a:lumOff val="40000"/>
            </a:schemeClr>
          </a:solidFill>
        </p:spPr>
        <p:style>
          <a:lnRef idx="0">
            <a:schemeClr val="accent3">
              <a:tint val="60000"/>
              <a:hueOff val="0"/>
              <a:satOff val="0"/>
              <a:lumOff val="0"/>
              <a:alphaOff val="0"/>
            </a:schemeClr>
          </a:lnRef>
          <a:fillRef idx="1">
            <a:schemeClr val="accent3">
              <a:tint val="60000"/>
              <a:hueOff val="0"/>
              <a:satOff val="0"/>
              <a:lumOff val="0"/>
              <a:alphaOff val="0"/>
            </a:schemeClr>
          </a:fillRef>
          <a:effectRef idx="0">
            <a:schemeClr val="accent3">
              <a:tint val="60000"/>
              <a:hueOff val="0"/>
              <a:satOff val="0"/>
              <a:lumOff val="0"/>
              <a:alphaOff val="0"/>
            </a:schemeClr>
          </a:effectRef>
          <a:fontRef idx="minor">
            <a:schemeClr val="dk1">
              <a:hueOff val="0"/>
              <a:satOff val="0"/>
              <a:lumOff val="0"/>
              <a:alphaOff val="0"/>
            </a:schemeClr>
          </a:fontRef>
        </p:style>
        <p:txBody>
          <a:bodyPr spcFirstLastPara="0" vert="horz" wrap="square" lIns="0" tIns="45402" rIns="68103" bIns="45402" numCol="1" spcCol="1270" anchor="ctr" anchorCtr="0">
            <a:noAutofit/>
          </a:bodyPr>
          <a:lstStyle/>
          <a:p>
            <a:pPr marL="0" lvl="0" indent="0" algn="ctr" defTabSz="2667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None/>
            </a:pPr>
            <a:endParaRPr lang="en-GB" sz="600" kern="1200" dirty="0"/>
          </a:p>
        </p:txBody>
      </p:sp>
      <p:sp>
        <p:nvSpPr>
          <p:cNvPr id="115" name="Free-form: Shape 114">
            <a:extLst>
              <a:ext uri="{FF2B5EF4-FFF2-40B4-BE49-F238E27FC236}">
                <a16:creationId xmlns:a16="http://schemas.microsoft.com/office/drawing/2014/main" id="{3411A9BC-D427-08A2-29B6-CF4E3795E625}"/>
              </a:ext>
            </a:extLst>
          </p:cNvPr>
          <p:cNvSpPr/>
          <p:nvPr/>
        </p:nvSpPr>
        <p:spPr>
          <a:xfrm>
            <a:off x="10715061" y="5868642"/>
            <a:ext cx="911798" cy="561112"/>
          </a:xfrm>
          <a:custGeom>
            <a:avLst/>
            <a:gdLst>
              <a:gd name="connsiteX0" fmla="*/ 0 w 911798"/>
              <a:gd name="connsiteY0" fmla="*/ 39415 h 394154"/>
              <a:gd name="connsiteX1" fmla="*/ 39415 w 911798"/>
              <a:gd name="connsiteY1" fmla="*/ 0 h 394154"/>
              <a:gd name="connsiteX2" fmla="*/ 872383 w 911798"/>
              <a:gd name="connsiteY2" fmla="*/ 0 h 394154"/>
              <a:gd name="connsiteX3" fmla="*/ 911798 w 911798"/>
              <a:gd name="connsiteY3" fmla="*/ 39415 h 394154"/>
              <a:gd name="connsiteX4" fmla="*/ 911798 w 911798"/>
              <a:gd name="connsiteY4" fmla="*/ 354739 h 394154"/>
              <a:gd name="connsiteX5" fmla="*/ 872383 w 911798"/>
              <a:gd name="connsiteY5" fmla="*/ 394154 h 394154"/>
              <a:gd name="connsiteX6" fmla="*/ 39415 w 911798"/>
              <a:gd name="connsiteY6" fmla="*/ 394154 h 394154"/>
              <a:gd name="connsiteX7" fmla="*/ 0 w 911798"/>
              <a:gd name="connsiteY7" fmla="*/ 354739 h 394154"/>
              <a:gd name="connsiteX8" fmla="*/ 0 w 911798"/>
              <a:gd name="connsiteY8" fmla="*/ 39415 h 39415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911798" h="394154">
                <a:moveTo>
                  <a:pt x="0" y="39415"/>
                </a:moveTo>
                <a:cubicBezTo>
                  <a:pt x="0" y="17647"/>
                  <a:pt x="17647" y="0"/>
                  <a:pt x="39415" y="0"/>
                </a:cubicBezTo>
                <a:lnTo>
                  <a:pt x="872383" y="0"/>
                </a:lnTo>
                <a:cubicBezTo>
                  <a:pt x="894151" y="0"/>
                  <a:pt x="911798" y="17647"/>
                  <a:pt x="911798" y="39415"/>
                </a:cubicBezTo>
                <a:lnTo>
                  <a:pt x="911798" y="354739"/>
                </a:lnTo>
                <a:cubicBezTo>
                  <a:pt x="911798" y="376507"/>
                  <a:pt x="894151" y="394154"/>
                  <a:pt x="872383" y="394154"/>
                </a:cubicBezTo>
                <a:lnTo>
                  <a:pt x="39415" y="394154"/>
                </a:lnTo>
                <a:cubicBezTo>
                  <a:pt x="17647" y="394154"/>
                  <a:pt x="0" y="376507"/>
                  <a:pt x="0" y="354739"/>
                </a:cubicBezTo>
                <a:lnTo>
                  <a:pt x="0" y="39415"/>
                </a:lnTo>
                <a:close/>
              </a:path>
            </a:pathLst>
          </a:custGeom>
          <a:solidFill>
            <a:schemeClr val="accent3">
              <a:lumMod val="75000"/>
            </a:schemeClr>
          </a:solidFill>
        </p:spPr>
        <p:style>
          <a:lnRef idx="2">
            <a:schemeClr val="accent3">
              <a:shade val="80000"/>
              <a:hueOff val="0"/>
              <a:satOff val="0"/>
              <a:lumOff val="0"/>
              <a:alphaOff val="0"/>
            </a:schemeClr>
          </a:lnRef>
          <a:fillRef idx="1">
            <a:schemeClr val="lt1">
              <a:hueOff val="0"/>
              <a:satOff val="0"/>
              <a:lumOff val="0"/>
              <a:alphaOff val="0"/>
            </a:schemeClr>
          </a:fillRef>
          <a:effectRef idx="0">
            <a:schemeClr val="lt1">
              <a:hueOff val="0"/>
              <a:satOff val="0"/>
              <a:lumOff val="0"/>
              <a:alphaOff val="0"/>
            </a:schemeClr>
          </a:effectRef>
          <a:fontRef idx="minor">
            <a:schemeClr val="dk1">
              <a:hueOff val="0"/>
              <a:satOff val="0"/>
              <a:lumOff val="0"/>
              <a:alphaOff val="0"/>
            </a:schemeClr>
          </a:fontRef>
        </p:style>
        <p:txBody>
          <a:bodyPr spcFirstLastPara="0" vert="horz" wrap="square" lIns="49784" tIns="49784" rIns="49784" bIns="158055" numCol="1" spcCol="1270" anchor="t" anchorCtr="0">
            <a:noAutofit/>
          </a:bodyPr>
          <a:lstStyle/>
          <a:p>
            <a:pPr marL="0" lvl="0" indent="0" algn="l" defTabSz="31115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None/>
            </a:pPr>
            <a:r>
              <a:rPr lang="en-GB" sz="900" kern="1200" dirty="0"/>
              <a:t>Evaluation loss</a:t>
            </a:r>
          </a:p>
        </p:txBody>
      </p:sp>
      <p:sp>
        <p:nvSpPr>
          <p:cNvPr id="119" name="Arrow: Right 118">
            <a:extLst>
              <a:ext uri="{FF2B5EF4-FFF2-40B4-BE49-F238E27FC236}">
                <a16:creationId xmlns:a16="http://schemas.microsoft.com/office/drawing/2014/main" id="{0FA3FA33-6C83-C8CE-9E5D-4E61CD1CE15C}"/>
              </a:ext>
            </a:extLst>
          </p:cNvPr>
          <p:cNvSpPr/>
          <p:nvPr/>
        </p:nvSpPr>
        <p:spPr>
          <a:xfrm>
            <a:off x="6259484" y="5461166"/>
            <a:ext cx="4089428" cy="393748"/>
          </a:xfrm>
          <a:prstGeom prst="rightArrow">
            <a:avLst/>
          </a:prstGeom>
          <a:solidFill>
            <a:schemeClr val="accent3">
              <a:lumMod val="50000"/>
            </a:schemeClr>
          </a:solidFill>
          <a:ln>
            <a:solidFill>
              <a:schemeClr val="bg1"/>
            </a:solidFill>
          </a:ln>
        </p:spPr>
        <p:style>
          <a:lnRef idx="0">
            <a:schemeClr val="dk1">
              <a:hueOff val="0"/>
              <a:satOff val="0"/>
              <a:lumOff val="0"/>
              <a:alphaOff val="0"/>
            </a:schemeClr>
          </a:lnRef>
          <a:fillRef idx="1">
            <a:schemeClr val="accent2">
              <a:tint val="40000"/>
              <a:hueOff val="0"/>
              <a:satOff val="0"/>
              <a:lumOff val="0"/>
              <a:alphaOff val="0"/>
            </a:schemeClr>
          </a:fillRef>
          <a:effectRef idx="0">
            <a:schemeClr val="accent2">
              <a:tint val="40000"/>
              <a:hueOff val="0"/>
              <a:satOff val="0"/>
              <a:lumOff val="0"/>
              <a:alphaOff val="0"/>
            </a:schemeClr>
          </a:effectRef>
          <a:fontRef idx="minor">
            <a:schemeClr val="dk1">
              <a:hueOff val="0"/>
              <a:satOff val="0"/>
              <a:lumOff val="0"/>
              <a:alphaOff val="0"/>
            </a:schemeClr>
          </a:fontRef>
        </p:style>
        <p:txBody>
          <a:bodyPr/>
          <a:lstStyle/>
          <a:p>
            <a:endParaRPr lang="en-GB" dirty="0"/>
          </a:p>
        </p:txBody>
      </p:sp>
      <p:sp>
        <p:nvSpPr>
          <p:cNvPr id="120" name="TextBox 119">
            <a:extLst>
              <a:ext uri="{FF2B5EF4-FFF2-40B4-BE49-F238E27FC236}">
                <a16:creationId xmlns:a16="http://schemas.microsoft.com/office/drawing/2014/main" id="{E9326480-FF11-0EE9-013E-631666637422}"/>
              </a:ext>
            </a:extLst>
          </p:cNvPr>
          <p:cNvSpPr txBox="1"/>
          <p:nvPr/>
        </p:nvSpPr>
        <p:spPr>
          <a:xfrm>
            <a:off x="6259484" y="5536152"/>
            <a:ext cx="3902674" cy="258532"/>
          </a:xfrm>
          <a:prstGeom prst="rect">
            <a:avLst/>
          </a:prstGeom>
          <a:gradFill flip="none" rotWithShape="1">
            <a:gsLst>
              <a:gs pos="0">
                <a:schemeClr val="accent3">
                  <a:lumMod val="50000"/>
                </a:schemeClr>
              </a:gs>
              <a:gs pos="50000">
                <a:schemeClr val="accent3">
                  <a:lumMod val="60000"/>
                  <a:lumOff val="40000"/>
                </a:schemeClr>
              </a:gs>
              <a:gs pos="100000">
                <a:schemeClr val="accent1">
                  <a:shade val="100000"/>
                  <a:satMod val="115000"/>
                </a:schemeClr>
              </a:gs>
            </a:gsLst>
            <a:lin ang="10800000" scaled="1"/>
            <a:tileRect/>
          </a:gradFill>
          <a:ln w="6350">
            <a:noFill/>
            <a:miter lim="800000"/>
          </a:ln>
        </p:spPr>
        <p:txBody>
          <a:bodyPr wrap="square">
            <a:spAutoFit/>
          </a:bodyPr>
          <a:lstStyle/>
          <a:p>
            <a:pPr marL="0" lvl="0" indent="0" algn="ctr" defTabSz="31115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None/>
            </a:pPr>
            <a:r>
              <a:rPr lang="en-GB" sz="1200" kern="1200" dirty="0"/>
              <a:t>Evaluation</a:t>
            </a:r>
          </a:p>
        </p:txBody>
      </p:sp>
      <p:sp>
        <p:nvSpPr>
          <p:cNvPr id="121" name="Title 57">
            <a:extLst>
              <a:ext uri="{FF2B5EF4-FFF2-40B4-BE49-F238E27FC236}">
                <a16:creationId xmlns:a16="http://schemas.microsoft.com/office/drawing/2014/main" id="{C625DCB8-1CCF-0AEC-5B22-1019CA8B9A1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4736" y="182372"/>
            <a:ext cx="3593315" cy="731520"/>
          </a:xfrm>
        </p:spPr>
        <p:txBody>
          <a:bodyPr/>
          <a:lstStyle/>
          <a:p>
            <a:r>
              <a:rPr lang="en-GB" dirty="0"/>
              <a:t>Methodology: from model to evaluation</a:t>
            </a:r>
          </a:p>
        </p:txBody>
      </p:sp>
    </p:spTree>
    <p:extLst>
      <p:ext uri="{BB962C8B-B14F-4D97-AF65-F5344CB8AC3E}">
        <p14:creationId xmlns:p14="http://schemas.microsoft.com/office/powerpoint/2010/main" val="362442659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Arrow: Right 46">
            <a:extLst>
              <a:ext uri="{FF2B5EF4-FFF2-40B4-BE49-F238E27FC236}">
                <a16:creationId xmlns:a16="http://schemas.microsoft.com/office/drawing/2014/main" id="{2C667419-1FFA-AF31-475D-E7BF63BA34C2}"/>
              </a:ext>
            </a:extLst>
          </p:cNvPr>
          <p:cNvSpPr/>
          <p:nvPr/>
        </p:nvSpPr>
        <p:spPr>
          <a:xfrm rot="5400000">
            <a:off x="-237233" y="3150493"/>
            <a:ext cx="3900547" cy="1074282"/>
          </a:xfrm>
          <a:prstGeom prst="rightArrow">
            <a:avLst/>
          </a:prstGeom>
          <a:gradFill flip="none" rotWithShape="1">
            <a:gsLst>
              <a:gs pos="0">
                <a:schemeClr val="bg1">
                  <a:lumMod val="90000"/>
                  <a:lumOff val="10000"/>
                </a:schemeClr>
              </a:gs>
              <a:gs pos="50000">
                <a:schemeClr val="bg1">
                  <a:lumMod val="50000"/>
                  <a:lumOff val="50000"/>
                </a:schemeClr>
              </a:gs>
              <a:gs pos="100000">
                <a:schemeClr val="bg1">
                  <a:lumMod val="10000"/>
                  <a:lumOff val="90000"/>
                </a:schemeClr>
              </a:gs>
            </a:gsLst>
            <a:lin ang="10800000" scaled="1"/>
            <a:tileRect/>
          </a:gradFill>
          <a:ln>
            <a:solidFill>
              <a:schemeClr val="bg1"/>
            </a:solidFill>
          </a:ln>
        </p:spPr>
        <p:style>
          <a:lnRef idx="0">
            <a:schemeClr val="dk1">
              <a:hueOff val="0"/>
              <a:satOff val="0"/>
              <a:lumOff val="0"/>
              <a:alphaOff val="0"/>
            </a:schemeClr>
          </a:lnRef>
          <a:fillRef idx="1">
            <a:schemeClr val="accent2">
              <a:tint val="40000"/>
              <a:hueOff val="0"/>
              <a:satOff val="0"/>
              <a:lumOff val="0"/>
              <a:alphaOff val="0"/>
            </a:schemeClr>
          </a:fillRef>
          <a:effectRef idx="0">
            <a:schemeClr val="accent2">
              <a:tint val="40000"/>
              <a:hueOff val="0"/>
              <a:satOff val="0"/>
              <a:lumOff val="0"/>
              <a:alphaOff val="0"/>
            </a:schemeClr>
          </a:effectRef>
          <a:fontRef idx="minor">
            <a:schemeClr val="dk1">
              <a:hueOff val="0"/>
              <a:satOff val="0"/>
              <a:lumOff val="0"/>
              <a:alphaOff val="0"/>
            </a:schemeClr>
          </a:fontRef>
        </p:style>
        <p:txBody>
          <a:bodyPr/>
          <a:lstStyle/>
          <a:p>
            <a:endParaRPr lang="en-GB" dirty="0"/>
          </a:p>
        </p:txBody>
      </p:sp>
      <p:sp>
        <p:nvSpPr>
          <p:cNvPr id="5" name="Title 57">
            <a:extLst>
              <a:ext uri="{FF2B5EF4-FFF2-40B4-BE49-F238E27FC236}">
                <a16:creationId xmlns:a16="http://schemas.microsoft.com/office/drawing/2014/main" id="{D49AEAE0-497C-6AEF-5026-D5B95BF21DA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Experiment: from repetition to parody production in 12 phases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58F36A07-454A-7AA0-C5FA-A1641154EFA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78173" y="2369572"/>
            <a:ext cx="4134974" cy="1375756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31037A4D-7369-E79C-6E63-E5CBE753D466}"/>
              </a:ext>
            </a:extLst>
          </p:cNvPr>
          <p:cNvSpPr txBox="1"/>
          <p:nvPr/>
        </p:nvSpPr>
        <p:spPr>
          <a:xfrm>
            <a:off x="3278173" y="1871571"/>
            <a:ext cx="4266093" cy="21544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>
            <a:lvl1pPr lvl="0"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sz="1600">
                <a:cs typeface="Arial" panose="020B0604020202020204" pitchFamily="34" charset="0"/>
              </a:defRPr>
            </a:lvl1pPr>
            <a:lvl2pPr marL="228600" lvl="1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lvl="2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lvl="3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lvl="4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pPr>
              <a:buNone/>
            </a:pPr>
            <a:r>
              <a:rPr lang="en-US" sz="1400" b="1" dirty="0">
                <a:solidFill>
                  <a:schemeClr val="bg1"/>
                </a:solidFill>
              </a:rPr>
              <a:t>Overview of 12 experimental phases &amp; takeaways</a:t>
            </a:r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1E9BEAB6-FF14-031C-C69F-C9A1DCE7623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89680" y="4557135"/>
            <a:ext cx="3843078" cy="1753136"/>
          </a:xfrm>
          <a:prstGeom prst="rect">
            <a:avLst/>
          </a:prstGeom>
        </p:spPr>
      </p:pic>
      <p:sp>
        <p:nvSpPr>
          <p:cNvPr id="15" name="TextBox 14">
            <a:extLst>
              <a:ext uri="{FF2B5EF4-FFF2-40B4-BE49-F238E27FC236}">
                <a16:creationId xmlns:a16="http://schemas.microsoft.com/office/drawing/2014/main" id="{C3EAA9BD-3B85-BB99-6061-84A47EEC039B}"/>
              </a:ext>
            </a:extLst>
          </p:cNvPr>
          <p:cNvSpPr txBox="1"/>
          <p:nvPr/>
        </p:nvSpPr>
        <p:spPr>
          <a:xfrm>
            <a:off x="3287062" y="4210130"/>
            <a:ext cx="4266093" cy="21544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>
            <a:lvl1pPr lvl="0"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sz="1600">
                <a:cs typeface="Arial" panose="020B0604020202020204" pitchFamily="34" charset="0"/>
              </a:defRPr>
            </a:lvl1pPr>
            <a:lvl2pPr marL="228600" lvl="1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lvl="2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lvl="3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lvl="4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pPr>
              <a:buNone/>
            </a:pPr>
            <a:r>
              <a:rPr lang="en-GB" sz="1400" b="1" dirty="0">
                <a:solidFill>
                  <a:schemeClr val="bg1"/>
                </a:solidFill>
              </a:rPr>
              <a:t>Average Syllable Matching MSE by Model Iteration</a:t>
            </a:r>
            <a:endParaRPr lang="en-US" sz="1400" b="1" dirty="0">
              <a:solidFill>
                <a:schemeClr val="bg1"/>
              </a:solidFill>
            </a:endParaRPr>
          </a:p>
        </p:txBody>
      </p:sp>
      <p:sp>
        <p:nvSpPr>
          <p:cNvPr id="24" name="Title 57">
            <a:extLst>
              <a:ext uri="{FF2B5EF4-FFF2-40B4-BE49-F238E27FC236}">
                <a16:creationId xmlns:a16="http://schemas.microsoft.com/office/drawing/2014/main" id="{0AFBB1FB-E019-FB42-96BD-119C22319109}"/>
              </a:ext>
            </a:extLst>
          </p:cNvPr>
          <p:cNvSpPr txBox="1">
            <a:spLocks/>
          </p:cNvSpPr>
          <p:nvPr/>
        </p:nvSpPr>
        <p:spPr>
          <a:xfrm>
            <a:off x="8170322" y="182372"/>
            <a:ext cx="3466942" cy="731520"/>
          </a:xfrm>
          <a:prstGeom prst="rect">
            <a:avLst/>
          </a:prstGeom>
        </p:spPr>
        <p:txBody>
          <a:bodyPr vert="horz" wrap="square" lIns="0" tIns="0" rIns="0" bIns="0" rtlCol="0" anchor="b" anchorCtr="0">
            <a:noAutofit/>
          </a:bodyPr>
          <a:lstStyle>
            <a:lvl1pPr algn="l" defTabSz="914400" rtl="0" eaLnBrk="1" latinLnBrk="0" hangingPunct="1">
              <a:lnSpc>
                <a:spcPct val="93000"/>
              </a:lnSpc>
              <a:spcBef>
                <a:spcPct val="0"/>
              </a:spcBef>
              <a:buNone/>
              <a:defRPr sz="2500" b="1" kern="1200" spc="0" baseline="0">
                <a:ln w="6350" cap="flat">
                  <a:noFill/>
                  <a:miter lim="800000"/>
                </a:ln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GB" dirty="0">
                <a:solidFill>
                  <a:schemeClr val="tx1"/>
                </a:solidFill>
              </a:rPr>
              <a:t>Discussion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B0815CDA-1C48-8CB4-329A-93B8BDCF2F7F}"/>
              </a:ext>
            </a:extLst>
          </p:cNvPr>
          <p:cNvSpPr txBox="1"/>
          <p:nvPr/>
        </p:nvSpPr>
        <p:spPr>
          <a:xfrm>
            <a:off x="8058367" y="2843810"/>
            <a:ext cx="3690852" cy="3416320"/>
          </a:xfrm>
          <a:prstGeom prst="rect">
            <a:avLst/>
          </a:prstGeom>
          <a:noFill/>
          <a:ln w="6350">
            <a:noFill/>
            <a:miter lim="800000"/>
          </a:ln>
        </p:spPr>
        <p:txBody>
          <a:bodyPr wrap="square">
            <a:spAutoFit/>
          </a:bodyPr>
          <a:lstStyle/>
          <a:p>
            <a:r>
              <a:rPr lang="en-GB" sz="1200" dirty="0"/>
              <a:t>Steps taken:</a:t>
            </a:r>
          </a:p>
          <a:p>
            <a:pPr marL="228600" indent="-228600">
              <a:buFont typeface="+mj-lt"/>
              <a:buAutoNum type="arabicPeriod"/>
            </a:pPr>
            <a:r>
              <a:rPr lang="en-GB" sz="1200" dirty="0"/>
              <a:t>Train model on lyric production with Gutenberg corpus &amp; songs</a:t>
            </a:r>
          </a:p>
          <a:p>
            <a:pPr marL="228600" indent="-228600">
              <a:buFont typeface="+mj-lt"/>
              <a:buAutoNum type="arabicPeriod"/>
            </a:pPr>
            <a:r>
              <a:rPr lang="en-GB" sz="1200" dirty="0"/>
              <a:t>Generate &amp; train on synthetic dataset</a:t>
            </a:r>
          </a:p>
          <a:p>
            <a:pPr marL="228600" indent="-228600">
              <a:buFont typeface="+mj-lt"/>
              <a:buAutoNum type="arabicPeriod"/>
            </a:pPr>
            <a:r>
              <a:rPr lang="en-GB" sz="1200" dirty="0"/>
              <a:t>To combat high variance, adjust learning rate. Sweep identified </a:t>
            </a:r>
            <a:r>
              <a:rPr lang="en-GB" sz="1200" b="0" i="0" u="none" strike="noStrike" baseline="0" dirty="0"/>
              <a:t>1e−4 as optimal </a:t>
            </a:r>
          </a:p>
          <a:p>
            <a:pPr marL="228600" indent="-228600">
              <a:buFont typeface="+mj-lt"/>
              <a:buAutoNum type="arabicPeriod"/>
            </a:pPr>
            <a:r>
              <a:rPr lang="en-GB" sz="1200" dirty="0"/>
              <a:t>A</a:t>
            </a:r>
            <a:r>
              <a:rPr lang="en-GB" sz="1200" b="0" i="0" u="none" strike="noStrike" baseline="0" dirty="0"/>
              <a:t> dropout sweep (0.1) regularized the model to reduce its variance, and</a:t>
            </a:r>
            <a:r>
              <a:rPr lang="en-GB" sz="1200" dirty="0"/>
              <a:t> </a:t>
            </a:r>
            <a:r>
              <a:rPr lang="en-GB" sz="1200" b="0" i="0" u="none" strike="noStrike" baseline="0" dirty="0"/>
              <a:t>allowed extending training to 6 epochs; resulting dev perplexity 2.64. Despite low perplexity, the model generated semantic parodies but scored 0.00 on structural rhyme accuracy (RSF).</a:t>
            </a:r>
            <a:endParaRPr lang="en-GB" sz="1200" dirty="0"/>
          </a:p>
          <a:p>
            <a:pPr marL="228600" indent="-228600">
              <a:buFont typeface="+mj-lt"/>
              <a:buAutoNum type="arabicPeriod"/>
            </a:pPr>
            <a:r>
              <a:rPr lang="en-GB" sz="1200" b="0" i="0" u="none" strike="noStrike" baseline="0" dirty="0"/>
              <a:t>Address data quality issue  (inconsistent examples taught that rhyming was optional) by rejection sampling using RSF to create fine-tuning dataset containing only stanzas with verified internal rhymes, resulting in a 25% improvement in RSF</a:t>
            </a:r>
            <a:endParaRPr lang="en-GB" sz="1200" dirty="0"/>
          </a:p>
        </p:txBody>
      </p:sp>
      <p:graphicFrame>
        <p:nvGraphicFramePr>
          <p:cNvPr id="30" name="Table 29">
            <a:extLst>
              <a:ext uri="{FF2B5EF4-FFF2-40B4-BE49-F238E27FC236}">
                <a16:creationId xmlns:a16="http://schemas.microsoft.com/office/drawing/2014/main" id="{661F5515-BF0D-A161-8407-E8BC6B8CE7C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90120316"/>
              </p:ext>
            </p:extLst>
          </p:nvPr>
        </p:nvGraphicFramePr>
        <p:xfrm>
          <a:off x="495993" y="2016887"/>
          <a:ext cx="2369131" cy="723317"/>
        </p:xfrm>
        <a:graphic>
          <a:graphicData uri="http://schemas.openxmlformats.org/drawingml/2006/table">
            <a:tbl>
              <a:tblPr bandRow="1">
                <a:tableStyleId>{35758FB7-9AC5-4552-8A53-C91805E547FA}</a:tableStyleId>
              </a:tblPr>
              <a:tblGrid>
                <a:gridCol w="2369131">
                  <a:extLst>
                    <a:ext uri="{9D8B030D-6E8A-4147-A177-3AD203B41FA5}">
                      <a16:colId xmlns:a16="http://schemas.microsoft.com/office/drawing/2014/main" val="1209643800"/>
                    </a:ext>
                  </a:extLst>
                </a:gridCol>
              </a:tblGrid>
              <a:tr h="174677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1000" b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51C2C"/>
                          </a:solidFill>
                          <a:effectLst/>
                          <a:uLnTx/>
                          <a:uFillTx/>
                        </a:rPr>
                        <a:t>Stage 1b: Lyrics LM (base)</a:t>
                      </a:r>
                      <a:endParaRPr kumimoji="0" lang="en-GB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51C2C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>
                    <a:solidFill>
                      <a:srgbClr val="D5EB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42810441"/>
                  </a:ext>
                </a:extLst>
              </a:tr>
              <a:tr h="502265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900" b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51C2C"/>
                          </a:solidFill>
                          <a:effectLst/>
                          <a:uLnTx/>
                          <a:uFillTx/>
                        </a:rPr>
                        <a:t>Dance with me, make me sway </a:t>
                      </a:r>
                      <a:br>
                        <a:rPr kumimoji="0" lang="en-GB" sz="900" b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51C2C"/>
                          </a:solidFill>
                          <a:effectLst/>
                          <a:uLnTx/>
                          <a:uFillTx/>
                        </a:rPr>
                      </a:br>
                      <a:r>
                        <a:rPr kumimoji="0" lang="en-GB" sz="900" b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51C2C"/>
                          </a:solidFill>
                          <a:effectLst/>
                          <a:uLnTx/>
                          <a:uFillTx/>
                        </a:rPr>
                        <a:t>You are the wind that makes the waves sway</a:t>
                      </a:r>
                      <a:br>
                        <a:rPr kumimoji="0" lang="en-GB" sz="900" b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51C2C"/>
                          </a:solidFill>
                          <a:effectLst/>
                          <a:uLnTx/>
                          <a:uFillTx/>
                        </a:rPr>
                      </a:br>
                      <a:r>
                        <a:rPr kumimoji="0" lang="en-GB" sz="900" b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51C2C"/>
                          </a:solidFill>
                          <a:effectLst/>
                          <a:uLnTx/>
                          <a:uFillTx/>
                        </a:rPr>
                        <a:t>Let the waves flow with me</a:t>
                      </a:r>
                      <a:br>
                        <a:rPr kumimoji="0" lang="en-GB" sz="900" b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51C2C"/>
                          </a:solidFill>
                          <a:effectLst/>
                          <a:uLnTx/>
                          <a:uFillTx/>
                        </a:rPr>
                      </a:br>
                      <a:r>
                        <a:rPr kumimoji="0" lang="en-GB" sz="900" b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51C2C"/>
                          </a:solidFill>
                          <a:effectLst/>
                          <a:uLnTx/>
                          <a:uFillTx/>
                        </a:rPr>
                        <a:t>Let the waves flow with me...</a:t>
                      </a:r>
                      <a:endParaRPr lang="en-GB" sz="2000" dirty="0"/>
                    </a:p>
                  </a:txBody>
                  <a:tcPr marL="0" marR="0" marT="0" marB="0"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64220997"/>
                  </a:ext>
                </a:extLst>
              </a:tr>
            </a:tbl>
          </a:graphicData>
        </a:graphic>
      </p:graphicFrame>
      <p:graphicFrame>
        <p:nvGraphicFramePr>
          <p:cNvPr id="36" name="Table 35">
            <a:extLst>
              <a:ext uri="{FF2B5EF4-FFF2-40B4-BE49-F238E27FC236}">
                <a16:creationId xmlns:a16="http://schemas.microsoft.com/office/drawing/2014/main" id="{9CF21488-1080-BB3E-4F7A-0EC9F914284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79033177"/>
              </p:ext>
            </p:extLst>
          </p:nvPr>
        </p:nvGraphicFramePr>
        <p:xfrm>
          <a:off x="495993" y="3594535"/>
          <a:ext cx="2369131" cy="723317"/>
        </p:xfrm>
        <a:graphic>
          <a:graphicData uri="http://schemas.openxmlformats.org/drawingml/2006/table">
            <a:tbl>
              <a:tblPr bandRow="1">
                <a:tableStyleId>{35758FB7-9AC5-4552-8A53-C91805E547FA}</a:tableStyleId>
              </a:tblPr>
              <a:tblGrid>
                <a:gridCol w="2369131">
                  <a:extLst>
                    <a:ext uri="{9D8B030D-6E8A-4147-A177-3AD203B41FA5}">
                      <a16:colId xmlns:a16="http://schemas.microsoft.com/office/drawing/2014/main" val="1209643800"/>
                    </a:ext>
                  </a:extLst>
                </a:gridCol>
              </a:tblGrid>
              <a:tr h="174677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1000" b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51C2C"/>
                          </a:solidFill>
                          <a:effectLst/>
                          <a:uLnTx/>
                          <a:uFillTx/>
                        </a:rPr>
                        <a:t>Stage 6: Parody (Underfit, α = 2e−5)</a:t>
                      </a:r>
                      <a:endParaRPr kumimoji="0" lang="en-GB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51C2C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2042810441"/>
                  </a:ext>
                </a:extLst>
              </a:tr>
              <a:tr h="502265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900" b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51C2C"/>
                          </a:solidFill>
                          <a:effectLst/>
                          <a:uLnTx/>
                          <a:uFillTx/>
                        </a:rPr>
                        <a:t>When Pikachu’s numbers start to show</a:t>
                      </a:r>
                      <a:br>
                        <a:rPr kumimoji="0" lang="en-GB" sz="900" b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51C2C"/>
                          </a:solidFill>
                          <a:effectLst/>
                          <a:uLnTx/>
                          <a:uFillTx/>
                        </a:rPr>
                      </a:br>
                      <a:r>
                        <a:rPr kumimoji="0" lang="en-GB" sz="900" b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51C2C"/>
                          </a:solidFill>
                          <a:effectLst/>
                          <a:uLnTx/>
                          <a:uFillTx/>
                        </a:rPr>
                        <a:t>Hold me close, show me how</a:t>
                      </a:r>
                      <a:br>
                        <a:rPr kumimoji="0" lang="en-GB" sz="900" b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51C2C"/>
                          </a:solidFill>
                          <a:effectLst/>
                          <a:uLnTx/>
                          <a:uFillTx/>
                        </a:rPr>
                      </a:br>
                      <a:r>
                        <a:rPr kumimoji="0" lang="en-GB" sz="900" b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51C2C"/>
                          </a:solidFill>
                          <a:effectLst/>
                          <a:uLnTx/>
                          <a:uFillTx/>
                        </a:rPr>
                        <a:t>Like a goalie’s inflation’s sweet delight</a:t>
                      </a:r>
                      <a:br>
                        <a:rPr kumimoji="0" lang="en-GB" sz="900" b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51C2C"/>
                          </a:solidFill>
                          <a:effectLst/>
                          <a:uLnTx/>
                          <a:uFillTx/>
                        </a:rPr>
                      </a:br>
                      <a:r>
                        <a:rPr kumimoji="0" lang="en-GB" sz="900" b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51C2C"/>
                          </a:solidFill>
                          <a:effectLst/>
                          <a:uLnTx/>
                          <a:uFillTx/>
                        </a:rPr>
                        <a:t>Check your stats, don’t be slow</a:t>
                      </a:r>
                    </a:p>
                  </a:txBody>
                  <a:tcPr marL="0" marR="0" marT="0" marB="0"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64220997"/>
                  </a:ext>
                </a:extLst>
              </a:tr>
            </a:tbl>
          </a:graphicData>
        </a:graphic>
      </p:graphicFrame>
      <p:graphicFrame>
        <p:nvGraphicFramePr>
          <p:cNvPr id="37" name="Table 36">
            <a:extLst>
              <a:ext uri="{FF2B5EF4-FFF2-40B4-BE49-F238E27FC236}">
                <a16:creationId xmlns:a16="http://schemas.microsoft.com/office/drawing/2014/main" id="{8DAE3353-1688-B5DD-9540-8D81F5A54D5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03738755"/>
              </p:ext>
            </p:extLst>
          </p:nvPr>
        </p:nvGraphicFramePr>
        <p:xfrm>
          <a:off x="495992" y="5306181"/>
          <a:ext cx="2369132" cy="723317"/>
        </p:xfrm>
        <a:graphic>
          <a:graphicData uri="http://schemas.openxmlformats.org/drawingml/2006/table">
            <a:tbl>
              <a:tblPr bandRow="1">
                <a:tableStyleId>{35758FB7-9AC5-4552-8A53-C91805E547FA}</a:tableStyleId>
              </a:tblPr>
              <a:tblGrid>
                <a:gridCol w="2369132">
                  <a:extLst>
                    <a:ext uri="{9D8B030D-6E8A-4147-A177-3AD203B41FA5}">
                      <a16:colId xmlns:a16="http://schemas.microsoft.com/office/drawing/2014/main" val="1209643800"/>
                    </a:ext>
                  </a:extLst>
                </a:gridCol>
              </a:tblGrid>
              <a:tr h="174677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1000" b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</a:rPr>
                        <a:t>Stage 10: Parody (Converged, Epoch 3)</a:t>
                      </a:r>
                      <a:endParaRPr kumimoji="0" lang="en-GB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>
                    <a:solidFill>
                      <a:srgbClr val="134F7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42810441"/>
                  </a:ext>
                </a:extLst>
              </a:tr>
              <a:tr h="502265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900" b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51C2C"/>
                          </a:solidFill>
                          <a:effectLst/>
                          <a:uLnTx/>
                          <a:uFillTx/>
                        </a:rPr>
                        <a:t>When revving engines start to roar</a:t>
                      </a:r>
                      <a:br>
                        <a:rPr kumimoji="0" lang="en-GB" sz="900" b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51C2C"/>
                          </a:solidFill>
                          <a:effectLst/>
                          <a:uLnTx/>
                          <a:uFillTx/>
                        </a:rPr>
                      </a:br>
                      <a:r>
                        <a:rPr kumimoji="0" lang="en-GB" sz="900" b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51C2C"/>
                          </a:solidFill>
                          <a:effectLst/>
                          <a:uLnTx/>
                          <a:uFillTx/>
                        </a:rPr>
                        <a:t>Shift gears tight, let’s speed once more</a:t>
                      </a:r>
                      <a:br>
                        <a:rPr kumimoji="0" lang="en-GB" sz="900" b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51C2C"/>
                          </a:solidFill>
                          <a:effectLst/>
                          <a:uLnTx/>
                          <a:uFillTx/>
                        </a:rPr>
                      </a:br>
                      <a:r>
                        <a:rPr kumimoji="0" lang="en-GB" sz="900" b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51C2C"/>
                          </a:solidFill>
                          <a:effectLst/>
                          <a:uLnTx/>
                          <a:uFillTx/>
                        </a:rPr>
                        <a:t>Like a speeding bullet takes to the track</a:t>
                      </a:r>
                      <a:br>
                        <a:rPr kumimoji="0" lang="en-GB" sz="900" b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51C2C"/>
                          </a:solidFill>
                          <a:effectLst/>
                          <a:uLnTx/>
                          <a:uFillTx/>
                        </a:rPr>
                      </a:br>
                      <a:r>
                        <a:rPr kumimoji="0" lang="en-GB" sz="900" b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51C2C"/>
                          </a:solidFill>
                          <a:effectLst/>
                          <a:uLnTx/>
                          <a:uFillTx/>
                        </a:rPr>
                        <a:t>Shift gears fast, let’s speed again</a:t>
                      </a:r>
                    </a:p>
                  </a:txBody>
                  <a:tcPr marL="0" marR="0" marT="0" marB="0"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64220997"/>
                  </a:ext>
                </a:extLst>
              </a:tr>
            </a:tbl>
          </a:graphicData>
        </a:graphic>
      </p:graphicFrame>
      <p:sp>
        <p:nvSpPr>
          <p:cNvPr id="43" name="TextBox 42">
            <a:extLst>
              <a:ext uri="{FF2B5EF4-FFF2-40B4-BE49-F238E27FC236}">
                <a16:creationId xmlns:a16="http://schemas.microsoft.com/office/drawing/2014/main" id="{516BE573-8E3B-3500-D040-2C7C79C5DA17}"/>
              </a:ext>
            </a:extLst>
          </p:cNvPr>
          <p:cNvSpPr txBox="1"/>
          <p:nvPr/>
        </p:nvSpPr>
        <p:spPr>
          <a:xfrm>
            <a:off x="554735" y="1281643"/>
            <a:ext cx="2604101" cy="21544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>
            <a:lvl1pPr lvl="0"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sz="1600">
                <a:cs typeface="Arial" panose="020B0604020202020204" pitchFamily="34" charset="0"/>
              </a:defRPr>
            </a:lvl1pPr>
            <a:lvl2pPr marL="228600" lvl="1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lvl="2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lvl="3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lvl="4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pPr>
              <a:buNone/>
            </a:pPr>
            <a:r>
              <a:rPr lang="en-US" sz="1400" b="1" dirty="0">
                <a:solidFill>
                  <a:schemeClr val="bg1"/>
                </a:solidFill>
              </a:rPr>
              <a:t>Parody lyric progression</a:t>
            </a:r>
          </a:p>
        </p:txBody>
      </p:sp>
      <p:cxnSp>
        <p:nvCxnSpPr>
          <p:cNvPr id="45" name="Straight Connector 44">
            <a:extLst>
              <a:ext uri="{FF2B5EF4-FFF2-40B4-BE49-F238E27FC236}">
                <a16:creationId xmlns:a16="http://schemas.microsoft.com/office/drawing/2014/main" id="{C1716CA8-D4C7-DE17-5FBA-92D9459AD420}"/>
              </a:ext>
            </a:extLst>
          </p:cNvPr>
          <p:cNvCxnSpPr>
            <a:cxnSpLocks/>
          </p:cNvCxnSpPr>
          <p:nvPr/>
        </p:nvCxnSpPr>
        <p:spPr>
          <a:xfrm>
            <a:off x="3092334" y="1548478"/>
            <a:ext cx="0" cy="4638807"/>
          </a:xfrm>
          <a:prstGeom prst="line">
            <a:avLst/>
          </a:prstGeom>
          <a:ln w="6350" cap="flat">
            <a:solidFill>
              <a:schemeClr val="bg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50" name="Table 49">
            <a:extLst>
              <a:ext uri="{FF2B5EF4-FFF2-40B4-BE49-F238E27FC236}">
                <a16:creationId xmlns:a16="http://schemas.microsoft.com/office/drawing/2014/main" id="{6A5E68C3-9F9D-1646-BE34-F8813F296B3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21758355"/>
              </p:ext>
            </p:extLst>
          </p:nvPr>
        </p:nvGraphicFramePr>
        <p:xfrm>
          <a:off x="8170321" y="1141927"/>
          <a:ext cx="3578892" cy="1473848"/>
        </p:xfrm>
        <a:graphic>
          <a:graphicData uri="http://schemas.openxmlformats.org/drawingml/2006/table">
            <a:tbl>
              <a:tblPr firstRow="1" bandRow="1">
                <a:tableStyleId>{8799B23B-EC83-4686-B30A-512413B5E67A}</a:tableStyleId>
              </a:tblPr>
              <a:tblGrid>
                <a:gridCol w="894723">
                  <a:extLst>
                    <a:ext uri="{9D8B030D-6E8A-4147-A177-3AD203B41FA5}">
                      <a16:colId xmlns:a16="http://schemas.microsoft.com/office/drawing/2014/main" val="3682553767"/>
                    </a:ext>
                  </a:extLst>
                </a:gridCol>
                <a:gridCol w="894723">
                  <a:extLst>
                    <a:ext uri="{9D8B030D-6E8A-4147-A177-3AD203B41FA5}">
                      <a16:colId xmlns:a16="http://schemas.microsoft.com/office/drawing/2014/main" val="1201109398"/>
                    </a:ext>
                  </a:extLst>
                </a:gridCol>
                <a:gridCol w="894723">
                  <a:extLst>
                    <a:ext uri="{9D8B030D-6E8A-4147-A177-3AD203B41FA5}">
                      <a16:colId xmlns:a16="http://schemas.microsoft.com/office/drawing/2014/main" val="148057195"/>
                    </a:ext>
                  </a:extLst>
                </a:gridCol>
                <a:gridCol w="894723">
                  <a:extLst>
                    <a:ext uri="{9D8B030D-6E8A-4147-A177-3AD203B41FA5}">
                      <a16:colId xmlns:a16="http://schemas.microsoft.com/office/drawing/2014/main" val="2925426419"/>
                    </a:ext>
                  </a:extLst>
                </a:gridCol>
              </a:tblGrid>
              <a:tr h="265592">
                <a:tc>
                  <a:txBody>
                    <a:bodyPr/>
                    <a:lstStyle/>
                    <a:p>
                      <a:r>
                        <a:rPr sz="900" b="1" dirty="0"/>
                        <a:t>Metric</a:t>
                      </a:r>
                      <a:endParaRPr sz="900" b="1" dirty="0">
                        <a:latin typeface="Arial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r>
                        <a:rPr sz="900" b="1" dirty="0"/>
                        <a:t>Baseline GPT-2</a:t>
                      </a:r>
                      <a:endParaRPr sz="900" b="1" dirty="0">
                        <a:latin typeface="Arial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r>
                        <a:rPr sz="900" b="1"/>
                        <a:t>Initial Fine-tune</a:t>
                      </a:r>
                    </a:p>
                    <a:p>
                      <a:r>
                        <a:rPr sz="900" b="1"/>
                        <a:t>(end of phase 10)</a:t>
                      </a:r>
                      <a:endParaRPr sz="900" b="1">
                        <a:latin typeface="Arial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r>
                        <a:rPr sz="900" b="1"/>
                        <a:t>Final model</a:t>
                      </a:r>
                      <a:endParaRPr sz="900" b="1">
                        <a:latin typeface="Arial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36010538"/>
                  </a:ext>
                </a:extLst>
              </a:tr>
              <a:tr h="265592">
                <a:tc>
                  <a:txBody>
                    <a:bodyPr/>
                    <a:lstStyle/>
                    <a:p>
                      <a:r>
                        <a:rPr sz="800" b="1"/>
                        <a:t>Dev Perplexity</a:t>
                      </a:r>
                      <a:endParaRPr sz="800" b="1">
                        <a:latin typeface="Arial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r>
                        <a:rPr sz="800" dirty="0"/>
                        <a:t>&gt;30</a:t>
                      </a:r>
                      <a:endParaRPr sz="800" dirty="0">
                        <a:latin typeface="Arial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r>
                        <a:rPr sz="800" dirty="0"/>
                        <a:t>3.22</a:t>
                      </a:r>
                      <a:endParaRPr sz="800" dirty="0">
                        <a:latin typeface="Arial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r>
                        <a:rPr sz="800"/>
                        <a:t>1.79</a:t>
                      </a:r>
                      <a:endParaRPr sz="800">
                        <a:latin typeface="Arial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3258832892"/>
                  </a:ext>
                </a:extLst>
              </a:tr>
              <a:tr h="265592">
                <a:tc>
                  <a:txBody>
                    <a:bodyPr/>
                    <a:lstStyle/>
                    <a:p>
                      <a:r>
                        <a:rPr sz="800" b="1"/>
                        <a:t>SMMSE</a:t>
                      </a:r>
                      <a:endParaRPr sz="800" b="1">
                        <a:latin typeface="Arial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r>
                        <a:rPr sz="800" dirty="0"/>
                        <a:t>&gt;2000</a:t>
                      </a:r>
                      <a:endParaRPr sz="800" dirty="0">
                        <a:latin typeface="Arial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r>
                        <a:rPr sz="800" dirty="0"/>
                        <a:t>9.0</a:t>
                      </a:r>
                      <a:endParaRPr sz="800" dirty="0">
                        <a:latin typeface="Arial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r>
                        <a:rPr sz="800" dirty="0"/>
                        <a:t>∼2.0</a:t>
                      </a:r>
                      <a:endParaRPr sz="800" dirty="0">
                        <a:latin typeface="Arial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2402143177"/>
                  </a:ext>
                </a:extLst>
              </a:tr>
              <a:tr h="265592">
                <a:tc>
                  <a:txBody>
                    <a:bodyPr/>
                    <a:lstStyle/>
                    <a:p>
                      <a:r>
                        <a:rPr sz="800" b="1"/>
                        <a:t>RSF</a:t>
                      </a:r>
                      <a:endParaRPr sz="800" b="1">
                        <a:latin typeface="Arial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r>
                        <a:rPr sz="800"/>
                        <a:t>(did not capture)</a:t>
                      </a:r>
                      <a:endParaRPr sz="800">
                        <a:latin typeface="Arial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r>
                        <a:rPr sz="800" dirty="0"/>
                        <a:t>44%</a:t>
                      </a:r>
                      <a:endParaRPr sz="800" dirty="0">
                        <a:latin typeface="Arial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r>
                        <a:rPr sz="800" dirty="0"/>
                        <a:t>54%</a:t>
                      </a:r>
                      <a:endParaRPr sz="800" dirty="0">
                        <a:latin typeface="Arial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3992329286"/>
                  </a:ext>
                </a:extLst>
              </a:tr>
              <a:tr h="265592">
                <a:tc>
                  <a:txBody>
                    <a:bodyPr/>
                    <a:lstStyle/>
                    <a:p>
                      <a:r>
                        <a:rPr sz="800" b="1" dirty="0"/>
                        <a:t>Rhyme Quality</a:t>
                      </a:r>
                      <a:endParaRPr sz="800" b="1" dirty="0">
                        <a:latin typeface="Arial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r>
                        <a:rPr sz="800"/>
                        <a:t>Random prose</a:t>
                      </a:r>
                      <a:endParaRPr sz="800">
                        <a:latin typeface="Arial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r>
                        <a:rPr sz="800" dirty="0"/>
                        <a:t>Weak/inconsistent</a:t>
                      </a:r>
                      <a:endParaRPr sz="800" dirty="0">
                        <a:latin typeface="Arial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r>
                        <a:rPr sz="800" dirty="0"/>
                        <a:t>High (Structural matches)</a:t>
                      </a:r>
                      <a:endParaRPr sz="800" dirty="0">
                        <a:latin typeface="Arial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6102981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824844001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DF61088-4E27-3AED-FD26-4124B997D07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Title 57">
            <a:extLst>
              <a:ext uri="{FF2B5EF4-FFF2-40B4-BE49-F238E27FC236}">
                <a16:creationId xmlns:a16="http://schemas.microsoft.com/office/drawing/2014/main" id="{E55EF572-4DCB-A894-361A-BE19CD9DDA6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4736" y="182372"/>
            <a:ext cx="5471992" cy="731520"/>
          </a:xfrm>
        </p:spPr>
        <p:txBody>
          <a:bodyPr/>
          <a:lstStyle/>
          <a:p>
            <a:r>
              <a:rPr lang="en-GB" dirty="0"/>
              <a:t>Conclusion: Mockingbird’s parody production impresses</a:t>
            </a:r>
          </a:p>
        </p:txBody>
      </p:sp>
      <p:pic>
        <p:nvPicPr>
          <p:cNvPr id="60" name="Graphic 59" descr="Joker hat outline">
            <a:extLst>
              <a:ext uri="{FF2B5EF4-FFF2-40B4-BE49-F238E27FC236}">
                <a16:creationId xmlns:a16="http://schemas.microsoft.com/office/drawing/2014/main" id="{91775C8A-29C2-9986-F135-CD1033026E7F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703095" y="3078808"/>
            <a:ext cx="914400" cy="914400"/>
          </a:xfrm>
          <a:prstGeom prst="rect">
            <a:avLst/>
          </a:prstGeom>
        </p:spPr>
      </p:pic>
      <p:sp>
        <p:nvSpPr>
          <p:cNvPr id="61" name="TextBox 60">
            <a:extLst>
              <a:ext uri="{FF2B5EF4-FFF2-40B4-BE49-F238E27FC236}">
                <a16:creationId xmlns:a16="http://schemas.microsoft.com/office/drawing/2014/main" id="{3FCD8B30-B3A8-5F0A-749F-DEB7CE9AD1A4}"/>
              </a:ext>
            </a:extLst>
          </p:cNvPr>
          <p:cNvSpPr txBox="1"/>
          <p:nvPr/>
        </p:nvSpPr>
        <p:spPr>
          <a:xfrm>
            <a:off x="580227" y="2605183"/>
            <a:ext cx="2428980" cy="43088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>
            <a:lvl1pPr lvl="0"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sz="1600">
                <a:cs typeface="Arial" panose="020B0604020202020204" pitchFamily="34" charset="0"/>
              </a:defRPr>
            </a:lvl1pPr>
            <a:lvl2pPr marL="228600" lvl="1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lvl="2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lvl="3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lvl="4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pPr>
              <a:buNone/>
            </a:pPr>
            <a:r>
              <a:rPr lang="en-GB" sz="1400" b="1" dirty="0">
                <a:solidFill>
                  <a:schemeClr val="bg1"/>
                </a:solidFill>
              </a:rPr>
              <a:t>In-depth analysis &amp; comments</a:t>
            </a:r>
            <a:endParaRPr lang="en-US" sz="1400" b="1" dirty="0">
              <a:solidFill>
                <a:schemeClr val="bg1"/>
              </a:solidFill>
            </a:endParaRPr>
          </a:p>
        </p:txBody>
      </p:sp>
      <p:sp>
        <p:nvSpPr>
          <p:cNvPr id="68" name="TextBox 67">
            <a:extLst>
              <a:ext uri="{FF2B5EF4-FFF2-40B4-BE49-F238E27FC236}">
                <a16:creationId xmlns:a16="http://schemas.microsoft.com/office/drawing/2014/main" id="{ADE6B0A2-1206-937E-1391-95D5FB359909}"/>
              </a:ext>
            </a:extLst>
          </p:cNvPr>
          <p:cNvSpPr txBox="1">
            <a:spLocks/>
          </p:cNvSpPr>
          <p:nvPr/>
        </p:nvSpPr>
        <p:spPr>
          <a:xfrm>
            <a:off x="608167" y="3772860"/>
            <a:ext cx="1104256" cy="223791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 lvl="0"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sz="1600">
                <a:cs typeface="Arial" panose="020B0604020202020204" pitchFamily="34" charset="0"/>
              </a:defRPr>
            </a:lvl1pPr>
            <a:lvl2pPr marL="228600" lvl="1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lvl="2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lvl="3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lvl="4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pPr marL="3175" lvl="1" indent="0" algn="ctr">
              <a:buNone/>
              <a:defRPr/>
            </a:pPr>
            <a:r>
              <a:rPr kumimoji="0" lang="en-GB" sz="14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ea typeface="+mn-ea"/>
                <a:cs typeface="Arial" panose="020B0604020202020204" pitchFamily="34" charset="0"/>
              </a:rPr>
              <a:t>Parody topic</a:t>
            </a:r>
          </a:p>
          <a:p>
            <a:pPr marL="3175" marR="0" lvl="1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Tx/>
              <a:buSzTx/>
              <a:buNone/>
              <a:tabLst/>
              <a:defRPr/>
            </a:pPr>
            <a:endParaRPr kumimoji="0" lang="en-US" sz="1400" b="1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ea typeface="+mn-ea"/>
              <a:cs typeface="Arial" panose="020B0604020202020204" pitchFamily="34" charset="0"/>
            </a:endParaRPr>
          </a:p>
        </p:txBody>
      </p:sp>
      <p:grpSp>
        <p:nvGrpSpPr>
          <p:cNvPr id="92" name="Group 91">
            <a:extLst>
              <a:ext uri="{FF2B5EF4-FFF2-40B4-BE49-F238E27FC236}">
                <a16:creationId xmlns:a16="http://schemas.microsoft.com/office/drawing/2014/main" id="{8F2AA740-BCC2-E8B9-E0DA-C03F5CF08A82}"/>
              </a:ext>
            </a:extLst>
          </p:cNvPr>
          <p:cNvGrpSpPr/>
          <p:nvPr/>
        </p:nvGrpSpPr>
        <p:grpSpPr>
          <a:xfrm>
            <a:off x="794067" y="4323996"/>
            <a:ext cx="732455" cy="667721"/>
            <a:chOff x="1204410" y="4673113"/>
            <a:chExt cx="732455" cy="667721"/>
          </a:xfrm>
        </p:grpSpPr>
        <p:sp>
          <p:nvSpPr>
            <p:cNvPr id="73" name="Oval 72">
              <a:extLst>
                <a:ext uri="{FF2B5EF4-FFF2-40B4-BE49-F238E27FC236}">
                  <a16:creationId xmlns:a16="http://schemas.microsoft.com/office/drawing/2014/main" id="{3E04F860-CF3E-A9BF-0EFF-471C4EF5E07D}"/>
                </a:ext>
              </a:extLst>
            </p:cNvPr>
            <p:cNvSpPr/>
            <p:nvPr/>
          </p:nvSpPr>
          <p:spPr>
            <a:xfrm>
              <a:off x="1226442" y="4673113"/>
              <a:ext cx="710423" cy="667721"/>
            </a:xfrm>
            <a:prstGeom prst="ellipse">
              <a:avLst/>
            </a:prstGeom>
            <a:noFill/>
            <a:ln w="12700" cap="sq">
              <a:solidFill>
                <a:schemeClr val="bg1"/>
              </a:solidFill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endParaRPr lang="en-GB" sz="1400" dirty="0">
                <a:solidFill>
                  <a:schemeClr val="tx1"/>
                </a:solidFill>
              </a:endParaRPr>
            </a:p>
          </p:txBody>
        </p:sp>
        <p:sp>
          <p:nvSpPr>
            <p:cNvPr id="74" name="TextBox 73">
              <a:extLst>
                <a:ext uri="{FF2B5EF4-FFF2-40B4-BE49-F238E27FC236}">
                  <a16:creationId xmlns:a16="http://schemas.microsoft.com/office/drawing/2014/main" id="{14EBE587-25B4-37D4-BE48-6820154A18BD}"/>
                </a:ext>
              </a:extLst>
            </p:cNvPr>
            <p:cNvSpPr txBox="1">
              <a:spLocks/>
            </p:cNvSpPr>
            <p:nvPr/>
          </p:nvSpPr>
          <p:spPr>
            <a:xfrm>
              <a:off x="1204410" y="4889474"/>
              <a:ext cx="732455" cy="223791"/>
            </a:xfrm>
            <a:prstGeom prst="rect">
              <a:avLst/>
            </a:prstGeom>
          </p:spPr>
          <p:txBody>
            <a:bodyPr vert="horz" lIns="0" tIns="0" rIns="0" bIns="0" rtlCol="0">
              <a:noAutofit/>
            </a:bodyPr>
            <a:lstStyle>
              <a:lvl1pPr lvl="0" indent="0">
                <a:lnSpc>
                  <a:spcPct val="100000"/>
                </a:lnSpc>
                <a:spcBef>
                  <a:spcPts val="300"/>
                </a:spcBef>
                <a:spcAft>
                  <a:spcPts val="300"/>
                </a:spcAft>
                <a:buFont typeface="Segoe UI" panose="020B0502040204020203" pitchFamily="34" charset="0"/>
                <a:buChar char="​"/>
                <a:defRPr sz="1600">
                  <a:cs typeface="Arial" panose="020B0604020202020204" pitchFamily="34" charset="0"/>
                </a:defRPr>
              </a:lvl1pPr>
              <a:lvl2pPr marL="228600" lvl="1" indent="-225425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Font typeface="Wingdings" panose="05000000000000000000" pitchFamily="2" charset="2"/>
                <a:buChar char=""/>
                <a:defRPr sz="1600">
                  <a:cs typeface="Arial" panose="020B0604020202020204" pitchFamily="34" charset="0"/>
                </a:defRPr>
              </a:lvl2pPr>
              <a:lvl3pPr marL="515938" lvl="2" indent="-287338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Font typeface="Arial" panose="020B0604020202020204" pitchFamily="34" charset="0"/>
                <a:buChar char="—"/>
                <a:defRPr sz="1600">
                  <a:cs typeface="Arial" panose="020B0604020202020204" pitchFamily="34" charset="0"/>
                </a:defRPr>
              </a:lvl3pPr>
              <a:lvl4pPr marL="742950" lvl="3" indent="-182563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Font typeface="Arial" panose="020B0604020202020204" pitchFamily="34" charset="0"/>
                <a:buChar char="»"/>
                <a:defRPr sz="1600">
                  <a:cs typeface="Arial" panose="020B0604020202020204" pitchFamily="34" charset="0"/>
                </a:defRPr>
              </a:lvl4pPr>
              <a:lvl5pPr marL="914400" lvl="4" indent="-136525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SzPct val="100000"/>
                <a:buFont typeface="Arial" panose="020B0604020202020204" pitchFamily="34" charset="0"/>
                <a:buChar char="›"/>
                <a:defRPr sz="1600">
                  <a:cs typeface="Arial" panose="020B0604020202020204" pitchFamily="34" charset="0"/>
                </a:defRPr>
              </a:lvl5pPr>
              <a:lvl6pPr marL="1085850" indent="-171450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SzPct val="100000"/>
                <a:buFont typeface="Arial" panose="020B0604020202020204" pitchFamily="34" charset="0"/>
                <a:buChar char="▫"/>
                <a:defRPr sz="1600">
                  <a:cs typeface="Arial" panose="020B0604020202020204" pitchFamily="34" charset="0"/>
                </a:defRPr>
              </a:lvl6pPr>
              <a:lvl7pPr marL="1085850" indent="-171450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SzPct val="100000"/>
                <a:buFont typeface="Arial" panose="020B0604020202020204" pitchFamily="34" charset="0"/>
                <a:buChar char="▫"/>
                <a:defRPr sz="1600">
                  <a:cs typeface="Arial" panose="020B0604020202020204" pitchFamily="34" charset="0"/>
                </a:defRPr>
              </a:lvl7pPr>
              <a:lvl8pPr marL="1085850" indent="-171450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SzPct val="100000"/>
                <a:buFont typeface="Arial" panose="020B0604020202020204" pitchFamily="34" charset="0"/>
                <a:buChar char="▫"/>
                <a:defRPr sz="1600">
                  <a:cs typeface="Arial" panose="020B0604020202020204" pitchFamily="34" charset="0"/>
                </a:defRPr>
              </a:lvl8pPr>
              <a:lvl9pPr marL="1085850" indent="-171450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SzPct val="100000"/>
                <a:buFont typeface="Arial" panose="020B0604020202020204" pitchFamily="34" charset="0"/>
                <a:buChar char="▫"/>
                <a:defRPr sz="1600">
                  <a:cs typeface="Arial" panose="020B0604020202020204" pitchFamily="34" charset="0"/>
                </a:defRPr>
              </a:lvl9pPr>
            </a:lstStyle>
            <a:p>
              <a:pPr marL="3175" lvl="1" indent="0" algn="ctr">
                <a:buNone/>
                <a:defRPr/>
              </a:pPr>
              <a:r>
                <a:rPr lang="en-GB" sz="1400" b="1" dirty="0">
                  <a:solidFill>
                    <a:schemeClr val="bg1"/>
                  </a:solidFill>
                  <a:latin typeface="+mj-lt"/>
                </a:rPr>
                <a:t>Ly-</a:t>
              </a:r>
              <a:r>
                <a:rPr lang="en-GB" sz="1400" b="1" dirty="0" err="1">
                  <a:solidFill>
                    <a:schemeClr val="bg1"/>
                  </a:solidFill>
                  <a:latin typeface="+mj-lt"/>
                </a:rPr>
                <a:t>ric</a:t>
              </a:r>
              <a:endParaRPr kumimoji="0" lang="en-GB" sz="14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j-lt"/>
                <a:ea typeface="+mn-ea"/>
                <a:cs typeface="Arial" panose="020B0604020202020204" pitchFamily="34" charset="0"/>
              </a:endParaRPr>
            </a:p>
            <a:p>
              <a:pPr marL="3175" marR="0" lvl="1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ClrTx/>
                <a:buSzTx/>
                <a:buNone/>
                <a:tabLst/>
                <a:defRPr/>
              </a:pPr>
              <a:endParaRPr kumimoji="0" lang="en-US" sz="14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j-lt"/>
                <a:ea typeface="+mn-ea"/>
                <a:cs typeface="Arial" panose="020B0604020202020204" pitchFamily="34" charset="0"/>
              </a:endParaRPr>
            </a:p>
          </p:txBody>
        </p:sp>
      </p:grpSp>
      <p:sp>
        <p:nvSpPr>
          <p:cNvPr id="75" name="TextBox 74">
            <a:extLst>
              <a:ext uri="{FF2B5EF4-FFF2-40B4-BE49-F238E27FC236}">
                <a16:creationId xmlns:a16="http://schemas.microsoft.com/office/drawing/2014/main" id="{6674E933-623B-0FD6-9F12-597E27671CEA}"/>
              </a:ext>
            </a:extLst>
          </p:cNvPr>
          <p:cNvSpPr txBox="1">
            <a:spLocks/>
          </p:cNvSpPr>
          <p:nvPr/>
        </p:nvSpPr>
        <p:spPr>
          <a:xfrm>
            <a:off x="615572" y="4999497"/>
            <a:ext cx="1104256" cy="223791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 lvl="0"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sz="1600">
                <a:cs typeface="Arial" panose="020B0604020202020204" pitchFamily="34" charset="0"/>
              </a:defRPr>
            </a:lvl1pPr>
            <a:lvl2pPr marL="228600" lvl="1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lvl="2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lvl="3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lvl="4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pPr marL="3175" lvl="1" indent="0" algn="ctr">
              <a:buNone/>
              <a:defRPr/>
            </a:pPr>
            <a:r>
              <a:rPr kumimoji="0" lang="en-GB" sz="14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ea typeface="+mn-ea"/>
                <a:cs typeface="Arial" panose="020B0604020202020204" pitchFamily="34" charset="0"/>
              </a:rPr>
              <a:t>Syllables</a:t>
            </a:r>
          </a:p>
          <a:p>
            <a:pPr marL="3175" marR="0" lvl="1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Tx/>
              <a:buSzTx/>
              <a:buNone/>
              <a:tabLst/>
              <a:defRPr/>
            </a:pPr>
            <a:endParaRPr kumimoji="0" lang="en-US" sz="1400" b="1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ea typeface="+mn-ea"/>
              <a:cs typeface="Arial" panose="020B0604020202020204" pitchFamily="34" charset="0"/>
            </a:endParaRPr>
          </a:p>
        </p:txBody>
      </p:sp>
      <p:sp>
        <p:nvSpPr>
          <p:cNvPr id="76" name="TextBox 75">
            <a:extLst>
              <a:ext uri="{FF2B5EF4-FFF2-40B4-BE49-F238E27FC236}">
                <a16:creationId xmlns:a16="http://schemas.microsoft.com/office/drawing/2014/main" id="{392DF8BE-468E-A745-9C4C-3322558D1B2F}"/>
              </a:ext>
            </a:extLst>
          </p:cNvPr>
          <p:cNvSpPr txBox="1"/>
          <p:nvPr/>
        </p:nvSpPr>
        <p:spPr>
          <a:xfrm>
            <a:off x="2187766" y="4566654"/>
            <a:ext cx="3539703" cy="36933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>
            <a:lvl1pPr lvl="0"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sz="1600">
                <a:cs typeface="Arial" panose="020B0604020202020204" pitchFamily="34" charset="0"/>
              </a:defRPr>
            </a:lvl1pPr>
            <a:lvl2pPr marL="228600" lvl="1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lvl="2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lvl="3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lvl="4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en-GB" sz="1200" dirty="0">
                <a:solidFill>
                  <a:schemeClr val="bg1"/>
                </a:solidFill>
              </a:rPr>
              <a:t>Output evolved from run-on sentences to sentences with clear syllable structure similar to prompt</a:t>
            </a:r>
            <a:endParaRPr lang="en-US" sz="1100" dirty="0">
              <a:solidFill>
                <a:schemeClr val="bg1"/>
              </a:solidFill>
            </a:endParaRPr>
          </a:p>
        </p:txBody>
      </p:sp>
      <p:grpSp>
        <p:nvGrpSpPr>
          <p:cNvPr id="90" name="Group 89">
            <a:extLst>
              <a:ext uri="{FF2B5EF4-FFF2-40B4-BE49-F238E27FC236}">
                <a16:creationId xmlns:a16="http://schemas.microsoft.com/office/drawing/2014/main" id="{5115A959-7A30-87C7-809E-6DDC72982983}"/>
              </a:ext>
            </a:extLst>
          </p:cNvPr>
          <p:cNvGrpSpPr/>
          <p:nvPr/>
        </p:nvGrpSpPr>
        <p:grpSpPr>
          <a:xfrm>
            <a:off x="981172" y="5559942"/>
            <a:ext cx="373446" cy="425835"/>
            <a:chOff x="5905490" y="3288915"/>
            <a:chExt cx="373446" cy="425835"/>
          </a:xfrm>
        </p:grpSpPr>
        <p:sp>
          <p:nvSpPr>
            <p:cNvPr id="81" name="Free-form: Shape 80">
              <a:extLst>
                <a:ext uri="{FF2B5EF4-FFF2-40B4-BE49-F238E27FC236}">
                  <a16:creationId xmlns:a16="http://schemas.microsoft.com/office/drawing/2014/main" id="{88F7ADD6-5373-8EFE-D572-1AFFCB806860}"/>
                </a:ext>
              </a:extLst>
            </p:cNvPr>
            <p:cNvSpPr/>
            <p:nvPr/>
          </p:nvSpPr>
          <p:spPr>
            <a:xfrm>
              <a:off x="5905490" y="3324205"/>
              <a:ext cx="200024" cy="19050"/>
            </a:xfrm>
            <a:custGeom>
              <a:avLst/>
              <a:gdLst>
                <a:gd name="connsiteX0" fmla="*/ 0 w 200024"/>
                <a:gd name="connsiteY0" fmla="*/ 0 h 19050"/>
                <a:gd name="connsiteX1" fmla="*/ 200025 w 200024"/>
                <a:gd name="connsiteY1" fmla="*/ 0 h 19050"/>
                <a:gd name="connsiteX2" fmla="*/ 200025 w 200024"/>
                <a:gd name="connsiteY2" fmla="*/ 19050 h 19050"/>
                <a:gd name="connsiteX3" fmla="*/ 0 w 200024"/>
                <a:gd name="connsiteY3" fmla="*/ 19050 h 190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0024" h="19050">
                  <a:moveTo>
                    <a:pt x="0" y="0"/>
                  </a:moveTo>
                  <a:lnTo>
                    <a:pt x="200025" y="0"/>
                  </a:lnTo>
                  <a:lnTo>
                    <a:pt x="200025" y="19050"/>
                  </a:lnTo>
                  <a:lnTo>
                    <a:pt x="0" y="19050"/>
                  </a:lnTo>
                  <a:close/>
                </a:path>
              </a:pathLst>
            </a:custGeom>
            <a:solidFill>
              <a:srgbClr val="000000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82" name="Free-form: Shape 81">
              <a:extLst>
                <a:ext uri="{FF2B5EF4-FFF2-40B4-BE49-F238E27FC236}">
                  <a16:creationId xmlns:a16="http://schemas.microsoft.com/office/drawing/2014/main" id="{728235A6-E16E-D1A1-5FD2-4FD873ACFDA7}"/>
                </a:ext>
              </a:extLst>
            </p:cNvPr>
            <p:cNvSpPr/>
            <p:nvPr/>
          </p:nvSpPr>
          <p:spPr>
            <a:xfrm>
              <a:off x="5905490" y="3438505"/>
              <a:ext cx="200024" cy="19050"/>
            </a:xfrm>
            <a:custGeom>
              <a:avLst/>
              <a:gdLst>
                <a:gd name="connsiteX0" fmla="*/ 0 w 200024"/>
                <a:gd name="connsiteY0" fmla="*/ 0 h 19050"/>
                <a:gd name="connsiteX1" fmla="*/ 200025 w 200024"/>
                <a:gd name="connsiteY1" fmla="*/ 0 h 19050"/>
                <a:gd name="connsiteX2" fmla="*/ 200025 w 200024"/>
                <a:gd name="connsiteY2" fmla="*/ 19050 h 19050"/>
                <a:gd name="connsiteX3" fmla="*/ 0 w 200024"/>
                <a:gd name="connsiteY3" fmla="*/ 19050 h 190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0024" h="19050">
                  <a:moveTo>
                    <a:pt x="0" y="0"/>
                  </a:moveTo>
                  <a:lnTo>
                    <a:pt x="200025" y="0"/>
                  </a:lnTo>
                  <a:lnTo>
                    <a:pt x="200025" y="19050"/>
                  </a:lnTo>
                  <a:lnTo>
                    <a:pt x="0" y="19050"/>
                  </a:lnTo>
                  <a:close/>
                </a:path>
              </a:pathLst>
            </a:custGeom>
            <a:solidFill>
              <a:srgbClr val="000000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83" name="Free-form: Shape 82">
              <a:extLst>
                <a:ext uri="{FF2B5EF4-FFF2-40B4-BE49-F238E27FC236}">
                  <a16:creationId xmlns:a16="http://schemas.microsoft.com/office/drawing/2014/main" id="{65E3EDAC-3A7A-FFA5-A680-2E22BF0A0ECA}"/>
                </a:ext>
              </a:extLst>
            </p:cNvPr>
            <p:cNvSpPr/>
            <p:nvPr/>
          </p:nvSpPr>
          <p:spPr>
            <a:xfrm>
              <a:off x="5905490" y="3552805"/>
              <a:ext cx="200024" cy="19050"/>
            </a:xfrm>
            <a:custGeom>
              <a:avLst/>
              <a:gdLst>
                <a:gd name="connsiteX0" fmla="*/ 0 w 200024"/>
                <a:gd name="connsiteY0" fmla="*/ 0 h 19050"/>
                <a:gd name="connsiteX1" fmla="*/ 200025 w 200024"/>
                <a:gd name="connsiteY1" fmla="*/ 0 h 19050"/>
                <a:gd name="connsiteX2" fmla="*/ 200025 w 200024"/>
                <a:gd name="connsiteY2" fmla="*/ 19050 h 19050"/>
                <a:gd name="connsiteX3" fmla="*/ 0 w 200024"/>
                <a:gd name="connsiteY3" fmla="*/ 19050 h 190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0024" h="19050">
                  <a:moveTo>
                    <a:pt x="0" y="0"/>
                  </a:moveTo>
                  <a:lnTo>
                    <a:pt x="200025" y="0"/>
                  </a:lnTo>
                  <a:lnTo>
                    <a:pt x="200025" y="19050"/>
                  </a:lnTo>
                  <a:lnTo>
                    <a:pt x="0" y="19050"/>
                  </a:lnTo>
                  <a:close/>
                </a:path>
              </a:pathLst>
            </a:custGeom>
            <a:solidFill>
              <a:srgbClr val="000000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84" name="Free-form: Shape 83">
              <a:extLst>
                <a:ext uri="{FF2B5EF4-FFF2-40B4-BE49-F238E27FC236}">
                  <a16:creationId xmlns:a16="http://schemas.microsoft.com/office/drawing/2014/main" id="{CF732830-26D0-5047-2331-2711BACC490C}"/>
                </a:ext>
              </a:extLst>
            </p:cNvPr>
            <p:cNvSpPr/>
            <p:nvPr/>
          </p:nvSpPr>
          <p:spPr>
            <a:xfrm>
              <a:off x="5905490" y="3667105"/>
              <a:ext cx="200024" cy="19050"/>
            </a:xfrm>
            <a:custGeom>
              <a:avLst/>
              <a:gdLst>
                <a:gd name="connsiteX0" fmla="*/ 0 w 200024"/>
                <a:gd name="connsiteY0" fmla="*/ 0 h 19050"/>
                <a:gd name="connsiteX1" fmla="*/ 200025 w 200024"/>
                <a:gd name="connsiteY1" fmla="*/ 0 h 19050"/>
                <a:gd name="connsiteX2" fmla="*/ 200025 w 200024"/>
                <a:gd name="connsiteY2" fmla="*/ 19050 h 19050"/>
                <a:gd name="connsiteX3" fmla="*/ 0 w 200024"/>
                <a:gd name="connsiteY3" fmla="*/ 19050 h 190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0024" h="19050">
                  <a:moveTo>
                    <a:pt x="0" y="0"/>
                  </a:moveTo>
                  <a:lnTo>
                    <a:pt x="200025" y="0"/>
                  </a:lnTo>
                  <a:lnTo>
                    <a:pt x="200025" y="19050"/>
                  </a:lnTo>
                  <a:lnTo>
                    <a:pt x="0" y="19050"/>
                  </a:lnTo>
                  <a:close/>
                </a:path>
              </a:pathLst>
            </a:custGeom>
            <a:solidFill>
              <a:srgbClr val="000000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85" name="Free-form: Shape 84">
              <a:extLst>
                <a:ext uri="{FF2B5EF4-FFF2-40B4-BE49-F238E27FC236}">
                  <a16:creationId xmlns:a16="http://schemas.microsoft.com/office/drawing/2014/main" id="{63ECB4CB-DA8C-8427-EEA5-0744472D691D}"/>
                </a:ext>
              </a:extLst>
            </p:cNvPr>
            <p:cNvSpPr/>
            <p:nvPr/>
          </p:nvSpPr>
          <p:spPr>
            <a:xfrm>
              <a:off x="6189268" y="3288915"/>
              <a:ext cx="89668" cy="89668"/>
            </a:xfrm>
            <a:custGeom>
              <a:avLst/>
              <a:gdLst>
                <a:gd name="connsiteX0" fmla="*/ 13468 w 89668"/>
                <a:gd name="connsiteY0" fmla="*/ 0 h 89668"/>
                <a:gd name="connsiteX1" fmla="*/ 44834 w 89668"/>
                <a:gd name="connsiteY1" fmla="*/ 31366 h 89668"/>
                <a:gd name="connsiteX2" fmla="*/ 76200 w 89668"/>
                <a:gd name="connsiteY2" fmla="*/ 0 h 89668"/>
                <a:gd name="connsiteX3" fmla="*/ 89668 w 89668"/>
                <a:gd name="connsiteY3" fmla="*/ 13468 h 89668"/>
                <a:gd name="connsiteX4" fmla="*/ 58303 w 89668"/>
                <a:gd name="connsiteY4" fmla="*/ 44834 h 89668"/>
                <a:gd name="connsiteX5" fmla="*/ 89668 w 89668"/>
                <a:gd name="connsiteY5" fmla="*/ 76200 h 89668"/>
                <a:gd name="connsiteX6" fmla="*/ 76200 w 89668"/>
                <a:gd name="connsiteY6" fmla="*/ 89668 h 89668"/>
                <a:gd name="connsiteX7" fmla="*/ 44834 w 89668"/>
                <a:gd name="connsiteY7" fmla="*/ 58303 h 89668"/>
                <a:gd name="connsiteX8" fmla="*/ 13468 w 89668"/>
                <a:gd name="connsiteY8" fmla="*/ 89668 h 89668"/>
                <a:gd name="connsiteX9" fmla="*/ 0 w 89668"/>
                <a:gd name="connsiteY9" fmla="*/ 76200 h 89668"/>
                <a:gd name="connsiteX10" fmla="*/ 31366 w 89668"/>
                <a:gd name="connsiteY10" fmla="*/ 44834 h 89668"/>
                <a:gd name="connsiteX11" fmla="*/ 0 w 89668"/>
                <a:gd name="connsiteY11" fmla="*/ 13468 h 89668"/>
                <a:gd name="connsiteX12" fmla="*/ 13468 w 89668"/>
                <a:gd name="connsiteY12" fmla="*/ 0 h 896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89668" h="89668">
                  <a:moveTo>
                    <a:pt x="13468" y="0"/>
                  </a:moveTo>
                  <a:lnTo>
                    <a:pt x="44834" y="31366"/>
                  </a:lnTo>
                  <a:lnTo>
                    <a:pt x="76200" y="0"/>
                  </a:lnTo>
                  <a:lnTo>
                    <a:pt x="89668" y="13468"/>
                  </a:lnTo>
                  <a:lnTo>
                    <a:pt x="58303" y="44834"/>
                  </a:lnTo>
                  <a:lnTo>
                    <a:pt x="89668" y="76200"/>
                  </a:lnTo>
                  <a:lnTo>
                    <a:pt x="76200" y="89668"/>
                  </a:lnTo>
                  <a:lnTo>
                    <a:pt x="44834" y="58303"/>
                  </a:lnTo>
                  <a:lnTo>
                    <a:pt x="13468" y="89668"/>
                  </a:lnTo>
                  <a:lnTo>
                    <a:pt x="0" y="76200"/>
                  </a:lnTo>
                  <a:lnTo>
                    <a:pt x="31366" y="44834"/>
                  </a:lnTo>
                  <a:lnTo>
                    <a:pt x="0" y="13468"/>
                  </a:lnTo>
                  <a:lnTo>
                    <a:pt x="13468" y="0"/>
                  </a:lnTo>
                  <a:close/>
                </a:path>
              </a:pathLst>
            </a:custGeom>
            <a:solidFill>
              <a:srgbClr val="000000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86" name="Free-form: Shape 85">
              <a:extLst>
                <a:ext uri="{FF2B5EF4-FFF2-40B4-BE49-F238E27FC236}">
                  <a16:creationId xmlns:a16="http://schemas.microsoft.com/office/drawing/2014/main" id="{12DE0479-CEB8-3C81-88A7-D8A66C64DFD2}"/>
                </a:ext>
              </a:extLst>
            </p:cNvPr>
            <p:cNvSpPr/>
            <p:nvPr/>
          </p:nvSpPr>
          <p:spPr>
            <a:xfrm>
              <a:off x="6189268" y="3403215"/>
              <a:ext cx="89668" cy="89668"/>
            </a:xfrm>
            <a:custGeom>
              <a:avLst/>
              <a:gdLst>
                <a:gd name="connsiteX0" fmla="*/ 13468 w 89668"/>
                <a:gd name="connsiteY0" fmla="*/ 0 h 89668"/>
                <a:gd name="connsiteX1" fmla="*/ 44834 w 89668"/>
                <a:gd name="connsiteY1" fmla="*/ 31366 h 89668"/>
                <a:gd name="connsiteX2" fmla="*/ 76200 w 89668"/>
                <a:gd name="connsiteY2" fmla="*/ 0 h 89668"/>
                <a:gd name="connsiteX3" fmla="*/ 89668 w 89668"/>
                <a:gd name="connsiteY3" fmla="*/ 13468 h 89668"/>
                <a:gd name="connsiteX4" fmla="*/ 58303 w 89668"/>
                <a:gd name="connsiteY4" fmla="*/ 44834 h 89668"/>
                <a:gd name="connsiteX5" fmla="*/ 89668 w 89668"/>
                <a:gd name="connsiteY5" fmla="*/ 76200 h 89668"/>
                <a:gd name="connsiteX6" fmla="*/ 76200 w 89668"/>
                <a:gd name="connsiteY6" fmla="*/ 89668 h 89668"/>
                <a:gd name="connsiteX7" fmla="*/ 44834 w 89668"/>
                <a:gd name="connsiteY7" fmla="*/ 58303 h 89668"/>
                <a:gd name="connsiteX8" fmla="*/ 13468 w 89668"/>
                <a:gd name="connsiteY8" fmla="*/ 89668 h 89668"/>
                <a:gd name="connsiteX9" fmla="*/ 0 w 89668"/>
                <a:gd name="connsiteY9" fmla="*/ 76200 h 89668"/>
                <a:gd name="connsiteX10" fmla="*/ 31366 w 89668"/>
                <a:gd name="connsiteY10" fmla="*/ 44834 h 89668"/>
                <a:gd name="connsiteX11" fmla="*/ 0 w 89668"/>
                <a:gd name="connsiteY11" fmla="*/ 13468 h 89668"/>
                <a:gd name="connsiteX12" fmla="*/ 13468 w 89668"/>
                <a:gd name="connsiteY12" fmla="*/ 0 h 896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89668" h="89668">
                  <a:moveTo>
                    <a:pt x="13468" y="0"/>
                  </a:moveTo>
                  <a:lnTo>
                    <a:pt x="44834" y="31366"/>
                  </a:lnTo>
                  <a:lnTo>
                    <a:pt x="76200" y="0"/>
                  </a:lnTo>
                  <a:lnTo>
                    <a:pt x="89668" y="13468"/>
                  </a:lnTo>
                  <a:lnTo>
                    <a:pt x="58303" y="44834"/>
                  </a:lnTo>
                  <a:lnTo>
                    <a:pt x="89668" y="76200"/>
                  </a:lnTo>
                  <a:lnTo>
                    <a:pt x="76200" y="89668"/>
                  </a:lnTo>
                  <a:lnTo>
                    <a:pt x="44834" y="58303"/>
                  </a:lnTo>
                  <a:lnTo>
                    <a:pt x="13468" y="89668"/>
                  </a:lnTo>
                  <a:lnTo>
                    <a:pt x="0" y="76200"/>
                  </a:lnTo>
                  <a:lnTo>
                    <a:pt x="31366" y="44834"/>
                  </a:lnTo>
                  <a:lnTo>
                    <a:pt x="0" y="13468"/>
                  </a:lnTo>
                  <a:lnTo>
                    <a:pt x="13468" y="0"/>
                  </a:lnTo>
                  <a:close/>
                </a:path>
              </a:pathLst>
            </a:custGeom>
            <a:solidFill>
              <a:srgbClr val="000000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87" name="Free-form: Shape 86">
              <a:extLst>
                <a:ext uri="{FF2B5EF4-FFF2-40B4-BE49-F238E27FC236}">
                  <a16:creationId xmlns:a16="http://schemas.microsoft.com/office/drawing/2014/main" id="{F86A69F1-D1BA-DA97-5E10-C4879932D077}"/>
                </a:ext>
              </a:extLst>
            </p:cNvPr>
            <p:cNvSpPr/>
            <p:nvPr/>
          </p:nvSpPr>
          <p:spPr>
            <a:xfrm>
              <a:off x="6191250" y="3524250"/>
              <a:ext cx="76200" cy="76200"/>
            </a:xfrm>
            <a:custGeom>
              <a:avLst/>
              <a:gdLst>
                <a:gd name="connsiteX0" fmla="*/ 76200 w 76200"/>
                <a:gd name="connsiteY0" fmla="*/ 0 h 76200"/>
                <a:gd name="connsiteX1" fmla="*/ 0 w 76200"/>
                <a:gd name="connsiteY1" fmla="*/ 0 h 76200"/>
                <a:gd name="connsiteX2" fmla="*/ 0 w 76200"/>
                <a:gd name="connsiteY2" fmla="*/ 76200 h 76200"/>
                <a:gd name="connsiteX3" fmla="*/ 76200 w 76200"/>
                <a:gd name="connsiteY3" fmla="*/ 76200 h 76200"/>
                <a:gd name="connsiteX4" fmla="*/ 57150 w 76200"/>
                <a:gd name="connsiteY4" fmla="*/ 57150 h 76200"/>
                <a:gd name="connsiteX5" fmla="*/ 19050 w 76200"/>
                <a:gd name="connsiteY5" fmla="*/ 57150 h 76200"/>
                <a:gd name="connsiteX6" fmla="*/ 19050 w 76200"/>
                <a:gd name="connsiteY6" fmla="*/ 19050 h 76200"/>
                <a:gd name="connsiteX7" fmla="*/ 57150 w 76200"/>
                <a:gd name="connsiteY7" fmla="*/ 19050 h 762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76200" h="76200">
                  <a:moveTo>
                    <a:pt x="76200" y="0"/>
                  </a:moveTo>
                  <a:lnTo>
                    <a:pt x="0" y="0"/>
                  </a:lnTo>
                  <a:lnTo>
                    <a:pt x="0" y="76200"/>
                  </a:lnTo>
                  <a:lnTo>
                    <a:pt x="76200" y="76200"/>
                  </a:lnTo>
                  <a:close/>
                  <a:moveTo>
                    <a:pt x="57150" y="57150"/>
                  </a:moveTo>
                  <a:lnTo>
                    <a:pt x="19050" y="57150"/>
                  </a:lnTo>
                  <a:lnTo>
                    <a:pt x="19050" y="19050"/>
                  </a:lnTo>
                  <a:lnTo>
                    <a:pt x="57150" y="19050"/>
                  </a:lnTo>
                  <a:close/>
                </a:path>
              </a:pathLst>
            </a:custGeom>
            <a:solidFill>
              <a:srgbClr val="000000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88" name="Free-form: Shape 87">
              <a:extLst>
                <a:ext uri="{FF2B5EF4-FFF2-40B4-BE49-F238E27FC236}">
                  <a16:creationId xmlns:a16="http://schemas.microsoft.com/office/drawing/2014/main" id="{D73A4545-77F2-8E04-01EA-EC10BAF2C704}"/>
                </a:ext>
              </a:extLst>
            </p:cNvPr>
            <p:cNvSpPr/>
            <p:nvPr/>
          </p:nvSpPr>
          <p:spPr>
            <a:xfrm>
              <a:off x="6191250" y="3638550"/>
              <a:ext cx="76200" cy="76200"/>
            </a:xfrm>
            <a:custGeom>
              <a:avLst/>
              <a:gdLst>
                <a:gd name="connsiteX0" fmla="*/ 76200 w 76200"/>
                <a:gd name="connsiteY0" fmla="*/ 0 h 76200"/>
                <a:gd name="connsiteX1" fmla="*/ 0 w 76200"/>
                <a:gd name="connsiteY1" fmla="*/ 0 h 76200"/>
                <a:gd name="connsiteX2" fmla="*/ 0 w 76200"/>
                <a:gd name="connsiteY2" fmla="*/ 76200 h 76200"/>
                <a:gd name="connsiteX3" fmla="*/ 76200 w 76200"/>
                <a:gd name="connsiteY3" fmla="*/ 76200 h 76200"/>
                <a:gd name="connsiteX4" fmla="*/ 57150 w 76200"/>
                <a:gd name="connsiteY4" fmla="*/ 57150 h 76200"/>
                <a:gd name="connsiteX5" fmla="*/ 19050 w 76200"/>
                <a:gd name="connsiteY5" fmla="*/ 57150 h 76200"/>
                <a:gd name="connsiteX6" fmla="*/ 19050 w 76200"/>
                <a:gd name="connsiteY6" fmla="*/ 19050 h 76200"/>
                <a:gd name="connsiteX7" fmla="*/ 57150 w 76200"/>
                <a:gd name="connsiteY7" fmla="*/ 19050 h 762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76200" h="76200">
                  <a:moveTo>
                    <a:pt x="76200" y="0"/>
                  </a:moveTo>
                  <a:lnTo>
                    <a:pt x="0" y="0"/>
                  </a:lnTo>
                  <a:lnTo>
                    <a:pt x="0" y="76200"/>
                  </a:lnTo>
                  <a:lnTo>
                    <a:pt x="76200" y="76200"/>
                  </a:lnTo>
                  <a:close/>
                  <a:moveTo>
                    <a:pt x="57150" y="57150"/>
                  </a:moveTo>
                  <a:lnTo>
                    <a:pt x="19050" y="57150"/>
                  </a:lnTo>
                  <a:lnTo>
                    <a:pt x="19050" y="19050"/>
                  </a:lnTo>
                  <a:lnTo>
                    <a:pt x="57150" y="19050"/>
                  </a:lnTo>
                  <a:close/>
                </a:path>
              </a:pathLst>
            </a:custGeom>
            <a:solidFill>
              <a:srgbClr val="000000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</p:grpSp>
      <p:sp>
        <p:nvSpPr>
          <p:cNvPr id="91" name="TextBox 90">
            <a:extLst>
              <a:ext uri="{FF2B5EF4-FFF2-40B4-BE49-F238E27FC236}">
                <a16:creationId xmlns:a16="http://schemas.microsoft.com/office/drawing/2014/main" id="{17822373-4D92-F135-B22F-DE1248928909}"/>
              </a:ext>
            </a:extLst>
          </p:cNvPr>
          <p:cNvSpPr txBox="1">
            <a:spLocks/>
          </p:cNvSpPr>
          <p:nvPr/>
        </p:nvSpPr>
        <p:spPr>
          <a:xfrm>
            <a:off x="608166" y="6027976"/>
            <a:ext cx="1104256" cy="223791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 lvl="0"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sz="1600">
                <a:cs typeface="Arial" panose="020B0604020202020204" pitchFamily="34" charset="0"/>
              </a:defRPr>
            </a:lvl1pPr>
            <a:lvl2pPr marL="228600" lvl="1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lvl="2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lvl="3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lvl="4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pPr marL="3175" lvl="1" indent="0" algn="ctr">
              <a:buNone/>
              <a:defRPr/>
            </a:pPr>
            <a:r>
              <a:rPr kumimoji="0" lang="en-GB" sz="14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ea typeface="+mn-ea"/>
                <a:cs typeface="Arial" panose="020B0604020202020204" pitchFamily="34" charset="0"/>
              </a:rPr>
              <a:t>Rhyme</a:t>
            </a:r>
          </a:p>
          <a:p>
            <a:pPr marL="3175" marR="0" lvl="1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Tx/>
              <a:buSzTx/>
              <a:buNone/>
              <a:tabLst/>
              <a:defRPr/>
            </a:pPr>
            <a:endParaRPr kumimoji="0" lang="en-US" sz="1400" b="1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ea typeface="+mn-ea"/>
              <a:cs typeface="Arial" panose="020B0604020202020204" pitchFamily="34" charset="0"/>
            </a:endParaRPr>
          </a:p>
        </p:txBody>
      </p:sp>
      <p:sp>
        <p:nvSpPr>
          <p:cNvPr id="94" name="TextBox 93">
            <a:extLst>
              <a:ext uri="{FF2B5EF4-FFF2-40B4-BE49-F238E27FC236}">
                <a16:creationId xmlns:a16="http://schemas.microsoft.com/office/drawing/2014/main" id="{6B619B91-B21A-BB0B-C68A-70650593A81A}"/>
              </a:ext>
            </a:extLst>
          </p:cNvPr>
          <p:cNvSpPr txBox="1"/>
          <p:nvPr/>
        </p:nvSpPr>
        <p:spPr>
          <a:xfrm>
            <a:off x="2187766" y="5639166"/>
            <a:ext cx="3539703" cy="36933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>
            <a:lvl1pPr lvl="0"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sz="1600">
                <a:cs typeface="Arial" panose="020B0604020202020204" pitchFamily="34" charset="0"/>
              </a:defRPr>
            </a:lvl1pPr>
            <a:lvl2pPr marL="228600" lvl="1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lvl="2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lvl="3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lvl="4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en-GB" sz="1200" dirty="0">
                <a:solidFill>
                  <a:schemeClr val="bg1"/>
                </a:solidFill>
              </a:rPr>
              <a:t>Output went from a lack of rhyme to clear rhyme structure in end-of-line</a:t>
            </a:r>
            <a:endParaRPr lang="en-US" sz="1100" dirty="0">
              <a:solidFill>
                <a:schemeClr val="bg1"/>
              </a:solidFill>
            </a:endParaRPr>
          </a:p>
        </p:txBody>
      </p:sp>
      <p:sp>
        <p:nvSpPr>
          <p:cNvPr id="95" name="TextBox 94">
            <a:extLst>
              <a:ext uri="{FF2B5EF4-FFF2-40B4-BE49-F238E27FC236}">
                <a16:creationId xmlns:a16="http://schemas.microsoft.com/office/drawing/2014/main" id="{3A904E1B-52AC-0529-1436-11E526D0AF37}"/>
              </a:ext>
            </a:extLst>
          </p:cNvPr>
          <p:cNvSpPr txBox="1"/>
          <p:nvPr/>
        </p:nvSpPr>
        <p:spPr>
          <a:xfrm>
            <a:off x="2187766" y="3329413"/>
            <a:ext cx="3539703" cy="55399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>
            <a:lvl1pPr lvl="0"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sz="1600">
                <a:cs typeface="Arial" panose="020B0604020202020204" pitchFamily="34" charset="0"/>
              </a:defRPr>
            </a:lvl1pPr>
            <a:lvl2pPr marL="228600" lvl="1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lvl="2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lvl="3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lvl="4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en-GB" sz="1200" dirty="0">
                <a:solidFill>
                  <a:schemeClr val="bg1"/>
                </a:solidFill>
              </a:rPr>
              <a:t>Output progressed from an absence of topic, to more coherent &amp; contextually relevant. However, sometimes it chose another theme than requested</a:t>
            </a:r>
            <a:endParaRPr lang="en-US" sz="1100" dirty="0">
              <a:solidFill>
                <a:schemeClr val="bg1"/>
              </a:solidFill>
            </a:endParaRPr>
          </a:p>
        </p:txBody>
      </p:sp>
      <p:grpSp>
        <p:nvGrpSpPr>
          <p:cNvPr id="107" name="Group 106">
            <a:extLst>
              <a:ext uri="{FF2B5EF4-FFF2-40B4-BE49-F238E27FC236}">
                <a16:creationId xmlns:a16="http://schemas.microsoft.com/office/drawing/2014/main" id="{F0E6CA2C-58C6-EC98-AD6E-48E4BF1E2088}"/>
              </a:ext>
            </a:extLst>
          </p:cNvPr>
          <p:cNvGrpSpPr/>
          <p:nvPr/>
        </p:nvGrpSpPr>
        <p:grpSpPr>
          <a:xfrm>
            <a:off x="554737" y="1207235"/>
            <a:ext cx="6004910" cy="1282812"/>
            <a:chOff x="554737" y="1533451"/>
            <a:chExt cx="6004910" cy="1282812"/>
          </a:xfrm>
        </p:grpSpPr>
        <p:pic>
          <p:nvPicPr>
            <p:cNvPr id="6" name="Graphic 5" descr="Tick with solid fill">
              <a:extLst>
                <a:ext uri="{FF2B5EF4-FFF2-40B4-BE49-F238E27FC236}">
                  <a16:creationId xmlns:a16="http://schemas.microsoft.com/office/drawing/2014/main" id="{8DDDA70F-2003-8ADD-21CB-4BCFC3A342FC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3777971" y="1870320"/>
              <a:ext cx="144000" cy="144000"/>
            </a:xfrm>
            <a:prstGeom prst="rect">
              <a:avLst/>
            </a:prstGeom>
          </p:spPr>
        </p:pic>
        <p:sp>
          <p:nvSpPr>
            <p:cNvPr id="25" name="TextBox 24">
              <a:extLst>
                <a:ext uri="{FF2B5EF4-FFF2-40B4-BE49-F238E27FC236}">
                  <a16:creationId xmlns:a16="http://schemas.microsoft.com/office/drawing/2014/main" id="{88ED4678-A212-9D55-CF1C-A5AEEB5C8D5A}"/>
                </a:ext>
              </a:extLst>
            </p:cNvPr>
            <p:cNvSpPr txBox="1">
              <a:spLocks/>
            </p:cNvSpPr>
            <p:nvPr/>
          </p:nvSpPr>
          <p:spPr>
            <a:xfrm>
              <a:off x="608167" y="1856886"/>
              <a:ext cx="1930425" cy="959377"/>
            </a:xfrm>
            <a:prstGeom prst="rect">
              <a:avLst/>
            </a:prstGeom>
          </p:spPr>
          <p:txBody>
            <a:bodyPr vert="horz" lIns="0" tIns="0" rIns="0" bIns="0" rtlCol="0">
              <a:noAutofit/>
            </a:bodyPr>
            <a:lstStyle>
              <a:lvl1pPr lvl="0" indent="0">
                <a:lnSpc>
                  <a:spcPct val="100000"/>
                </a:lnSpc>
                <a:spcBef>
                  <a:spcPts val="300"/>
                </a:spcBef>
                <a:spcAft>
                  <a:spcPts val="300"/>
                </a:spcAft>
                <a:buFont typeface="Segoe UI" panose="020B0502040204020203" pitchFamily="34" charset="0"/>
                <a:buChar char="​"/>
                <a:defRPr sz="1600">
                  <a:cs typeface="Arial" panose="020B0604020202020204" pitchFamily="34" charset="0"/>
                </a:defRPr>
              </a:lvl1pPr>
              <a:lvl2pPr marL="228600" lvl="1" indent="-225425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Font typeface="Wingdings" panose="05000000000000000000" pitchFamily="2" charset="2"/>
                <a:buChar char=""/>
                <a:defRPr sz="1600">
                  <a:cs typeface="Arial" panose="020B0604020202020204" pitchFamily="34" charset="0"/>
                </a:defRPr>
              </a:lvl2pPr>
              <a:lvl3pPr marL="515938" lvl="2" indent="-287338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Font typeface="Arial" panose="020B0604020202020204" pitchFamily="34" charset="0"/>
                <a:buChar char="—"/>
                <a:defRPr sz="1600">
                  <a:cs typeface="Arial" panose="020B0604020202020204" pitchFamily="34" charset="0"/>
                </a:defRPr>
              </a:lvl3pPr>
              <a:lvl4pPr marL="742950" lvl="3" indent="-182563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Font typeface="Arial" panose="020B0604020202020204" pitchFamily="34" charset="0"/>
                <a:buChar char="»"/>
                <a:defRPr sz="1600">
                  <a:cs typeface="Arial" panose="020B0604020202020204" pitchFamily="34" charset="0"/>
                </a:defRPr>
              </a:lvl4pPr>
              <a:lvl5pPr marL="914400" lvl="4" indent="-136525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SzPct val="100000"/>
                <a:buFont typeface="Arial" panose="020B0604020202020204" pitchFamily="34" charset="0"/>
                <a:buChar char="›"/>
                <a:defRPr sz="1600">
                  <a:cs typeface="Arial" panose="020B0604020202020204" pitchFamily="34" charset="0"/>
                </a:defRPr>
              </a:lvl5pPr>
              <a:lvl6pPr marL="1085850" indent="-171450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SzPct val="100000"/>
                <a:buFont typeface="Arial" panose="020B0604020202020204" pitchFamily="34" charset="0"/>
                <a:buChar char="▫"/>
                <a:defRPr sz="1600">
                  <a:cs typeface="Arial" panose="020B0604020202020204" pitchFamily="34" charset="0"/>
                </a:defRPr>
              </a:lvl6pPr>
              <a:lvl7pPr marL="1085850" indent="-171450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SzPct val="100000"/>
                <a:buFont typeface="Arial" panose="020B0604020202020204" pitchFamily="34" charset="0"/>
                <a:buChar char="▫"/>
                <a:defRPr sz="1600">
                  <a:cs typeface="Arial" panose="020B0604020202020204" pitchFamily="34" charset="0"/>
                </a:defRPr>
              </a:lvl7pPr>
              <a:lvl8pPr marL="1085850" indent="-171450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SzPct val="100000"/>
                <a:buFont typeface="Arial" panose="020B0604020202020204" pitchFamily="34" charset="0"/>
                <a:buChar char="▫"/>
                <a:defRPr sz="1600">
                  <a:cs typeface="Arial" panose="020B0604020202020204" pitchFamily="34" charset="0"/>
                </a:defRPr>
              </a:lvl8pPr>
              <a:lvl9pPr marL="1085850" indent="-171450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SzPct val="100000"/>
                <a:buFont typeface="Arial" panose="020B0604020202020204" pitchFamily="34" charset="0"/>
                <a:buChar char="▫"/>
                <a:defRPr sz="1600">
                  <a:cs typeface="Arial" panose="020B0604020202020204" pitchFamily="34" charset="0"/>
                </a:defRPr>
              </a:lvl9pPr>
            </a:lstStyle>
            <a:p>
              <a:pPr marL="3175" lvl="1" indent="0">
                <a:buNone/>
                <a:defRPr/>
              </a:pPr>
              <a:r>
                <a:rPr kumimoji="0" lang="en-GB" sz="1200" b="0" i="0" u="none" strike="noStrike" kern="1200" cap="none" spc="0" normalizeH="0" baseline="0" noProof="0" dirty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ea typeface="+mn-ea"/>
                  <a:cs typeface="Arial" panose="020B0604020202020204" pitchFamily="34" charset="0"/>
                </a:rPr>
                <a:t>Parody topic</a:t>
              </a:r>
              <a:br>
                <a:rPr kumimoji="0" lang="en-GB" sz="1200" b="0" i="0" u="none" strike="noStrike" kern="1200" cap="none" spc="0" normalizeH="0" baseline="0" noProof="0" dirty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ea typeface="+mn-ea"/>
                  <a:cs typeface="Arial" panose="020B0604020202020204" pitchFamily="34" charset="0"/>
                </a:rPr>
              </a:br>
              <a:r>
                <a:rPr kumimoji="0" lang="en-GB" sz="1200" b="0" i="0" u="none" strike="noStrike" kern="1200" cap="none" spc="0" normalizeH="0" baseline="0" noProof="0" dirty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ea typeface="+mn-ea"/>
                  <a:cs typeface="Arial" panose="020B0604020202020204" pitchFamily="34" charset="0"/>
                </a:rPr>
                <a:t>Syllables</a:t>
              </a:r>
              <a:br>
                <a:rPr kumimoji="0" lang="en-GB" sz="1200" b="0" i="0" u="none" strike="noStrike" kern="1200" cap="none" spc="0" normalizeH="0" baseline="0" noProof="0" dirty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ea typeface="+mn-ea"/>
                  <a:cs typeface="Arial" panose="020B0604020202020204" pitchFamily="34" charset="0"/>
                </a:rPr>
              </a:br>
              <a:r>
                <a:rPr kumimoji="0" lang="en-GB" sz="1200" b="0" i="0" u="none" strike="noStrike" kern="1200" cap="none" spc="0" normalizeH="0" baseline="0" noProof="0" dirty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ea typeface="+mn-ea"/>
                  <a:cs typeface="Arial" panose="020B0604020202020204" pitchFamily="34" charset="0"/>
                </a:rPr>
                <a:t>Stress patterns</a:t>
              </a:r>
              <a:br>
                <a:rPr kumimoji="0" lang="en-GB" sz="1200" b="0" i="0" u="none" strike="noStrike" kern="1200" cap="none" spc="0" normalizeH="0" baseline="0" noProof="0" dirty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ea typeface="+mn-ea"/>
                  <a:cs typeface="Arial" panose="020B0604020202020204" pitchFamily="34" charset="0"/>
                </a:rPr>
              </a:br>
              <a:r>
                <a:rPr lang="en-GB" sz="1200" dirty="0">
                  <a:solidFill>
                    <a:schemeClr val="bg1"/>
                  </a:solidFill>
                </a:rPr>
                <a:t>Internal rhyme patterns</a:t>
              </a:r>
              <a:endParaRPr kumimoji="0" lang="en-GB" sz="12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ea typeface="+mn-ea"/>
                <a:cs typeface="Arial" panose="020B0604020202020204" pitchFamily="34" charset="0"/>
              </a:endParaRPr>
            </a:p>
            <a:p>
              <a:pPr marL="3175" marR="0" lvl="1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ClrTx/>
                <a:buSzTx/>
                <a:buNone/>
                <a:tabLst/>
                <a:defRPr/>
              </a:pPr>
              <a:endPara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ea typeface="+mn-ea"/>
                <a:cs typeface="Arial" panose="020B0604020202020204" pitchFamily="34" charset="0"/>
              </a:endParaRPr>
            </a:p>
          </p:txBody>
        </p:sp>
        <p:sp>
          <p:nvSpPr>
            <p:cNvPr id="26" name="TextBox 25">
              <a:extLst>
                <a:ext uri="{FF2B5EF4-FFF2-40B4-BE49-F238E27FC236}">
                  <a16:creationId xmlns:a16="http://schemas.microsoft.com/office/drawing/2014/main" id="{221C455C-A9C9-46E9-EAB4-C17E28CA771F}"/>
                </a:ext>
              </a:extLst>
            </p:cNvPr>
            <p:cNvSpPr txBox="1">
              <a:spLocks/>
            </p:cNvSpPr>
            <p:nvPr/>
          </p:nvSpPr>
          <p:spPr>
            <a:xfrm>
              <a:off x="2507510" y="1856887"/>
              <a:ext cx="1578232" cy="872832"/>
            </a:xfrm>
            <a:prstGeom prst="rect">
              <a:avLst/>
            </a:prstGeom>
          </p:spPr>
          <p:txBody>
            <a:bodyPr vert="horz" lIns="0" tIns="0" rIns="0" bIns="0" rtlCol="0">
              <a:noAutofit/>
            </a:bodyPr>
            <a:lstStyle>
              <a:lvl1pPr lvl="0" indent="0">
                <a:lnSpc>
                  <a:spcPct val="100000"/>
                </a:lnSpc>
                <a:spcBef>
                  <a:spcPts val="300"/>
                </a:spcBef>
                <a:spcAft>
                  <a:spcPts val="300"/>
                </a:spcAft>
                <a:buFont typeface="Segoe UI" panose="020B0502040204020203" pitchFamily="34" charset="0"/>
                <a:buChar char="​"/>
                <a:defRPr sz="1600">
                  <a:cs typeface="Arial" panose="020B0604020202020204" pitchFamily="34" charset="0"/>
                </a:defRPr>
              </a:lvl1pPr>
              <a:lvl2pPr marL="228600" lvl="1" indent="-225425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Font typeface="Wingdings" panose="05000000000000000000" pitchFamily="2" charset="2"/>
                <a:buChar char=""/>
                <a:defRPr sz="1600">
                  <a:cs typeface="Arial" panose="020B0604020202020204" pitchFamily="34" charset="0"/>
                </a:defRPr>
              </a:lvl2pPr>
              <a:lvl3pPr marL="515938" lvl="2" indent="-287338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Font typeface="Arial" panose="020B0604020202020204" pitchFamily="34" charset="0"/>
                <a:buChar char="—"/>
                <a:defRPr sz="1600">
                  <a:cs typeface="Arial" panose="020B0604020202020204" pitchFamily="34" charset="0"/>
                </a:defRPr>
              </a:lvl3pPr>
              <a:lvl4pPr marL="742950" lvl="3" indent="-182563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Font typeface="Arial" panose="020B0604020202020204" pitchFamily="34" charset="0"/>
                <a:buChar char="»"/>
                <a:defRPr sz="1600">
                  <a:cs typeface="Arial" panose="020B0604020202020204" pitchFamily="34" charset="0"/>
                </a:defRPr>
              </a:lvl4pPr>
              <a:lvl5pPr marL="914400" lvl="4" indent="-136525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SzPct val="100000"/>
                <a:buFont typeface="Arial" panose="020B0604020202020204" pitchFamily="34" charset="0"/>
                <a:buChar char="›"/>
                <a:defRPr sz="1600">
                  <a:cs typeface="Arial" panose="020B0604020202020204" pitchFamily="34" charset="0"/>
                </a:defRPr>
              </a:lvl5pPr>
              <a:lvl6pPr marL="1085850" indent="-171450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SzPct val="100000"/>
                <a:buFont typeface="Arial" panose="020B0604020202020204" pitchFamily="34" charset="0"/>
                <a:buChar char="▫"/>
                <a:defRPr sz="1600">
                  <a:cs typeface="Arial" panose="020B0604020202020204" pitchFamily="34" charset="0"/>
                </a:defRPr>
              </a:lvl6pPr>
              <a:lvl7pPr marL="1085850" indent="-171450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SzPct val="100000"/>
                <a:buFont typeface="Arial" panose="020B0604020202020204" pitchFamily="34" charset="0"/>
                <a:buChar char="▫"/>
                <a:defRPr sz="1600">
                  <a:cs typeface="Arial" panose="020B0604020202020204" pitchFamily="34" charset="0"/>
                </a:defRPr>
              </a:lvl7pPr>
              <a:lvl8pPr marL="1085850" indent="-171450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SzPct val="100000"/>
                <a:buFont typeface="Arial" panose="020B0604020202020204" pitchFamily="34" charset="0"/>
                <a:buChar char="▫"/>
                <a:defRPr sz="1600">
                  <a:cs typeface="Arial" panose="020B0604020202020204" pitchFamily="34" charset="0"/>
                </a:defRPr>
              </a:lvl8pPr>
              <a:lvl9pPr marL="1085850" indent="-171450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SzPct val="100000"/>
                <a:buFont typeface="Arial" panose="020B0604020202020204" pitchFamily="34" charset="0"/>
                <a:buChar char="▫"/>
                <a:defRPr sz="1600">
                  <a:cs typeface="Arial" panose="020B0604020202020204" pitchFamily="34" charset="0"/>
                </a:defRPr>
              </a:lvl9pPr>
            </a:lstStyle>
            <a:p>
              <a:pPr marL="3175" lvl="1" indent="0">
                <a:buNone/>
                <a:defRPr/>
              </a:pPr>
              <a:r>
                <a:rPr lang="en-GB" sz="1200" dirty="0">
                  <a:solidFill>
                    <a:schemeClr val="bg1"/>
                  </a:solidFill>
                </a:rPr>
                <a:t>None</a:t>
              </a:r>
              <a:br>
                <a:rPr kumimoji="0" lang="en-GB" sz="1200" b="0" i="0" u="none" strike="noStrike" kern="1200" cap="none" spc="0" normalizeH="0" baseline="0" noProof="0" dirty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ea typeface="+mn-ea"/>
                  <a:cs typeface="Arial" panose="020B0604020202020204" pitchFamily="34" charset="0"/>
                </a:rPr>
              </a:br>
              <a:r>
                <a:rPr kumimoji="0" lang="en-GB" sz="1200" b="0" i="0" u="none" strike="noStrike" kern="1200" cap="none" spc="0" normalizeH="0" baseline="0" noProof="0" dirty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ea typeface="+mn-ea"/>
                  <a:cs typeface="Arial" panose="020B0604020202020204" pitchFamily="34" charset="0"/>
                </a:rPr>
                <a:t>Run-on sentences</a:t>
              </a:r>
              <a:br>
                <a:rPr kumimoji="0" lang="en-GB" sz="1200" b="0" i="0" u="none" strike="noStrike" kern="1200" cap="none" spc="0" normalizeH="0" baseline="0" noProof="0" dirty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ea typeface="+mn-ea"/>
                  <a:cs typeface="Arial" panose="020B0604020202020204" pitchFamily="34" charset="0"/>
                </a:rPr>
              </a:br>
              <a:r>
                <a:rPr kumimoji="0" lang="en-GB" sz="1200" b="0" i="0" u="none" strike="noStrike" kern="1200" cap="none" spc="0" normalizeH="0" baseline="0" noProof="0" dirty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ea typeface="+mn-ea"/>
                  <a:cs typeface="Arial" panose="020B0604020202020204" pitchFamily="34" charset="0"/>
                </a:rPr>
                <a:t>None</a:t>
              </a:r>
              <a:br>
                <a:rPr kumimoji="0" lang="en-GB" sz="1200" b="0" i="0" u="none" strike="noStrike" kern="1200" cap="none" spc="0" normalizeH="0" baseline="0" noProof="0" dirty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ea typeface="+mn-ea"/>
                  <a:cs typeface="Arial" panose="020B0604020202020204" pitchFamily="34" charset="0"/>
                </a:rPr>
              </a:br>
              <a:r>
                <a:rPr kumimoji="0" lang="en-GB" sz="1200" b="0" i="0" u="none" strike="noStrike" kern="1200" cap="none" spc="0" normalizeH="0" baseline="0" noProof="0" dirty="0" err="1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ea typeface="+mn-ea"/>
                  <a:cs typeface="Arial" panose="020B0604020202020204" pitchFamily="34" charset="0"/>
                </a:rPr>
                <a:t>None</a:t>
              </a:r>
              <a:endParaRPr kumimoji="0" lang="en-GB" sz="12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ea typeface="+mn-ea"/>
                <a:cs typeface="Arial" panose="020B0604020202020204" pitchFamily="34" charset="0"/>
              </a:endParaRPr>
            </a:p>
            <a:p>
              <a:pPr marL="3175" marR="0" lvl="1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ClrTx/>
                <a:buSzTx/>
                <a:buNone/>
                <a:tabLst/>
                <a:defRPr/>
              </a:pPr>
              <a:endPara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ea typeface="+mn-ea"/>
                <a:cs typeface="Arial" panose="020B0604020202020204" pitchFamily="34" charset="0"/>
              </a:endParaRPr>
            </a:p>
          </p:txBody>
        </p:sp>
        <p:sp>
          <p:nvSpPr>
            <p:cNvPr id="27" name="TextBox 26">
              <a:extLst>
                <a:ext uri="{FF2B5EF4-FFF2-40B4-BE49-F238E27FC236}">
                  <a16:creationId xmlns:a16="http://schemas.microsoft.com/office/drawing/2014/main" id="{7AE1AE48-6045-4D19-4C79-74C47951CB86}"/>
                </a:ext>
              </a:extLst>
            </p:cNvPr>
            <p:cNvSpPr txBox="1">
              <a:spLocks/>
            </p:cNvSpPr>
            <p:nvPr/>
          </p:nvSpPr>
          <p:spPr>
            <a:xfrm>
              <a:off x="3971691" y="1856886"/>
              <a:ext cx="2587956" cy="861879"/>
            </a:xfrm>
            <a:prstGeom prst="rect">
              <a:avLst/>
            </a:prstGeom>
          </p:spPr>
          <p:txBody>
            <a:bodyPr vert="horz" lIns="0" tIns="0" rIns="0" bIns="0" rtlCol="0">
              <a:noAutofit/>
            </a:bodyPr>
            <a:lstStyle>
              <a:lvl1pPr lvl="0" indent="0">
                <a:lnSpc>
                  <a:spcPct val="100000"/>
                </a:lnSpc>
                <a:spcBef>
                  <a:spcPts val="300"/>
                </a:spcBef>
                <a:spcAft>
                  <a:spcPts val="300"/>
                </a:spcAft>
                <a:buFont typeface="Segoe UI" panose="020B0502040204020203" pitchFamily="34" charset="0"/>
                <a:buChar char="​"/>
                <a:defRPr sz="1600">
                  <a:cs typeface="Arial" panose="020B0604020202020204" pitchFamily="34" charset="0"/>
                </a:defRPr>
              </a:lvl1pPr>
              <a:lvl2pPr marL="228600" lvl="1" indent="-225425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Font typeface="Wingdings" panose="05000000000000000000" pitchFamily="2" charset="2"/>
                <a:buChar char=""/>
                <a:defRPr sz="1600">
                  <a:cs typeface="Arial" panose="020B0604020202020204" pitchFamily="34" charset="0"/>
                </a:defRPr>
              </a:lvl2pPr>
              <a:lvl3pPr marL="515938" lvl="2" indent="-287338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Font typeface="Arial" panose="020B0604020202020204" pitchFamily="34" charset="0"/>
                <a:buChar char="—"/>
                <a:defRPr sz="1600">
                  <a:cs typeface="Arial" panose="020B0604020202020204" pitchFamily="34" charset="0"/>
                </a:defRPr>
              </a:lvl3pPr>
              <a:lvl4pPr marL="742950" lvl="3" indent="-182563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Font typeface="Arial" panose="020B0604020202020204" pitchFamily="34" charset="0"/>
                <a:buChar char="»"/>
                <a:defRPr sz="1600">
                  <a:cs typeface="Arial" panose="020B0604020202020204" pitchFamily="34" charset="0"/>
                </a:defRPr>
              </a:lvl4pPr>
              <a:lvl5pPr marL="914400" lvl="4" indent="-136525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SzPct val="100000"/>
                <a:buFont typeface="Arial" panose="020B0604020202020204" pitchFamily="34" charset="0"/>
                <a:buChar char="›"/>
                <a:defRPr sz="1600">
                  <a:cs typeface="Arial" panose="020B0604020202020204" pitchFamily="34" charset="0"/>
                </a:defRPr>
              </a:lvl5pPr>
              <a:lvl6pPr marL="1085850" indent="-171450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SzPct val="100000"/>
                <a:buFont typeface="Arial" panose="020B0604020202020204" pitchFamily="34" charset="0"/>
                <a:buChar char="▫"/>
                <a:defRPr sz="1600">
                  <a:cs typeface="Arial" panose="020B0604020202020204" pitchFamily="34" charset="0"/>
                </a:defRPr>
              </a:lvl6pPr>
              <a:lvl7pPr marL="1085850" indent="-171450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SzPct val="100000"/>
                <a:buFont typeface="Arial" panose="020B0604020202020204" pitchFamily="34" charset="0"/>
                <a:buChar char="▫"/>
                <a:defRPr sz="1600">
                  <a:cs typeface="Arial" panose="020B0604020202020204" pitchFamily="34" charset="0"/>
                </a:defRPr>
              </a:lvl7pPr>
              <a:lvl8pPr marL="1085850" indent="-171450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SzPct val="100000"/>
                <a:buFont typeface="Arial" panose="020B0604020202020204" pitchFamily="34" charset="0"/>
                <a:buChar char="▫"/>
                <a:defRPr sz="1600">
                  <a:cs typeface="Arial" panose="020B0604020202020204" pitchFamily="34" charset="0"/>
                </a:defRPr>
              </a:lvl8pPr>
              <a:lvl9pPr marL="1085850" indent="-171450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SzPct val="100000"/>
                <a:buFont typeface="Arial" panose="020B0604020202020204" pitchFamily="34" charset="0"/>
                <a:buChar char="▫"/>
                <a:defRPr sz="1600">
                  <a:cs typeface="Arial" panose="020B0604020202020204" pitchFamily="34" charset="0"/>
                </a:defRPr>
              </a:lvl9pPr>
            </a:lstStyle>
            <a:p>
              <a:pPr marL="3175" lvl="1" indent="0">
                <a:buNone/>
                <a:defRPr/>
              </a:pPr>
              <a:r>
                <a:rPr kumimoji="0" lang="en-GB" sz="1200" b="0" i="0" u="none" strike="noStrike" kern="1200" cap="none" spc="0" normalizeH="0" baseline="0" noProof="0" dirty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ea typeface="+mn-ea"/>
                  <a:cs typeface="Arial" panose="020B0604020202020204" pitchFamily="34" charset="0"/>
                </a:rPr>
                <a:t>Can stay on topic</a:t>
              </a:r>
              <a:br>
                <a:rPr kumimoji="0" lang="en-GB" sz="1200" b="0" i="0" u="none" strike="noStrike" kern="1200" cap="none" spc="0" normalizeH="0" baseline="0" noProof="0" dirty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ea typeface="+mn-ea"/>
                  <a:cs typeface="Arial" panose="020B0604020202020204" pitchFamily="34" charset="0"/>
                </a:rPr>
              </a:br>
              <a:r>
                <a:rPr kumimoji="0" lang="en-GB" sz="1200" b="0" i="0" u="none" strike="noStrike" kern="1200" cap="none" spc="0" normalizeH="0" baseline="0" noProof="0" dirty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ea typeface="+mn-ea"/>
                  <a:cs typeface="Arial" panose="020B0604020202020204" pitchFamily="34" charset="0"/>
                </a:rPr>
                <a:t>Count ~ matches</a:t>
              </a:r>
              <a:br>
                <a:rPr kumimoji="0" lang="en-GB" sz="1200" b="0" i="0" u="none" strike="noStrike" kern="1200" cap="none" spc="0" normalizeH="0" baseline="0" noProof="0" dirty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ea typeface="+mn-ea"/>
                  <a:cs typeface="Arial" panose="020B0604020202020204" pitchFamily="34" charset="0"/>
                </a:rPr>
              </a:br>
              <a:r>
                <a:rPr kumimoji="0" lang="en-GB" sz="1200" b="0" i="0" u="none" strike="noStrike" kern="1200" cap="none" spc="0" normalizeH="0" baseline="0" noProof="0" dirty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ea typeface="+mn-ea"/>
                  <a:cs typeface="Arial" panose="020B0604020202020204" pitchFamily="34" charset="0"/>
                </a:rPr>
                <a:t>Rhyme pattern appears</a:t>
              </a:r>
              <a:br>
                <a:rPr kumimoji="0" lang="en-GB" sz="1200" b="0" i="0" u="none" strike="noStrike" kern="1200" cap="none" spc="0" normalizeH="0" baseline="0" noProof="0" dirty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ea typeface="+mn-ea"/>
                  <a:cs typeface="Arial" panose="020B0604020202020204" pitchFamily="34" charset="0"/>
                </a:rPr>
              </a:br>
              <a:r>
                <a:rPr lang="en-GB" sz="1200" dirty="0">
                  <a:solidFill>
                    <a:schemeClr val="bg1"/>
                  </a:solidFill>
                </a:rPr>
                <a:t>Still absent</a:t>
              </a:r>
              <a:endParaRPr kumimoji="0" lang="en-GB" sz="12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ea typeface="+mn-ea"/>
                <a:cs typeface="Arial" panose="020B0604020202020204" pitchFamily="34" charset="0"/>
              </a:endParaRPr>
            </a:p>
            <a:p>
              <a:pPr marL="3175" marR="0" lvl="1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ClrTx/>
                <a:buSzTx/>
                <a:buNone/>
                <a:tabLst/>
                <a:defRPr/>
              </a:pPr>
              <a:endPara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ea typeface="+mn-ea"/>
                <a:cs typeface="Arial" panose="020B0604020202020204" pitchFamily="34" charset="0"/>
              </a:endParaRPr>
            </a:p>
          </p:txBody>
        </p:sp>
        <p:sp>
          <p:nvSpPr>
            <p:cNvPr id="29" name="TextBox 28">
              <a:extLst>
                <a:ext uri="{FF2B5EF4-FFF2-40B4-BE49-F238E27FC236}">
                  <a16:creationId xmlns:a16="http://schemas.microsoft.com/office/drawing/2014/main" id="{833D87CE-630B-035C-8185-0585AF56B22C}"/>
                </a:ext>
              </a:extLst>
            </p:cNvPr>
            <p:cNvSpPr txBox="1">
              <a:spLocks/>
            </p:cNvSpPr>
            <p:nvPr/>
          </p:nvSpPr>
          <p:spPr>
            <a:xfrm>
              <a:off x="608167" y="1581855"/>
              <a:ext cx="1930425" cy="223791"/>
            </a:xfrm>
            <a:prstGeom prst="rect">
              <a:avLst/>
            </a:prstGeom>
          </p:spPr>
          <p:txBody>
            <a:bodyPr vert="horz" lIns="0" tIns="0" rIns="0" bIns="0" rtlCol="0">
              <a:noAutofit/>
            </a:bodyPr>
            <a:lstStyle>
              <a:lvl1pPr lvl="0" indent="0">
                <a:lnSpc>
                  <a:spcPct val="100000"/>
                </a:lnSpc>
                <a:spcBef>
                  <a:spcPts val="300"/>
                </a:spcBef>
                <a:spcAft>
                  <a:spcPts val="300"/>
                </a:spcAft>
                <a:buFont typeface="Segoe UI" panose="020B0502040204020203" pitchFamily="34" charset="0"/>
                <a:buChar char="​"/>
                <a:defRPr sz="1600">
                  <a:cs typeface="Arial" panose="020B0604020202020204" pitchFamily="34" charset="0"/>
                </a:defRPr>
              </a:lvl1pPr>
              <a:lvl2pPr marL="228600" lvl="1" indent="-225425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Font typeface="Wingdings" panose="05000000000000000000" pitchFamily="2" charset="2"/>
                <a:buChar char=""/>
                <a:defRPr sz="1600">
                  <a:cs typeface="Arial" panose="020B0604020202020204" pitchFamily="34" charset="0"/>
                </a:defRPr>
              </a:lvl2pPr>
              <a:lvl3pPr marL="515938" lvl="2" indent="-287338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Font typeface="Arial" panose="020B0604020202020204" pitchFamily="34" charset="0"/>
                <a:buChar char="—"/>
                <a:defRPr sz="1600">
                  <a:cs typeface="Arial" panose="020B0604020202020204" pitchFamily="34" charset="0"/>
                </a:defRPr>
              </a:lvl3pPr>
              <a:lvl4pPr marL="742950" lvl="3" indent="-182563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Font typeface="Arial" panose="020B0604020202020204" pitchFamily="34" charset="0"/>
                <a:buChar char="»"/>
                <a:defRPr sz="1600">
                  <a:cs typeface="Arial" panose="020B0604020202020204" pitchFamily="34" charset="0"/>
                </a:defRPr>
              </a:lvl4pPr>
              <a:lvl5pPr marL="914400" lvl="4" indent="-136525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SzPct val="100000"/>
                <a:buFont typeface="Arial" panose="020B0604020202020204" pitchFamily="34" charset="0"/>
                <a:buChar char="›"/>
                <a:defRPr sz="1600">
                  <a:cs typeface="Arial" panose="020B0604020202020204" pitchFamily="34" charset="0"/>
                </a:defRPr>
              </a:lvl5pPr>
              <a:lvl6pPr marL="1085850" indent="-171450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SzPct val="100000"/>
                <a:buFont typeface="Arial" panose="020B0604020202020204" pitchFamily="34" charset="0"/>
                <a:buChar char="▫"/>
                <a:defRPr sz="1600">
                  <a:cs typeface="Arial" panose="020B0604020202020204" pitchFamily="34" charset="0"/>
                </a:defRPr>
              </a:lvl6pPr>
              <a:lvl7pPr marL="1085850" indent="-171450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SzPct val="100000"/>
                <a:buFont typeface="Arial" panose="020B0604020202020204" pitchFamily="34" charset="0"/>
                <a:buChar char="▫"/>
                <a:defRPr sz="1600">
                  <a:cs typeface="Arial" panose="020B0604020202020204" pitchFamily="34" charset="0"/>
                </a:defRPr>
              </a:lvl7pPr>
              <a:lvl8pPr marL="1085850" indent="-171450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SzPct val="100000"/>
                <a:buFont typeface="Arial" panose="020B0604020202020204" pitchFamily="34" charset="0"/>
                <a:buChar char="▫"/>
                <a:defRPr sz="1600">
                  <a:cs typeface="Arial" panose="020B0604020202020204" pitchFamily="34" charset="0"/>
                </a:defRPr>
              </a:lvl8pPr>
              <a:lvl9pPr marL="1085850" indent="-171450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SzPct val="100000"/>
                <a:buFont typeface="Arial" panose="020B0604020202020204" pitchFamily="34" charset="0"/>
                <a:buChar char="▫"/>
                <a:defRPr sz="1600">
                  <a:cs typeface="Arial" panose="020B0604020202020204" pitchFamily="34" charset="0"/>
                </a:defRPr>
              </a:lvl9pPr>
            </a:lstStyle>
            <a:p>
              <a:pPr marL="3175" lvl="1" indent="0">
                <a:buNone/>
                <a:defRPr/>
              </a:pPr>
              <a:r>
                <a:rPr kumimoji="0" lang="en-GB" sz="1400" b="1" i="0" u="none" strike="noStrike" kern="1200" cap="none" spc="0" normalizeH="0" baseline="0" noProof="0" dirty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ea typeface="+mn-ea"/>
                  <a:cs typeface="Arial" panose="020B0604020202020204" pitchFamily="34" charset="0"/>
                </a:rPr>
                <a:t>Criteria</a:t>
              </a:r>
            </a:p>
            <a:p>
              <a:pPr marL="3175" marR="0" lvl="1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ClrTx/>
                <a:buSzTx/>
                <a:buNone/>
                <a:tabLst/>
                <a:defRPr/>
              </a:pPr>
              <a:endParaRPr kumimoji="0" lang="en-US" sz="14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ea typeface="+mn-ea"/>
                <a:cs typeface="Arial" panose="020B0604020202020204" pitchFamily="34" charset="0"/>
              </a:endParaRPr>
            </a:p>
          </p:txBody>
        </p:sp>
        <p:sp>
          <p:nvSpPr>
            <p:cNvPr id="30" name="TextBox 29">
              <a:extLst>
                <a:ext uri="{FF2B5EF4-FFF2-40B4-BE49-F238E27FC236}">
                  <a16:creationId xmlns:a16="http://schemas.microsoft.com/office/drawing/2014/main" id="{4610D391-02C5-9E43-9298-248B46451880}"/>
                </a:ext>
              </a:extLst>
            </p:cNvPr>
            <p:cNvSpPr txBox="1">
              <a:spLocks/>
            </p:cNvSpPr>
            <p:nvPr/>
          </p:nvSpPr>
          <p:spPr>
            <a:xfrm>
              <a:off x="2294029" y="1581855"/>
              <a:ext cx="1930425" cy="223791"/>
            </a:xfrm>
            <a:prstGeom prst="rect">
              <a:avLst/>
            </a:prstGeom>
          </p:spPr>
          <p:txBody>
            <a:bodyPr vert="horz" lIns="0" tIns="0" rIns="0" bIns="0" rtlCol="0">
              <a:noAutofit/>
            </a:bodyPr>
            <a:lstStyle>
              <a:lvl1pPr lvl="0" indent="0">
                <a:lnSpc>
                  <a:spcPct val="100000"/>
                </a:lnSpc>
                <a:spcBef>
                  <a:spcPts val="300"/>
                </a:spcBef>
                <a:spcAft>
                  <a:spcPts val="300"/>
                </a:spcAft>
                <a:buFont typeface="Segoe UI" panose="020B0502040204020203" pitchFamily="34" charset="0"/>
                <a:buChar char="​"/>
                <a:defRPr sz="1600">
                  <a:cs typeface="Arial" panose="020B0604020202020204" pitchFamily="34" charset="0"/>
                </a:defRPr>
              </a:lvl1pPr>
              <a:lvl2pPr marL="228600" lvl="1" indent="-225425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Font typeface="Wingdings" panose="05000000000000000000" pitchFamily="2" charset="2"/>
                <a:buChar char=""/>
                <a:defRPr sz="1600">
                  <a:cs typeface="Arial" panose="020B0604020202020204" pitchFamily="34" charset="0"/>
                </a:defRPr>
              </a:lvl2pPr>
              <a:lvl3pPr marL="515938" lvl="2" indent="-287338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Font typeface="Arial" panose="020B0604020202020204" pitchFamily="34" charset="0"/>
                <a:buChar char="—"/>
                <a:defRPr sz="1600">
                  <a:cs typeface="Arial" panose="020B0604020202020204" pitchFamily="34" charset="0"/>
                </a:defRPr>
              </a:lvl3pPr>
              <a:lvl4pPr marL="742950" lvl="3" indent="-182563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Font typeface="Arial" panose="020B0604020202020204" pitchFamily="34" charset="0"/>
                <a:buChar char="»"/>
                <a:defRPr sz="1600">
                  <a:cs typeface="Arial" panose="020B0604020202020204" pitchFamily="34" charset="0"/>
                </a:defRPr>
              </a:lvl4pPr>
              <a:lvl5pPr marL="914400" lvl="4" indent="-136525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SzPct val="100000"/>
                <a:buFont typeface="Arial" panose="020B0604020202020204" pitchFamily="34" charset="0"/>
                <a:buChar char="›"/>
                <a:defRPr sz="1600">
                  <a:cs typeface="Arial" panose="020B0604020202020204" pitchFamily="34" charset="0"/>
                </a:defRPr>
              </a:lvl5pPr>
              <a:lvl6pPr marL="1085850" indent="-171450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SzPct val="100000"/>
                <a:buFont typeface="Arial" panose="020B0604020202020204" pitchFamily="34" charset="0"/>
                <a:buChar char="▫"/>
                <a:defRPr sz="1600">
                  <a:cs typeface="Arial" panose="020B0604020202020204" pitchFamily="34" charset="0"/>
                </a:defRPr>
              </a:lvl6pPr>
              <a:lvl7pPr marL="1085850" indent="-171450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SzPct val="100000"/>
                <a:buFont typeface="Arial" panose="020B0604020202020204" pitchFamily="34" charset="0"/>
                <a:buChar char="▫"/>
                <a:defRPr sz="1600">
                  <a:cs typeface="Arial" panose="020B0604020202020204" pitchFamily="34" charset="0"/>
                </a:defRPr>
              </a:lvl7pPr>
              <a:lvl8pPr marL="1085850" indent="-171450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SzPct val="100000"/>
                <a:buFont typeface="Arial" panose="020B0604020202020204" pitchFamily="34" charset="0"/>
                <a:buChar char="▫"/>
                <a:defRPr sz="1600">
                  <a:cs typeface="Arial" panose="020B0604020202020204" pitchFamily="34" charset="0"/>
                </a:defRPr>
              </a:lvl8pPr>
              <a:lvl9pPr marL="1085850" indent="-171450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SzPct val="100000"/>
                <a:buFont typeface="Arial" panose="020B0604020202020204" pitchFamily="34" charset="0"/>
                <a:buChar char="▫"/>
                <a:defRPr sz="1600">
                  <a:cs typeface="Arial" panose="020B0604020202020204" pitchFamily="34" charset="0"/>
                </a:defRPr>
              </a:lvl9pPr>
            </a:lstStyle>
            <a:p>
              <a:pPr marL="3175" lvl="1" indent="0">
                <a:buNone/>
                <a:defRPr/>
              </a:pPr>
              <a:r>
                <a:rPr kumimoji="0" lang="en-GB" sz="1400" b="1" i="0" u="none" strike="noStrike" kern="1200" cap="none" spc="0" normalizeH="0" baseline="0" noProof="0" dirty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ea typeface="+mn-ea"/>
                  <a:cs typeface="Arial" panose="020B0604020202020204" pitchFamily="34" charset="0"/>
                </a:rPr>
                <a:t>GPT-2 Baseline</a:t>
              </a:r>
            </a:p>
            <a:p>
              <a:pPr marL="3175" marR="0" lvl="1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ClrTx/>
                <a:buSzTx/>
                <a:buNone/>
                <a:tabLst/>
                <a:defRPr/>
              </a:pPr>
              <a:endParaRPr kumimoji="0" lang="en-US" sz="14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ea typeface="+mn-ea"/>
                <a:cs typeface="Arial" panose="020B0604020202020204" pitchFamily="34" charset="0"/>
              </a:endParaRPr>
            </a:p>
          </p:txBody>
        </p:sp>
        <p:sp>
          <p:nvSpPr>
            <p:cNvPr id="40" name="TextBox 39">
              <a:extLst>
                <a:ext uri="{FF2B5EF4-FFF2-40B4-BE49-F238E27FC236}">
                  <a16:creationId xmlns:a16="http://schemas.microsoft.com/office/drawing/2014/main" id="{CCF13705-B1FB-1AD1-D058-CEF39B85E82F}"/>
                </a:ext>
              </a:extLst>
            </p:cNvPr>
            <p:cNvSpPr txBox="1">
              <a:spLocks/>
            </p:cNvSpPr>
            <p:nvPr/>
          </p:nvSpPr>
          <p:spPr>
            <a:xfrm>
              <a:off x="3963539" y="1581855"/>
              <a:ext cx="1930425" cy="223791"/>
            </a:xfrm>
            <a:prstGeom prst="rect">
              <a:avLst/>
            </a:prstGeom>
          </p:spPr>
          <p:txBody>
            <a:bodyPr vert="horz" lIns="0" tIns="0" rIns="0" bIns="0" rtlCol="0">
              <a:noAutofit/>
            </a:bodyPr>
            <a:lstStyle>
              <a:lvl1pPr lvl="0" indent="0">
                <a:lnSpc>
                  <a:spcPct val="100000"/>
                </a:lnSpc>
                <a:spcBef>
                  <a:spcPts val="300"/>
                </a:spcBef>
                <a:spcAft>
                  <a:spcPts val="300"/>
                </a:spcAft>
                <a:buFont typeface="Segoe UI" panose="020B0502040204020203" pitchFamily="34" charset="0"/>
                <a:buChar char="​"/>
                <a:defRPr sz="1600">
                  <a:cs typeface="Arial" panose="020B0604020202020204" pitchFamily="34" charset="0"/>
                </a:defRPr>
              </a:lvl1pPr>
              <a:lvl2pPr marL="228600" lvl="1" indent="-225425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Font typeface="Wingdings" panose="05000000000000000000" pitchFamily="2" charset="2"/>
                <a:buChar char=""/>
                <a:defRPr sz="1600">
                  <a:cs typeface="Arial" panose="020B0604020202020204" pitchFamily="34" charset="0"/>
                </a:defRPr>
              </a:lvl2pPr>
              <a:lvl3pPr marL="515938" lvl="2" indent="-287338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Font typeface="Arial" panose="020B0604020202020204" pitchFamily="34" charset="0"/>
                <a:buChar char="—"/>
                <a:defRPr sz="1600">
                  <a:cs typeface="Arial" panose="020B0604020202020204" pitchFamily="34" charset="0"/>
                </a:defRPr>
              </a:lvl3pPr>
              <a:lvl4pPr marL="742950" lvl="3" indent="-182563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Font typeface="Arial" panose="020B0604020202020204" pitchFamily="34" charset="0"/>
                <a:buChar char="»"/>
                <a:defRPr sz="1600">
                  <a:cs typeface="Arial" panose="020B0604020202020204" pitchFamily="34" charset="0"/>
                </a:defRPr>
              </a:lvl4pPr>
              <a:lvl5pPr marL="914400" lvl="4" indent="-136525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SzPct val="100000"/>
                <a:buFont typeface="Arial" panose="020B0604020202020204" pitchFamily="34" charset="0"/>
                <a:buChar char="›"/>
                <a:defRPr sz="1600">
                  <a:cs typeface="Arial" panose="020B0604020202020204" pitchFamily="34" charset="0"/>
                </a:defRPr>
              </a:lvl5pPr>
              <a:lvl6pPr marL="1085850" indent="-171450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SzPct val="100000"/>
                <a:buFont typeface="Arial" panose="020B0604020202020204" pitchFamily="34" charset="0"/>
                <a:buChar char="▫"/>
                <a:defRPr sz="1600">
                  <a:cs typeface="Arial" panose="020B0604020202020204" pitchFamily="34" charset="0"/>
                </a:defRPr>
              </a:lvl6pPr>
              <a:lvl7pPr marL="1085850" indent="-171450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SzPct val="100000"/>
                <a:buFont typeface="Arial" panose="020B0604020202020204" pitchFamily="34" charset="0"/>
                <a:buChar char="▫"/>
                <a:defRPr sz="1600">
                  <a:cs typeface="Arial" panose="020B0604020202020204" pitchFamily="34" charset="0"/>
                </a:defRPr>
              </a:lvl7pPr>
              <a:lvl8pPr marL="1085850" indent="-171450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SzPct val="100000"/>
                <a:buFont typeface="Arial" panose="020B0604020202020204" pitchFamily="34" charset="0"/>
                <a:buChar char="▫"/>
                <a:defRPr sz="1600">
                  <a:cs typeface="Arial" panose="020B0604020202020204" pitchFamily="34" charset="0"/>
                </a:defRPr>
              </a:lvl8pPr>
              <a:lvl9pPr marL="1085850" indent="-171450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SzPct val="100000"/>
                <a:buFont typeface="Arial" panose="020B0604020202020204" pitchFamily="34" charset="0"/>
                <a:buChar char="▫"/>
                <a:defRPr sz="1600">
                  <a:cs typeface="Arial" panose="020B0604020202020204" pitchFamily="34" charset="0"/>
                </a:defRPr>
              </a:lvl9pPr>
            </a:lstStyle>
            <a:p>
              <a:pPr marL="3175" lvl="1" indent="0">
                <a:buNone/>
                <a:defRPr/>
              </a:pPr>
              <a:r>
                <a:rPr lang="en-GB" sz="1400" b="1" dirty="0">
                  <a:solidFill>
                    <a:schemeClr val="bg1"/>
                  </a:solidFill>
                </a:rPr>
                <a:t>Mockingbird</a:t>
              </a:r>
              <a:endParaRPr kumimoji="0" lang="en-GB" sz="14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ea typeface="+mn-ea"/>
                <a:cs typeface="Arial" panose="020B0604020202020204" pitchFamily="34" charset="0"/>
              </a:endParaRPr>
            </a:p>
            <a:p>
              <a:pPr marL="3175" marR="0" lvl="1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ClrTx/>
                <a:buSzTx/>
                <a:buNone/>
                <a:tabLst/>
                <a:defRPr/>
              </a:pPr>
              <a:endParaRPr kumimoji="0" lang="en-US" sz="14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ea typeface="+mn-ea"/>
                <a:cs typeface="Arial" panose="020B0604020202020204" pitchFamily="34" charset="0"/>
              </a:endParaRPr>
            </a:p>
          </p:txBody>
        </p:sp>
        <p:pic>
          <p:nvPicPr>
            <p:cNvPr id="50" name="Graphic 49" descr="Close with solid fill">
              <a:extLst>
                <a:ext uri="{FF2B5EF4-FFF2-40B4-BE49-F238E27FC236}">
                  <a16:creationId xmlns:a16="http://schemas.microsoft.com/office/drawing/2014/main" id="{6EFF57B0-8E86-CB7D-1042-44FE4E685E3D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>
              <a:off x="2294029" y="1886541"/>
              <a:ext cx="144000" cy="144000"/>
            </a:xfrm>
            <a:prstGeom prst="rect">
              <a:avLst/>
            </a:prstGeom>
          </p:spPr>
        </p:pic>
        <p:pic>
          <p:nvPicPr>
            <p:cNvPr id="51" name="Graphic 50" descr="Close with solid fill">
              <a:extLst>
                <a:ext uri="{FF2B5EF4-FFF2-40B4-BE49-F238E27FC236}">
                  <a16:creationId xmlns:a16="http://schemas.microsoft.com/office/drawing/2014/main" id="{F3F7D96E-91BB-0A9D-7822-93B7192FC0E4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>
              <a:off x="2294029" y="2071636"/>
              <a:ext cx="144000" cy="144000"/>
            </a:xfrm>
            <a:prstGeom prst="rect">
              <a:avLst/>
            </a:prstGeom>
          </p:spPr>
        </p:pic>
        <p:pic>
          <p:nvPicPr>
            <p:cNvPr id="52" name="Graphic 51" descr="Close with solid fill">
              <a:extLst>
                <a:ext uri="{FF2B5EF4-FFF2-40B4-BE49-F238E27FC236}">
                  <a16:creationId xmlns:a16="http://schemas.microsoft.com/office/drawing/2014/main" id="{CA837118-469A-ABDF-7B43-069CEFF37C83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>
              <a:off x="2294029" y="2256731"/>
              <a:ext cx="144000" cy="144000"/>
            </a:xfrm>
            <a:prstGeom prst="rect">
              <a:avLst/>
            </a:prstGeom>
          </p:spPr>
        </p:pic>
        <p:pic>
          <p:nvPicPr>
            <p:cNvPr id="53" name="Graphic 52" descr="Close with solid fill">
              <a:extLst>
                <a:ext uri="{FF2B5EF4-FFF2-40B4-BE49-F238E27FC236}">
                  <a16:creationId xmlns:a16="http://schemas.microsoft.com/office/drawing/2014/main" id="{7E533C7A-F352-EF06-9E98-8806DE589C1E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>
              <a:off x="2294029" y="2441827"/>
              <a:ext cx="144000" cy="144000"/>
            </a:xfrm>
            <a:prstGeom prst="rect">
              <a:avLst/>
            </a:prstGeom>
          </p:spPr>
        </p:pic>
        <p:pic>
          <p:nvPicPr>
            <p:cNvPr id="54" name="Graphic 53" descr="Tick with solid fill">
              <a:extLst>
                <a:ext uri="{FF2B5EF4-FFF2-40B4-BE49-F238E27FC236}">
                  <a16:creationId xmlns:a16="http://schemas.microsoft.com/office/drawing/2014/main" id="{E98D00C0-A14D-9DAA-9212-3F515A2B4CBB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3777971" y="2060822"/>
              <a:ext cx="144000" cy="144000"/>
            </a:xfrm>
            <a:prstGeom prst="rect">
              <a:avLst/>
            </a:prstGeom>
          </p:spPr>
        </p:pic>
        <p:pic>
          <p:nvPicPr>
            <p:cNvPr id="55" name="Graphic 54" descr="Tick with solid fill">
              <a:extLst>
                <a:ext uri="{FF2B5EF4-FFF2-40B4-BE49-F238E27FC236}">
                  <a16:creationId xmlns:a16="http://schemas.microsoft.com/office/drawing/2014/main" id="{BF0FCF80-277C-AFAB-828A-38CBBAD2ED31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3777971" y="2251324"/>
              <a:ext cx="144000" cy="144000"/>
            </a:xfrm>
            <a:prstGeom prst="rect">
              <a:avLst/>
            </a:prstGeom>
          </p:spPr>
        </p:pic>
        <p:cxnSp>
          <p:nvCxnSpPr>
            <p:cNvPr id="63" name="Straight Connector 62">
              <a:extLst>
                <a:ext uri="{FF2B5EF4-FFF2-40B4-BE49-F238E27FC236}">
                  <a16:creationId xmlns:a16="http://schemas.microsoft.com/office/drawing/2014/main" id="{94C4942A-1A8F-BF7F-C070-D00E5C313C90}"/>
                </a:ext>
              </a:extLst>
            </p:cNvPr>
            <p:cNvCxnSpPr>
              <a:cxnSpLocks/>
            </p:cNvCxnSpPr>
            <p:nvPr/>
          </p:nvCxnSpPr>
          <p:spPr>
            <a:xfrm>
              <a:off x="615572" y="1856886"/>
              <a:ext cx="5111897" cy="0"/>
            </a:xfrm>
            <a:prstGeom prst="line">
              <a:avLst/>
            </a:prstGeom>
            <a:ln w="6350" cap="flat">
              <a:solidFill>
                <a:schemeClr val="bg1"/>
              </a:solidFill>
              <a:miter lim="800000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93" name="Rectangle 92">
              <a:extLst>
                <a:ext uri="{FF2B5EF4-FFF2-40B4-BE49-F238E27FC236}">
                  <a16:creationId xmlns:a16="http://schemas.microsoft.com/office/drawing/2014/main" id="{1D241D1C-9132-6663-ACA3-075DC91D54FD}"/>
                </a:ext>
              </a:extLst>
            </p:cNvPr>
            <p:cNvSpPr/>
            <p:nvPr/>
          </p:nvSpPr>
          <p:spPr>
            <a:xfrm>
              <a:off x="554737" y="1533451"/>
              <a:ext cx="5247547" cy="1103892"/>
            </a:xfrm>
            <a:prstGeom prst="rect">
              <a:avLst/>
            </a:prstGeom>
            <a:noFill/>
            <a:ln w="6350" cap="sq">
              <a:solidFill>
                <a:schemeClr val="bg1"/>
              </a:solidFill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endParaRPr lang="en-GB" sz="1600" dirty="0" err="1">
                <a:solidFill>
                  <a:schemeClr val="bg1"/>
                </a:solidFill>
              </a:endParaRPr>
            </a:p>
          </p:txBody>
        </p:sp>
        <p:pic>
          <p:nvPicPr>
            <p:cNvPr id="106" name="Graphic 105" descr="Close with solid fill">
              <a:extLst>
                <a:ext uri="{FF2B5EF4-FFF2-40B4-BE49-F238E27FC236}">
                  <a16:creationId xmlns:a16="http://schemas.microsoft.com/office/drawing/2014/main" id="{33B1ABBB-B789-6700-4F64-69095B83C704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>
              <a:off x="3777533" y="2441827"/>
              <a:ext cx="144000" cy="144000"/>
            </a:xfrm>
            <a:prstGeom prst="rect">
              <a:avLst/>
            </a:prstGeom>
          </p:spPr>
        </p:pic>
      </p:grpSp>
      <p:sp>
        <p:nvSpPr>
          <p:cNvPr id="108" name="Title 57">
            <a:extLst>
              <a:ext uri="{FF2B5EF4-FFF2-40B4-BE49-F238E27FC236}">
                <a16:creationId xmlns:a16="http://schemas.microsoft.com/office/drawing/2014/main" id="{B697ECDE-D1F0-4F7A-F94B-5BA8CD4D77EE}"/>
              </a:ext>
            </a:extLst>
          </p:cNvPr>
          <p:cNvSpPr txBox="1">
            <a:spLocks/>
          </p:cNvSpPr>
          <p:nvPr/>
        </p:nvSpPr>
        <p:spPr>
          <a:xfrm>
            <a:off x="6530222" y="182372"/>
            <a:ext cx="5471992" cy="731520"/>
          </a:xfrm>
          <a:prstGeom prst="rect">
            <a:avLst/>
          </a:prstGeom>
        </p:spPr>
        <p:txBody>
          <a:bodyPr vert="horz" wrap="square" lIns="0" tIns="0" rIns="0" bIns="0" rtlCol="0" anchor="b" anchorCtr="0">
            <a:noAutofit/>
          </a:bodyPr>
          <a:lstStyle>
            <a:lvl1pPr algn="l" defTabSz="914400" rtl="0" eaLnBrk="1" latinLnBrk="0" hangingPunct="1">
              <a:lnSpc>
                <a:spcPct val="93000"/>
              </a:lnSpc>
              <a:spcBef>
                <a:spcPct val="0"/>
              </a:spcBef>
              <a:buNone/>
              <a:defRPr sz="2500" b="1" kern="1200" spc="0" baseline="0">
                <a:ln w="6350" cap="flat">
                  <a:noFill/>
                  <a:miter lim="800000"/>
                </a:ln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GB" dirty="0">
                <a:solidFill>
                  <a:schemeClr val="tx1"/>
                </a:solidFill>
              </a:rPr>
              <a:t>Future work: better rhyme, prompting and humour</a:t>
            </a:r>
          </a:p>
        </p:txBody>
      </p:sp>
      <p:grpSp>
        <p:nvGrpSpPr>
          <p:cNvPr id="111" name="Group 110">
            <a:extLst>
              <a:ext uri="{FF2B5EF4-FFF2-40B4-BE49-F238E27FC236}">
                <a16:creationId xmlns:a16="http://schemas.microsoft.com/office/drawing/2014/main" id="{D6C4931A-E65D-A9D0-EF78-669399267694}"/>
              </a:ext>
            </a:extLst>
          </p:cNvPr>
          <p:cNvGrpSpPr/>
          <p:nvPr/>
        </p:nvGrpSpPr>
        <p:grpSpPr>
          <a:xfrm>
            <a:off x="6863548" y="1466707"/>
            <a:ext cx="373446" cy="425835"/>
            <a:chOff x="5905490" y="3288915"/>
            <a:chExt cx="373446" cy="425835"/>
          </a:xfrm>
          <a:noFill/>
        </p:grpSpPr>
        <p:sp>
          <p:nvSpPr>
            <p:cNvPr id="112" name="Free-form: Shape 111">
              <a:extLst>
                <a:ext uri="{FF2B5EF4-FFF2-40B4-BE49-F238E27FC236}">
                  <a16:creationId xmlns:a16="http://schemas.microsoft.com/office/drawing/2014/main" id="{24101D95-9EB9-D526-40A6-5DCC30A09DEE}"/>
                </a:ext>
              </a:extLst>
            </p:cNvPr>
            <p:cNvSpPr/>
            <p:nvPr/>
          </p:nvSpPr>
          <p:spPr>
            <a:xfrm>
              <a:off x="5905490" y="3324205"/>
              <a:ext cx="200024" cy="19050"/>
            </a:xfrm>
            <a:custGeom>
              <a:avLst/>
              <a:gdLst>
                <a:gd name="connsiteX0" fmla="*/ 0 w 200024"/>
                <a:gd name="connsiteY0" fmla="*/ 0 h 19050"/>
                <a:gd name="connsiteX1" fmla="*/ 200025 w 200024"/>
                <a:gd name="connsiteY1" fmla="*/ 0 h 19050"/>
                <a:gd name="connsiteX2" fmla="*/ 200025 w 200024"/>
                <a:gd name="connsiteY2" fmla="*/ 19050 h 19050"/>
                <a:gd name="connsiteX3" fmla="*/ 0 w 200024"/>
                <a:gd name="connsiteY3" fmla="*/ 19050 h 190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0024" h="19050">
                  <a:moveTo>
                    <a:pt x="0" y="0"/>
                  </a:moveTo>
                  <a:lnTo>
                    <a:pt x="200025" y="0"/>
                  </a:lnTo>
                  <a:lnTo>
                    <a:pt x="200025" y="19050"/>
                  </a:lnTo>
                  <a:lnTo>
                    <a:pt x="0" y="19050"/>
                  </a:lnTo>
                  <a:close/>
                </a:path>
              </a:pathLst>
            </a:custGeom>
            <a:grpFill/>
            <a:ln w="9525" cap="flat">
              <a:solidFill>
                <a:schemeClr val="tx1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113" name="Free-form: Shape 112">
              <a:extLst>
                <a:ext uri="{FF2B5EF4-FFF2-40B4-BE49-F238E27FC236}">
                  <a16:creationId xmlns:a16="http://schemas.microsoft.com/office/drawing/2014/main" id="{40F38B0E-79D4-E1BA-99F6-8B1A8EB76ADB}"/>
                </a:ext>
              </a:extLst>
            </p:cNvPr>
            <p:cNvSpPr/>
            <p:nvPr/>
          </p:nvSpPr>
          <p:spPr>
            <a:xfrm>
              <a:off x="5905490" y="3438505"/>
              <a:ext cx="200024" cy="19050"/>
            </a:xfrm>
            <a:custGeom>
              <a:avLst/>
              <a:gdLst>
                <a:gd name="connsiteX0" fmla="*/ 0 w 200024"/>
                <a:gd name="connsiteY0" fmla="*/ 0 h 19050"/>
                <a:gd name="connsiteX1" fmla="*/ 200025 w 200024"/>
                <a:gd name="connsiteY1" fmla="*/ 0 h 19050"/>
                <a:gd name="connsiteX2" fmla="*/ 200025 w 200024"/>
                <a:gd name="connsiteY2" fmla="*/ 19050 h 19050"/>
                <a:gd name="connsiteX3" fmla="*/ 0 w 200024"/>
                <a:gd name="connsiteY3" fmla="*/ 19050 h 190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0024" h="19050">
                  <a:moveTo>
                    <a:pt x="0" y="0"/>
                  </a:moveTo>
                  <a:lnTo>
                    <a:pt x="200025" y="0"/>
                  </a:lnTo>
                  <a:lnTo>
                    <a:pt x="200025" y="19050"/>
                  </a:lnTo>
                  <a:lnTo>
                    <a:pt x="0" y="19050"/>
                  </a:lnTo>
                  <a:close/>
                </a:path>
              </a:pathLst>
            </a:custGeom>
            <a:grpFill/>
            <a:ln w="9525" cap="flat">
              <a:solidFill>
                <a:schemeClr val="tx1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114" name="Free-form: Shape 113">
              <a:extLst>
                <a:ext uri="{FF2B5EF4-FFF2-40B4-BE49-F238E27FC236}">
                  <a16:creationId xmlns:a16="http://schemas.microsoft.com/office/drawing/2014/main" id="{6A28C787-22F8-D7C7-42F8-00713B0C0FFC}"/>
                </a:ext>
              </a:extLst>
            </p:cNvPr>
            <p:cNvSpPr/>
            <p:nvPr/>
          </p:nvSpPr>
          <p:spPr>
            <a:xfrm>
              <a:off x="5905490" y="3552805"/>
              <a:ext cx="200024" cy="19050"/>
            </a:xfrm>
            <a:custGeom>
              <a:avLst/>
              <a:gdLst>
                <a:gd name="connsiteX0" fmla="*/ 0 w 200024"/>
                <a:gd name="connsiteY0" fmla="*/ 0 h 19050"/>
                <a:gd name="connsiteX1" fmla="*/ 200025 w 200024"/>
                <a:gd name="connsiteY1" fmla="*/ 0 h 19050"/>
                <a:gd name="connsiteX2" fmla="*/ 200025 w 200024"/>
                <a:gd name="connsiteY2" fmla="*/ 19050 h 19050"/>
                <a:gd name="connsiteX3" fmla="*/ 0 w 200024"/>
                <a:gd name="connsiteY3" fmla="*/ 19050 h 190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0024" h="19050">
                  <a:moveTo>
                    <a:pt x="0" y="0"/>
                  </a:moveTo>
                  <a:lnTo>
                    <a:pt x="200025" y="0"/>
                  </a:lnTo>
                  <a:lnTo>
                    <a:pt x="200025" y="19050"/>
                  </a:lnTo>
                  <a:lnTo>
                    <a:pt x="0" y="19050"/>
                  </a:lnTo>
                  <a:close/>
                </a:path>
              </a:pathLst>
            </a:custGeom>
            <a:grpFill/>
            <a:ln w="9525" cap="flat">
              <a:solidFill>
                <a:schemeClr val="tx1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115" name="Free-form: Shape 114">
              <a:extLst>
                <a:ext uri="{FF2B5EF4-FFF2-40B4-BE49-F238E27FC236}">
                  <a16:creationId xmlns:a16="http://schemas.microsoft.com/office/drawing/2014/main" id="{34DC33CA-7BB5-26C6-FAF3-D035AFD399F0}"/>
                </a:ext>
              </a:extLst>
            </p:cNvPr>
            <p:cNvSpPr/>
            <p:nvPr/>
          </p:nvSpPr>
          <p:spPr>
            <a:xfrm>
              <a:off x="5905490" y="3667105"/>
              <a:ext cx="200024" cy="19050"/>
            </a:xfrm>
            <a:custGeom>
              <a:avLst/>
              <a:gdLst>
                <a:gd name="connsiteX0" fmla="*/ 0 w 200024"/>
                <a:gd name="connsiteY0" fmla="*/ 0 h 19050"/>
                <a:gd name="connsiteX1" fmla="*/ 200025 w 200024"/>
                <a:gd name="connsiteY1" fmla="*/ 0 h 19050"/>
                <a:gd name="connsiteX2" fmla="*/ 200025 w 200024"/>
                <a:gd name="connsiteY2" fmla="*/ 19050 h 19050"/>
                <a:gd name="connsiteX3" fmla="*/ 0 w 200024"/>
                <a:gd name="connsiteY3" fmla="*/ 19050 h 190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0024" h="19050">
                  <a:moveTo>
                    <a:pt x="0" y="0"/>
                  </a:moveTo>
                  <a:lnTo>
                    <a:pt x="200025" y="0"/>
                  </a:lnTo>
                  <a:lnTo>
                    <a:pt x="200025" y="19050"/>
                  </a:lnTo>
                  <a:lnTo>
                    <a:pt x="0" y="19050"/>
                  </a:lnTo>
                  <a:close/>
                </a:path>
              </a:pathLst>
            </a:custGeom>
            <a:grpFill/>
            <a:ln w="9525" cap="flat">
              <a:solidFill>
                <a:schemeClr val="tx1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116" name="Free-form: Shape 115">
              <a:extLst>
                <a:ext uri="{FF2B5EF4-FFF2-40B4-BE49-F238E27FC236}">
                  <a16:creationId xmlns:a16="http://schemas.microsoft.com/office/drawing/2014/main" id="{47E3C9C7-5C05-BE44-D600-56FECB4A1DA4}"/>
                </a:ext>
              </a:extLst>
            </p:cNvPr>
            <p:cNvSpPr/>
            <p:nvPr/>
          </p:nvSpPr>
          <p:spPr>
            <a:xfrm>
              <a:off x="6189268" y="3288915"/>
              <a:ext cx="89668" cy="89668"/>
            </a:xfrm>
            <a:custGeom>
              <a:avLst/>
              <a:gdLst>
                <a:gd name="connsiteX0" fmla="*/ 13468 w 89668"/>
                <a:gd name="connsiteY0" fmla="*/ 0 h 89668"/>
                <a:gd name="connsiteX1" fmla="*/ 44834 w 89668"/>
                <a:gd name="connsiteY1" fmla="*/ 31366 h 89668"/>
                <a:gd name="connsiteX2" fmla="*/ 76200 w 89668"/>
                <a:gd name="connsiteY2" fmla="*/ 0 h 89668"/>
                <a:gd name="connsiteX3" fmla="*/ 89668 w 89668"/>
                <a:gd name="connsiteY3" fmla="*/ 13468 h 89668"/>
                <a:gd name="connsiteX4" fmla="*/ 58303 w 89668"/>
                <a:gd name="connsiteY4" fmla="*/ 44834 h 89668"/>
                <a:gd name="connsiteX5" fmla="*/ 89668 w 89668"/>
                <a:gd name="connsiteY5" fmla="*/ 76200 h 89668"/>
                <a:gd name="connsiteX6" fmla="*/ 76200 w 89668"/>
                <a:gd name="connsiteY6" fmla="*/ 89668 h 89668"/>
                <a:gd name="connsiteX7" fmla="*/ 44834 w 89668"/>
                <a:gd name="connsiteY7" fmla="*/ 58303 h 89668"/>
                <a:gd name="connsiteX8" fmla="*/ 13468 w 89668"/>
                <a:gd name="connsiteY8" fmla="*/ 89668 h 89668"/>
                <a:gd name="connsiteX9" fmla="*/ 0 w 89668"/>
                <a:gd name="connsiteY9" fmla="*/ 76200 h 89668"/>
                <a:gd name="connsiteX10" fmla="*/ 31366 w 89668"/>
                <a:gd name="connsiteY10" fmla="*/ 44834 h 89668"/>
                <a:gd name="connsiteX11" fmla="*/ 0 w 89668"/>
                <a:gd name="connsiteY11" fmla="*/ 13468 h 89668"/>
                <a:gd name="connsiteX12" fmla="*/ 13468 w 89668"/>
                <a:gd name="connsiteY12" fmla="*/ 0 h 896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89668" h="89668">
                  <a:moveTo>
                    <a:pt x="13468" y="0"/>
                  </a:moveTo>
                  <a:lnTo>
                    <a:pt x="44834" y="31366"/>
                  </a:lnTo>
                  <a:lnTo>
                    <a:pt x="76200" y="0"/>
                  </a:lnTo>
                  <a:lnTo>
                    <a:pt x="89668" y="13468"/>
                  </a:lnTo>
                  <a:lnTo>
                    <a:pt x="58303" y="44834"/>
                  </a:lnTo>
                  <a:lnTo>
                    <a:pt x="89668" y="76200"/>
                  </a:lnTo>
                  <a:lnTo>
                    <a:pt x="76200" y="89668"/>
                  </a:lnTo>
                  <a:lnTo>
                    <a:pt x="44834" y="58303"/>
                  </a:lnTo>
                  <a:lnTo>
                    <a:pt x="13468" y="89668"/>
                  </a:lnTo>
                  <a:lnTo>
                    <a:pt x="0" y="76200"/>
                  </a:lnTo>
                  <a:lnTo>
                    <a:pt x="31366" y="44834"/>
                  </a:lnTo>
                  <a:lnTo>
                    <a:pt x="0" y="13468"/>
                  </a:lnTo>
                  <a:lnTo>
                    <a:pt x="13468" y="0"/>
                  </a:lnTo>
                  <a:close/>
                </a:path>
              </a:pathLst>
            </a:custGeom>
            <a:grpFill/>
            <a:ln w="9525" cap="flat">
              <a:solidFill>
                <a:schemeClr val="tx1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117" name="Free-form: Shape 116">
              <a:extLst>
                <a:ext uri="{FF2B5EF4-FFF2-40B4-BE49-F238E27FC236}">
                  <a16:creationId xmlns:a16="http://schemas.microsoft.com/office/drawing/2014/main" id="{292F904D-DD3C-B81C-4304-BD38C9F13AA3}"/>
                </a:ext>
              </a:extLst>
            </p:cNvPr>
            <p:cNvSpPr/>
            <p:nvPr/>
          </p:nvSpPr>
          <p:spPr>
            <a:xfrm>
              <a:off x="6189268" y="3403215"/>
              <a:ext cx="89668" cy="89668"/>
            </a:xfrm>
            <a:custGeom>
              <a:avLst/>
              <a:gdLst>
                <a:gd name="connsiteX0" fmla="*/ 13468 w 89668"/>
                <a:gd name="connsiteY0" fmla="*/ 0 h 89668"/>
                <a:gd name="connsiteX1" fmla="*/ 44834 w 89668"/>
                <a:gd name="connsiteY1" fmla="*/ 31366 h 89668"/>
                <a:gd name="connsiteX2" fmla="*/ 76200 w 89668"/>
                <a:gd name="connsiteY2" fmla="*/ 0 h 89668"/>
                <a:gd name="connsiteX3" fmla="*/ 89668 w 89668"/>
                <a:gd name="connsiteY3" fmla="*/ 13468 h 89668"/>
                <a:gd name="connsiteX4" fmla="*/ 58303 w 89668"/>
                <a:gd name="connsiteY4" fmla="*/ 44834 h 89668"/>
                <a:gd name="connsiteX5" fmla="*/ 89668 w 89668"/>
                <a:gd name="connsiteY5" fmla="*/ 76200 h 89668"/>
                <a:gd name="connsiteX6" fmla="*/ 76200 w 89668"/>
                <a:gd name="connsiteY6" fmla="*/ 89668 h 89668"/>
                <a:gd name="connsiteX7" fmla="*/ 44834 w 89668"/>
                <a:gd name="connsiteY7" fmla="*/ 58303 h 89668"/>
                <a:gd name="connsiteX8" fmla="*/ 13468 w 89668"/>
                <a:gd name="connsiteY8" fmla="*/ 89668 h 89668"/>
                <a:gd name="connsiteX9" fmla="*/ 0 w 89668"/>
                <a:gd name="connsiteY9" fmla="*/ 76200 h 89668"/>
                <a:gd name="connsiteX10" fmla="*/ 31366 w 89668"/>
                <a:gd name="connsiteY10" fmla="*/ 44834 h 89668"/>
                <a:gd name="connsiteX11" fmla="*/ 0 w 89668"/>
                <a:gd name="connsiteY11" fmla="*/ 13468 h 89668"/>
                <a:gd name="connsiteX12" fmla="*/ 13468 w 89668"/>
                <a:gd name="connsiteY12" fmla="*/ 0 h 896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89668" h="89668">
                  <a:moveTo>
                    <a:pt x="13468" y="0"/>
                  </a:moveTo>
                  <a:lnTo>
                    <a:pt x="44834" y="31366"/>
                  </a:lnTo>
                  <a:lnTo>
                    <a:pt x="76200" y="0"/>
                  </a:lnTo>
                  <a:lnTo>
                    <a:pt x="89668" y="13468"/>
                  </a:lnTo>
                  <a:lnTo>
                    <a:pt x="58303" y="44834"/>
                  </a:lnTo>
                  <a:lnTo>
                    <a:pt x="89668" y="76200"/>
                  </a:lnTo>
                  <a:lnTo>
                    <a:pt x="76200" y="89668"/>
                  </a:lnTo>
                  <a:lnTo>
                    <a:pt x="44834" y="58303"/>
                  </a:lnTo>
                  <a:lnTo>
                    <a:pt x="13468" y="89668"/>
                  </a:lnTo>
                  <a:lnTo>
                    <a:pt x="0" y="76200"/>
                  </a:lnTo>
                  <a:lnTo>
                    <a:pt x="31366" y="44834"/>
                  </a:lnTo>
                  <a:lnTo>
                    <a:pt x="0" y="13468"/>
                  </a:lnTo>
                  <a:lnTo>
                    <a:pt x="13468" y="0"/>
                  </a:lnTo>
                  <a:close/>
                </a:path>
              </a:pathLst>
            </a:custGeom>
            <a:grpFill/>
            <a:ln w="9525" cap="flat">
              <a:solidFill>
                <a:schemeClr val="tx1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118" name="Free-form: Shape 117">
              <a:extLst>
                <a:ext uri="{FF2B5EF4-FFF2-40B4-BE49-F238E27FC236}">
                  <a16:creationId xmlns:a16="http://schemas.microsoft.com/office/drawing/2014/main" id="{5E458A71-7729-45EB-4200-3D1BE364314B}"/>
                </a:ext>
              </a:extLst>
            </p:cNvPr>
            <p:cNvSpPr/>
            <p:nvPr/>
          </p:nvSpPr>
          <p:spPr>
            <a:xfrm>
              <a:off x="6191250" y="3524250"/>
              <a:ext cx="76200" cy="76200"/>
            </a:xfrm>
            <a:custGeom>
              <a:avLst/>
              <a:gdLst>
                <a:gd name="connsiteX0" fmla="*/ 76200 w 76200"/>
                <a:gd name="connsiteY0" fmla="*/ 0 h 76200"/>
                <a:gd name="connsiteX1" fmla="*/ 0 w 76200"/>
                <a:gd name="connsiteY1" fmla="*/ 0 h 76200"/>
                <a:gd name="connsiteX2" fmla="*/ 0 w 76200"/>
                <a:gd name="connsiteY2" fmla="*/ 76200 h 76200"/>
                <a:gd name="connsiteX3" fmla="*/ 76200 w 76200"/>
                <a:gd name="connsiteY3" fmla="*/ 76200 h 76200"/>
                <a:gd name="connsiteX4" fmla="*/ 57150 w 76200"/>
                <a:gd name="connsiteY4" fmla="*/ 57150 h 76200"/>
                <a:gd name="connsiteX5" fmla="*/ 19050 w 76200"/>
                <a:gd name="connsiteY5" fmla="*/ 57150 h 76200"/>
                <a:gd name="connsiteX6" fmla="*/ 19050 w 76200"/>
                <a:gd name="connsiteY6" fmla="*/ 19050 h 76200"/>
                <a:gd name="connsiteX7" fmla="*/ 57150 w 76200"/>
                <a:gd name="connsiteY7" fmla="*/ 19050 h 762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76200" h="76200">
                  <a:moveTo>
                    <a:pt x="76200" y="0"/>
                  </a:moveTo>
                  <a:lnTo>
                    <a:pt x="0" y="0"/>
                  </a:lnTo>
                  <a:lnTo>
                    <a:pt x="0" y="76200"/>
                  </a:lnTo>
                  <a:lnTo>
                    <a:pt x="76200" y="76200"/>
                  </a:lnTo>
                  <a:close/>
                  <a:moveTo>
                    <a:pt x="57150" y="57150"/>
                  </a:moveTo>
                  <a:lnTo>
                    <a:pt x="19050" y="57150"/>
                  </a:lnTo>
                  <a:lnTo>
                    <a:pt x="19050" y="19050"/>
                  </a:lnTo>
                  <a:lnTo>
                    <a:pt x="57150" y="19050"/>
                  </a:lnTo>
                  <a:close/>
                </a:path>
              </a:pathLst>
            </a:custGeom>
            <a:grpFill/>
            <a:ln w="9525" cap="flat">
              <a:solidFill>
                <a:schemeClr val="tx1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119" name="Free-form: Shape 118">
              <a:extLst>
                <a:ext uri="{FF2B5EF4-FFF2-40B4-BE49-F238E27FC236}">
                  <a16:creationId xmlns:a16="http://schemas.microsoft.com/office/drawing/2014/main" id="{1ACF2DD1-F926-728E-09C0-EE61B7C064C4}"/>
                </a:ext>
              </a:extLst>
            </p:cNvPr>
            <p:cNvSpPr/>
            <p:nvPr/>
          </p:nvSpPr>
          <p:spPr>
            <a:xfrm>
              <a:off x="6191250" y="3638550"/>
              <a:ext cx="76200" cy="76200"/>
            </a:xfrm>
            <a:custGeom>
              <a:avLst/>
              <a:gdLst>
                <a:gd name="connsiteX0" fmla="*/ 76200 w 76200"/>
                <a:gd name="connsiteY0" fmla="*/ 0 h 76200"/>
                <a:gd name="connsiteX1" fmla="*/ 0 w 76200"/>
                <a:gd name="connsiteY1" fmla="*/ 0 h 76200"/>
                <a:gd name="connsiteX2" fmla="*/ 0 w 76200"/>
                <a:gd name="connsiteY2" fmla="*/ 76200 h 76200"/>
                <a:gd name="connsiteX3" fmla="*/ 76200 w 76200"/>
                <a:gd name="connsiteY3" fmla="*/ 76200 h 76200"/>
                <a:gd name="connsiteX4" fmla="*/ 57150 w 76200"/>
                <a:gd name="connsiteY4" fmla="*/ 57150 h 76200"/>
                <a:gd name="connsiteX5" fmla="*/ 19050 w 76200"/>
                <a:gd name="connsiteY5" fmla="*/ 57150 h 76200"/>
                <a:gd name="connsiteX6" fmla="*/ 19050 w 76200"/>
                <a:gd name="connsiteY6" fmla="*/ 19050 h 76200"/>
                <a:gd name="connsiteX7" fmla="*/ 57150 w 76200"/>
                <a:gd name="connsiteY7" fmla="*/ 19050 h 762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76200" h="76200">
                  <a:moveTo>
                    <a:pt x="76200" y="0"/>
                  </a:moveTo>
                  <a:lnTo>
                    <a:pt x="0" y="0"/>
                  </a:lnTo>
                  <a:lnTo>
                    <a:pt x="0" y="76200"/>
                  </a:lnTo>
                  <a:lnTo>
                    <a:pt x="76200" y="76200"/>
                  </a:lnTo>
                  <a:close/>
                  <a:moveTo>
                    <a:pt x="57150" y="57150"/>
                  </a:moveTo>
                  <a:lnTo>
                    <a:pt x="19050" y="57150"/>
                  </a:lnTo>
                  <a:lnTo>
                    <a:pt x="19050" y="19050"/>
                  </a:lnTo>
                  <a:lnTo>
                    <a:pt x="57150" y="19050"/>
                  </a:lnTo>
                  <a:close/>
                </a:path>
              </a:pathLst>
            </a:custGeom>
            <a:grpFill/>
            <a:ln w="9525" cap="flat">
              <a:solidFill>
                <a:schemeClr val="tx1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</p:grpSp>
      <p:sp>
        <p:nvSpPr>
          <p:cNvPr id="120" name="TextBox 119">
            <a:extLst>
              <a:ext uri="{FF2B5EF4-FFF2-40B4-BE49-F238E27FC236}">
                <a16:creationId xmlns:a16="http://schemas.microsoft.com/office/drawing/2014/main" id="{8726B251-5410-63E5-79FC-33B6B115EF2B}"/>
              </a:ext>
            </a:extLst>
          </p:cNvPr>
          <p:cNvSpPr txBox="1">
            <a:spLocks/>
          </p:cNvSpPr>
          <p:nvPr/>
        </p:nvSpPr>
        <p:spPr>
          <a:xfrm>
            <a:off x="6530222" y="1934741"/>
            <a:ext cx="1104256" cy="223791"/>
          </a:xfrm>
          <a:prstGeom prst="rect">
            <a:avLst/>
          </a:prstGeom>
          <a:noFill/>
          <a:ln>
            <a:noFill/>
          </a:ln>
        </p:spPr>
        <p:txBody>
          <a:bodyPr vert="horz" lIns="0" tIns="0" rIns="0" bIns="0" rtlCol="0">
            <a:noAutofit/>
          </a:bodyPr>
          <a:lstStyle>
            <a:lvl1pPr lvl="0"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sz="1600">
                <a:cs typeface="Arial" panose="020B0604020202020204" pitchFamily="34" charset="0"/>
              </a:defRPr>
            </a:lvl1pPr>
            <a:lvl2pPr marL="228600" lvl="1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lvl="2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lvl="3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lvl="4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pPr marL="3175" lvl="1" indent="0" algn="ctr">
              <a:buNone/>
              <a:defRPr/>
            </a:pPr>
            <a:r>
              <a:rPr kumimoji="0" lang="en-GB" sz="1400" b="1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ea typeface="+mn-ea"/>
                <a:cs typeface="Arial" panose="020B0604020202020204" pitchFamily="34" charset="0"/>
              </a:rPr>
              <a:t>Rhyme</a:t>
            </a:r>
          </a:p>
          <a:p>
            <a:pPr marL="3175" marR="0" lvl="1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Tx/>
              <a:buSzTx/>
              <a:buNone/>
              <a:tabLst/>
              <a:defRPr/>
            </a:pPr>
            <a:endParaRPr kumimoji="0" lang="en-US" sz="1400" b="1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ea typeface="+mn-ea"/>
              <a:cs typeface="Arial" panose="020B0604020202020204" pitchFamily="34" charset="0"/>
            </a:endParaRPr>
          </a:p>
        </p:txBody>
      </p:sp>
      <p:sp>
        <p:nvSpPr>
          <p:cNvPr id="121" name="TextBox 120">
            <a:extLst>
              <a:ext uri="{FF2B5EF4-FFF2-40B4-BE49-F238E27FC236}">
                <a16:creationId xmlns:a16="http://schemas.microsoft.com/office/drawing/2014/main" id="{CBBBADD5-F85D-B635-765A-4BBA484862E1}"/>
              </a:ext>
            </a:extLst>
          </p:cNvPr>
          <p:cNvSpPr txBox="1"/>
          <p:nvPr/>
        </p:nvSpPr>
        <p:spPr>
          <a:xfrm>
            <a:off x="7694223" y="1598632"/>
            <a:ext cx="4192978" cy="36933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>
            <a:lvl1pPr lvl="0"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sz="1600">
                <a:cs typeface="Arial" panose="020B0604020202020204" pitchFamily="34" charset="0"/>
              </a:defRPr>
            </a:lvl1pPr>
            <a:lvl2pPr marL="228600" lvl="1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lvl="2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lvl="3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lvl="4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en-GB" sz="1200" dirty="0"/>
              <a:t>Mockingbird had 54% Rhyme Scheme Fidelity.  Improved requires more training data with an ‘easier’ AAAA scheme</a:t>
            </a:r>
            <a:endParaRPr lang="en-US" sz="1100" dirty="0"/>
          </a:p>
        </p:txBody>
      </p:sp>
      <p:pic>
        <p:nvPicPr>
          <p:cNvPr id="123" name="Graphic 122" descr="Funny face outline outline">
            <a:extLst>
              <a:ext uri="{FF2B5EF4-FFF2-40B4-BE49-F238E27FC236}">
                <a16:creationId xmlns:a16="http://schemas.microsoft.com/office/drawing/2014/main" id="{A52841A4-8D77-7BA9-018B-407BD6796F95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672158" y="3686471"/>
            <a:ext cx="782829" cy="782829"/>
          </a:xfrm>
          <a:prstGeom prst="rect">
            <a:avLst/>
          </a:prstGeom>
        </p:spPr>
      </p:pic>
      <p:sp>
        <p:nvSpPr>
          <p:cNvPr id="124" name="TextBox 123">
            <a:extLst>
              <a:ext uri="{FF2B5EF4-FFF2-40B4-BE49-F238E27FC236}">
                <a16:creationId xmlns:a16="http://schemas.microsoft.com/office/drawing/2014/main" id="{363526AE-60E6-DD0D-F6DC-CD4E654E0D66}"/>
              </a:ext>
            </a:extLst>
          </p:cNvPr>
          <p:cNvSpPr txBox="1">
            <a:spLocks/>
          </p:cNvSpPr>
          <p:nvPr/>
        </p:nvSpPr>
        <p:spPr>
          <a:xfrm>
            <a:off x="6511444" y="4465452"/>
            <a:ext cx="1104256" cy="223791"/>
          </a:xfrm>
          <a:prstGeom prst="rect">
            <a:avLst/>
          </a:prstGeom>
          <a:noFill/>
          <a:ln>
            <a:noFill/>
          </a:ln>
        </p:spPr>
        <p:txBody>
          <a:bodyPr vert="horz" lIns="0" tIns="0" rIns="0" bIns="0" rtlCol="0">
            <a:noAutofit/>
          </a:bodyPr>
          <a:lstStyle>
            <a:lvl1pPr lvl="0"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sz="1600">
                <a:cs typeface="Arial" panose="020B0604020202020204" pitchFamily="34" charset="0"/>
              </a:defRPr>
            </a:lvl1pPr>
            <a:lvl2pPr marL="228600" lvl="1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lvl="2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lvl="3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lvl="4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pPr marL="3175" lvl="1" indent="0" algn="ctr">
              <a:buNone/>
              <a:defRPr/>
            </a:pPr>
            <a:r>
              <a:rPr lang="en-GB" sz="1400" b="1" dirty="0"/>
              <a:t>Humour</a:t>
            </a:r>
            <a:endParaRPr kumimoji="0" lang="en-GB" sz="1400" b="1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ea typeface="+mn-ea"/>
              <a:cs typeface="Arial" panose="020B0604020202020204" pitchFamily="34" charset="0"/>
            </a:endParaRPr>
          </a:p>
          <a:p>
            <a:pPr marL="3175" marR="0" lvl="1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Tx/>
              <a:buSzTx/>
              <a:buNone/>
              <a:tabLst/>
              <a:defRPr/>
            </a:pPr>
            <a:endParaRPr kumimoji="0" lang="en-US" sz="1400" b="1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ea typeface="+mn-ea"/>
              <a:cs typeface="Arial" panose="020B0604020202020204" pitchFamily="34" charset="0"/>
            </a:endParaRPr>
          </a:p>
        </p:txBody>
      </p:sp>
      <p:sp>
        <p:nvSpPr>
          <p:cNvPr id="129" name="TextBox 128">
            <a:extLst>
              <a:ext uri="{FF2B5EF4-FFF2-40B4-BE49-F238E27FC236}">
                <a16:creationId xmlns:a16="http://schemas.microsoft.com/office/drawing/2014/main" id="{A837E941-242B-6A8E-CBA6-89753E195446}"/>
              </a:ext>
            </a:extLst>
          </p:cNvPr>
          <p:cNvSpPr txBox="1"/>
          <p:nvPr/>
        </p:nvSpPr>
        <p:spPr>
          <a:xfrm>
            <a:off x="7694223" y="2527723"/>
            <a:ext cx="4192977" cy="89255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>
            <a:lvl1pPr lvl="0"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sz="1600">
                <a:cs typeface="Arial" panose="020B0604020202020204" pitchFamily="34" charset="0"/>
              </a:defRPr>
            </a:lvl1pPr>
            <a:lvl2pPr marL="228600" lvl="1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lvl="2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lvl="3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lvl="4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pPr>
              <a:buNone/>
            </a:pPr>
            <a:r>
              <a:rPr lang="en-GB" sz="1200" dirty="0"/>
              <a:t>Increasing computational resources would allow:</a:t>
            </a:r>
          </a:p>
          <a:p>
            <a:pPr marL="228600" indent="-228600">
              <a:buAutoNum type="arabicPeriod"/>
            </a:pPr>
            <a:r>
              <a:rPr lang="en-GB" sz="1200" dirty="0"/>
              <a:t>Introducing a tokenization that highlights syllables &amp; phonemes, increasing rhyme &amp; syllable awareness</a:t>
            </a:r>
          </a:p>
          <a:p>
            <a:pPr marL="228600" indent="-228600">
              <a:buAutoNum type="arabicPeriod"/>
            </a:pPr>
            <a:r>
              <a:rPr lang="en-GB" sz="1200" dirty="0"/>
              <a:t>Leaning into continuation-from-context generation</a:t>
            </a:r>
            <a:endParaRPr lang="en-US" sz="1100" dirty="0"/>
          </a:p>
        </p:txBody>
      </p:sp>
      <p:pic>
        <p:nvPicPr>
          <p:cNvPr id="131" name="Graphic 130" descr="Processor outline">
            <a:extLst>
              <a:ext uri="{FF2B5EF4-FFF2-40B4-BE49-F238E27FC236}">
                <a16:creationId xmlns:a16="http://schemas.microsoft.com/office/drawing/2014/main" id="{51C8938D-ED8D-3A1A-3B31-E6E14E3476C8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6625150" y="2285295"/>
            <a:ext cx="914400" cy="914400"/>
          </a:xfrm>
          <a:prstGeom prst="rect">
            <a:avLst/>
          </a:prstGeom>
        </p:spPr>
      </p:pic>
      <p:sp>
        <p:nvSpPr>
          <p:cNvPr id="132" name="TextBox 131">
            <a:extLst>
              <a:ext uri="{FF2B5EF4-FFF2-40B4-BE49-F238E27FC236}">
                <a16:creationId xmlns:a16="http://schemas.microsoft.com/office/drawing/2014/main" id="{927B21C7-8C8E-9CD6-1D9D-F610A529789A}"/>
              </a:ext>
            </a:extLst>
          </p:cNvPr>
          <p:cNvSpPr txBox="1">
            <a:spLocks/>
          </p:cNvSpPr>
          <p:nvPr/>
        </p:nvSpPr>
        <p:spPr>
          <a:xfrm>
            <a:off x="6530222" y="3165292"/>
            <a:ext cx="1104256" cy="223791"/>
          </a:xfrm>
          <a:prstGeom prst="rect">
            <a:avLst/>
          </a:prstGeom>
          <a:noFill/>
          <a:ln>
            <a:noFill/>
          </a:ln>
        </p:spPr>
        <p:txBody>
          <a:bodyPr vert="horz" lIns="0" tIns="0" rIns="0" bIns="0" rtlCol="0">
            <a:noAutofit/>
          </a:bodyPr>
          <a:lstStyle>
            <a:lvl1pPr lvl="0"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sz="1600">
                <a:cs typeface="Arial" panose="020B0604020202020204" pitchFamily="34" charset="0"/>
              </a:defRPr>
            </a:lvl1pPr>
            <a:lvl2pPr marL="228600" lvl="1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lvl="2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lvl="3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lvl="4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pPr marL="3175" lvl="1" indent="0" algn="ctr">
              <a:buNone/>
              <a:defRPr/>
            </a:pPr>
            <a:r>
              <a:rPr kumimoji="0" lang="en-GB" sz="1400" b="1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ea typeface="+mn-ea"/>
                <a:cs typeface="Arial" panose="020B0604020202020204" pitchFamily="34" charset="0"/>
              </a:rPr>
              <a:t>Increased compute</a:t>
            </a:r>
          </a:p>
          <a:p>
            <a:pPr marL="3175" marR="0" lvl="1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Tx/>
              <a:buSzTx/>
              <a:buNone/>
              <a:tabLst/>
              <a:defRPr/>
            </a:pPr>
            <a:endParaRPr kumimoji="0" lang="en-US" sz="1400" b="1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ea typeface="+mn-ea"/>
              <a:cs typeface="Arial" panose="020B0604020202020204" pitchFamily="34" charset="0"/>
            </a:endParaRPr>
          </a:p>
        </p:txBody>
      </p:sp>
      <p:sp>
        <p:nvSpPr>
          <p:cNvPr id="135" name="TextBox 134">
            <a:extLst>
              <a:ext uri="{FF2B5EF4-FFF2-40B4-BE49-F238E27FC236}">
                <a16:creationId xmlns:a16="http://schemas.microsoft.com/office/drawing/2014/main" id="{2CD3E215-2EB9-EEE0-CCCD-A4770C05C404}"/>
              </a:ext>
            </a:extLst>
          </p:cNvPr>
          <p:cNvSpPr txBox="1"/>
          <p:nvPr/>
        </p:nvSpPr>
        <p:spPr>
          <a:xfrm>
            <a:off x="7694223" y="3893219"/>
            <a:ext cx="4192977" cy="55399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>
            <a:lvl1pPr lvl="0"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sz="1600">
                <a:cs typeface="Arial" panose="020B0604020202020204" pitchFamily="34" charset="0"/>
              </a:defRPr>
            </a:lvl1pPr>
            <a:lvl2pPr marL="228600" lvl="1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lvl="2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lvl="3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lvl="4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en-GB" sz="1200" dirty="0"/>
              <a:t>Good parody requires more than rhyme &amp; syllable count; but coherence, and more importantly: humour – a subversion of lyrical expectations, as shown below with ‘quite plain’</a:t>
            </a:r>
          </a:p>
        </p:txBody>
      </p:sp>
      <p:sp>
        <p:nvSpPr>
          <p:cNvPr id="140" name="TextBox 139">
            <a:extLst>
              <a:ext uri="{FF2B5EF4-FFF2-40B4-BE49-F238E27FC236}">
                <a16:creationId xmlns:a16="http://schemas.microsoft.com/office/drawing/2014/main" id="{020E4864-2C88-FF79-A766-93B66A70A499}"/>
              </a:ext>
            </a:extLst>
          </p:cNvPr>
          <p:cNvSpPr txBox="1"/>
          <p:nvPr/>
        </p:nvSpPr>
        <p:spPr>
          <a:xfrm>
            <a:off x="8354841" y="5149263"/>
            <a:ext cx="2700000" cy="30546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>
            <a:lvl1pPr lvl="0"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sz="1600">
                <a:cs typeface="Arial" panose="020B0604020202020204" pitchFamily="34" charset="0"/>
              </a:defRPr>
            </a:lvl1pPr>
            <a:lvl2pPr marL="228600" lvl="1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lvl="2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lvl="3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lvl="4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pPr>
              <a:lnSpc>
                <a:spcPct val="115000"/>
              </a:lnSpc>
              <a:spcAft>
                <a:spcPts val="1000"/>
              </a:spcAft>
              <a:buNone/>
            </a:pPr>
            <a:r>
              <a:rPr lang="en-US" sz="900" kern="100" dirty="0">
                <a:latin typeface="+mj-lt"/>
                <a:ea typeface="Times New Roman" panose="02020603050405020304" pitchFamily="18" charset="0"/>
                <a:cs typeface="Times New Roman" panose="02020603050405020304" pitchFamily="18" charset="0"/>
              </a:rPr>
              <a:t>As I walk through the valley where I harvest my grain</a:t>
            </a:r>
            <a:br>
              <a:rPr lang="en-US" sz="900" kern="100" dirty="0">
                <a:latin typeface="+mj-lt"/>
                <a:ea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900" kern="100" dirty="0">
                <a:latin typeface="+mj-lt"/>
                <a:ea typeface="Times New Roman" panose="02020603050405020304" pitchFamily="18" charset="0"/>
                <a:cs typeface="Times New Roman" panose="02020603050405020304" pitchFamily="18" charset="0"/>
              </a:rPr>
              <a:t>I take a look at my wife and realize she’s quite plain</a:t>
            </a:r>
            <a:endParaRPr lang="en-GB" sz="1100" kern="100" dirty="0">
              <a:latin typeface="+mj-lt"/>
              <a:ea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1" name="TextBox 140">
            <a:extLst>
              <a:ext uri="{FF2B5EF4-FFF2-40B4-BE49-F238E27FC236}">
                <a16:creationId xmlns:a16="http://schemas.microsoft.com/office/drawing/2014/main" id="{A4D88E92-0578-4B9A-F11D-96B7EDA3C500}"/>
              </a:ext>
            </a:extLst>
          </p:cNvPr>
          <p:cNvSpPr txBox="1"/>
          <p:nvPr/>
        </p:nvSpPr>
        <p:spPr>
          <a:xfrm>
            <a:off x="8354841" y="4654313"/>
            <a:ext cx="2700000" cy="30546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>
            <a:lvl1pPr lvl="0"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sz="1600">
                <a:cs typeface="Arial" panose="020B0604020202020204" pitchFamily="34" charset="0"/>
              </a:defRPr>
            </a:lvl1pPr>
            <a:lvl2pPr marL="228600" lvl="1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lvl="2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lvl="3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lvl="4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pPr>
              <a:lnSpc>
                <a:spcPct val="115000"/>
              </a:lnSpc>
              <a:spcAft>
                <a:spcPts val="1000"/>
              </a:spcAft>
              <a:buNone/>
            </a:pPr>
            <a:r>
              <a:rPr lang="en-GB" sz="900" kern="100" dirty="0">
                <a:latin typeface="+mj-lt"/>
                <a:ea typeface="Times New Roman" panose="02020603050405020304" pitchFamily="18" charset="0"/>
                <a:cs typeface="Times New Roman" panose="02020603050405020304" pitchFamily="18" charset="0"/>
              </a:rPr>
              <a:t>As I walk through the valley of the shadow of death</a:t>
            </a:r>
            <a:br>
              <a:rPr lang="en-GB" sz="900" kern="100" dirty="0">
                <a:latin typeface="+mj-lt"/>
                <a:ea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GB" sz="900" kern="100" dirty="0">
                <a:latin typeface="+mj-lt"/>
                <a:ea typeface="Times New Roman" panose="02020603050405020304" pitchFamily="18" charset="0"/>
                <a:cs typeface="Times New Roman" panose="02020603050405020304" pitchFamily="18" charset="0"/>
              </a:rPr>
              <a:t>I take a look at my life and realize there’s nothing left</a:t>
            </a:r>
          </a:p>
        </p:txBody>
      </p:sp>
      <p:cxnSp>
        <p:nvCxnSpPr>
          <p:cNvPr id="143" name="Straight Arrow Connector 142">
            <a:extLst>
              <a:ext uri="{FF2B5EF4-FFF2-40B4-BE49-F238E27FC236}">
                <a16:creationId xmlns:a16="http://schemas.microsoft.com/office/drawing/2014/main" id="{E55327C1-0AF3-0FB7-D01F-4F68205792AF}"/>
              </a:ext>
            </a:extLst>
          </p:cNvPr>
          <p:cNvCxnSpPr>
            <a:cxnSpLocks/>
          </p:cNvCxnSpPr>
          <p:nvPr/>
        </p:nvCxnSpPr>
        <p:spPr>
          <a:xfrm flipH="1">
            <a:off x="9704841" y="4978966"/>
            <a:ext cx="0" cy="167606"/>
          </a:xfrm>
          <a:prstGeom prst="straightConnector1">
            <a:avLst/>
          </a:prstGeom>
          <a:ln w="6350" cap="flat">
            <a:solidFill>
              <a:schemeClr val="tx1"/>
            </a:solidFill>
            <a:miter lim="800000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5" name="Rectangle 144">
            <a:extLst>
              <a:ext uri="{FF2B5EF4-FFF2-40B4-BE49-F238E27FC236}">
                <a16:creationId xmlns:a16="http://schemas.microsoft.com/office/drawing/2014/main" id="{61123E1A-5C66-29FB-8D76-6C5D666A12D8}"/>
              </a:ext>
            </a:extLst>
          </p:cNvPr>
          <p:cNvSpPr/>
          <p:nvPr/>
        </p:nvSpPr>
        <p:spPr>
          <a:xfrm>
            <a:off x="8316890" y="4650465"/>
            <a:ext cx="2775901" cy="960011"/>
          </a:xfrm>
          <a:prstGeom prst="rect">
            <a:avLst/>
          </a:prstGeom>
          <a:noFill/>
          <a:ln w="6350" cap="sq">
            <a:solidFill>
              <a:schemeClr val="tx1"/>
            </a:solidFill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endParaRPr lang="en-GB" sz="1600" dirty="0" err="1">
              <a:solidFill>
                <a:schemeClr val="bg1"/>
              </a:solidFill>
            </a:endParaRPr>
          </a:p>
        </p:txBody>
      </p:sp>
      <p:sp>
        <p:nvSpPr>
          <p:cNvPr id="146" name="TextBox 145">
            <a:extLst>
              <a:ext uri="{FF2B5EF4-FFF2-40B4-BE49-F238E27FC236}">
                <a16:creationId xmlns:a16="http://schemas.microsoft.com/office/drawing/2014/main" id="{F25D056D-1ACB-50A6-F391-648E0F1C2052}"/>
              </a:ext>
            </a:extLst>
          </p:cNvPr>
          <p:cNvSpPr txBox="1"/>
          <p:nvPr/>
        </p:nvSpPr>
        <p:spPr>
          <a:xfrm>
            <a:off x="7615700" y="5765612"/>
            <a:ext cx="4271500" cy="55399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>
            <a:lvl1pPr lvl="0"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sz="1600">
                <a:cs typeface="Arial" panose="020B0604020202020204" pitchFamily="34" charset="0"/>
              </a:defRPr>
            </a:lvl1pPr>
            <a:lvl2pPr marL="228600" lvl="1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lvl="2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lvl="3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lvl="4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en-GB" sz="1200" dirty="0"/>
              <a:t>While staying roughly on topic, our parodies lacked such humour. As a next step, after teaching prosody, we could use humorous text to fine-tune GPT-2. </a:t>
            </a:r>
          </a:p>
        </p:txBody>
      </p:sp>
      <p:sp>
        <p:nvSpPr>
          <p:cNvPr id="147" name="TextBox 146">
            <a:extLst>
              <a:ext uri="{FF2B5EF4-FFF2-40B4-BE49-F238E27FC236}">
                <a16:creationId xmlns:a16="http://schemas.microsoft.com/office/drawing/2014/main" id="{B79A0506-6593-4B07-3C0F-EFBE58911E83}"/>
              </a:ext>
            </a:extLst>
          </p:cNvPr>
          <p:cNvSpPr txBox="1"/>
          <p:nvPr/>
        </p:nvSpPr>
        <p:spPr>
          <a:xfrm>
            <a:off x="10123541" y="4978613"/>
            <a:ext cx="931300" cy="9714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>
            <a:lvl1pPr lvl="0"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sz="1600">
                <a:cs typeface="Arial" panose="020B0604020202020204" pitchFamily="34" charset="0"/>
              </a:defRPr>
            </a:lvl1pPr>
            <a:lvl2pPr marL="228600" lvl="1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lvl="2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lvl="3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lvl="4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pPr algn="r">
              <a:lnSpc>
                <a:spcPct val="115000"/>
              </a:lnSpc>
              <a:spcAft>
                <a:spcPts val="1000"/>
              </a:spcAft>
              <a:buNone/>
            </a:pPr>
            <a:r>
              <a:rPr lang="en-GB" sz="600" i="1" kern="100" dirty="0">
                <a:ea typeface="Times New Roman" panose="02020603050405020304" pitchFamily="18" charset="0"/>
                <a:cs typeface="Times New Roman" panose="02020603050405020304" pitchFamily="18" charset="0"/>
              </a:rPr>
              <a:t>Coolio, </a:t>
            </a:r>
            <a:r>
              <a:rPr lang="en-GB" sz="600" i="1" kern="100" dirty="0" err="1">
                <a:ea typeface="Times New Roman" panose="02020603050405020304" pitchFamily="18" charset="0"/>
                <a:cs typeface="Times New Roman" panose="02020603050405020304" pitchFamily="18" charset="0"/>
              </a:rPr>
              <a:t>Gangsta’s</a:t>
            </a:r>
            <a:r>
              <a:rPr lang="en-GB" sz="600" i="1" kern="100" dirty="0">
                <a:ea typeface="Times New Roman" panose="02020603050405020304" pitchFamily="18" charset="0"/>
                <a:cs typeface="Times New Roman" panose="02020603050405020304" pitchFamily="18" charset="0"/>
              </a:rPr>
              <a:t> Paradise</a:t>
            </a:r>
          </a:p>
        </p:txBody>
      </p:sp>
      <p:sp>
        <p:nvSpPr>
          <p:cNvPr id="148" name="TextBox 147">
            <a:extLst>
              <a:ext uri="{FF2B5EF4-FFF2-40B4-BE49-F238E27FC236}">
                <a16:creationId xmlns:a16="http://schemas.microsoft.com/office/drawing/2014/main" id="{291A7D1B-54F7-5DC1-147B-66F51B216612}"/>
              </a:ext>
            </a:extLst>
          </p:cNvPr>
          <p:cNvSpPr txBox="1"/>
          <p:nvPr/>
        </p:nvSpPr>
        <p:spPr>
          <a:xfrm>
            <a:off x="9809018" y="5468972"/>
            <a:ext cx="1245823" cy="9714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>
            <a:lvl1pPr lvl="0"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sz="1600">
                <a:cs typeface="Arial" panose="020B0604020202020204" pitchFamily="34" charset="0"/>
              </a:defRPr>
            </a:lvl1pPr>
            <a:lvl2pPr marL="228600" lvl="1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lvl="2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lvl="3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lvl="4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pPr algn="r">
              <a:lnSpc>
                <a:spcPct val="115000"/>
              </a:lnSpc>
              <a:spcAft>
                <a:spcPts val="1000"/>
              </a:spcAft>
              <a:buNone/>
            </a:pPr>
            <a:r>
              <a:rPr lang="en-GB" sz="600" i="1" kern="100" dirty="0">
                <a:ea typeface="Times New Roman" panose="02020603050405020304" pitchFamily="18" charset="0"/>
                <a:cs typeface="Times New Roman" panose="02020603050405020304" pitchFamily="18" charset="0"/>
              </a:rPr>
              <a:t>Weird Al Yankovic, Amish Paradise</a:t>
            </a:r>
          </a:p>
        </p:txBody>
      </p:sp>
    </p:spTree>
    <p:extLst>
      <p:ext uri="{BB962C8B-B14F-4D97-AF65-F5344CB8AC3E}">
        <p14:creationId xmlns:p14="http://schemas.microsoft.com/office/powerpoint/2010/main" val="2126109513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EE4P_STYLE_ID" val="c90ee1e1-c015-415f-8aa1-dd21303cc84c"/>
  <p:tag name="NEWVI" val="true"/>
  <p:tag name="TEMPLATELASTEDITTED" val="2019-02-25 12:05 PM"/>
  <p:tag name="TEMPLATECREATED" val="2019-02-27 01:18 PM"/>
  <p:tag name="TEMPLATEVERSION" val="3"/>
  <p:tag name="BLUEONEFOURTHTITLEFONTCOLORFIXED" val="true"/>
  <p:tag name="DARKLAYOUTNAMESCHANGEDTOCONTRAST" val="true"/>
  <p:tag name="THINKCELLPRESENTATIONDONOTDELETE" val="&lt;?xml version=&quot;1.0&quot; encoding=&quot;UTF-16&quot; standalone=&quot;yes&quot;?&gt;&lt;root reqver=&quot;25060&quot;&gt;&lt;version val=&quot;28144&quot;/&gt;&lt;CPresentation id=&quot;1&quot;&gt;&lt;m_precDefaultNumber&gt;&lt;m_bNumberIsYear val=&quot;1&quot;/&gt;&lt;m_chMinusSymbol&gt;-&lt;/m_chMinusSymbol&gt;&lt;m_chDecimalSymbol17909&gt;.&lt;/m_chDecimalSymbol17909&gt;&lt;m_nGroupingDigits17909 val=&quot;3&quot;/&gt;&lt;m_chGroupingSymbol17909&gt;,&lt;/m_chGroupingSymbol17909&gt;&lt;m_yearfmt&gt;&lt;begin val=&quot;0&quot;/&gt;&lt;end val=&quot;4&quot;/&gt;&lt;/m_yearfmt&gt;&lt;/m_precDefaultNumber&gt;&lt;m_precDefaultPercent&gt;&lt;m_bNumberIsYear val=&quot;1&quot;/&gt;&lt;m_chMinusSymbol&gt;-&lt;/m_chMinusSymbol&gt;&lt;m_chDecimalSymbol17909&gt;.&lt;/m_chDecimalSymbol17909&gt;&lt;m_nGroupingDigits17909 val=&quot;3&quot;/&gt;&lt;m_chGroupingSymbol17909&gt;,&lt;/m_chGroupingSymbol17909&gt;&lt;m_strSuffix17909&gt;%&lt;/m_strSuffix17909&gt;&lt;m_yearfmt&gt;&lt;begin val=&quot;0&quot;/&gt;&lt;end val=&quot;4&quot;/&gt;&lt;/m_yearfmt&gt;&lt;/m_precDefaultPercent&gt;&lt;m_precDefaultDate&gt;&lt;m_bNumberIsYear val=&quot;0&quot;/&gt;&lt;m_strFormatTime&gt;%d-%1-%Y&lt;/m_strFormatTime&gt;&lt;m_yearfmt&gt;&lt;begin val=&quot;0&quot;/&gt;&lt;end val=&quot;0&quot;/&gt;&lt;/m_yearfmt&gt;&lt;/m_precDefaultDate&gt;&lt;m_precDefaultYear&gt;&lt;m_yearfmt&gt;&lt;begin val=&quot;0&quot;/&gt;&lt;end val=&quot;4&quot;/&gt;&lt;/m_yearfmt&gt;&lt;/m_precDefaultYear&gt;&lt;m_precDefaultQuarter&gt;&lt;m_yearfmt&gt;&lt;begin val=&quot;0&quot;/&gt;&lt;end val=&quot;4&quot;/&gt;&lt;/m_yearfmt&gt;&lt;/m_precDefaultQuarter&gt;&lt;m_precDefaultMonth&gt;&lt;m_yearfmt&gt;&lt;begin val=&quot;0&quot;/&gt;&lt;end val=&quot;4&quot;/&gt;&lt;/m_yearfmt&gt;&lt;/m_precDefaultMonth&gt;&lt;m_precDefaultWeek&gt;&lt;m_yearfmt&gt;&lt;begin val=&quot;0&quot;/&gt;&lt;end val=&quot;4&quot;/&gt;&lt;/m_yearfmt&gt;&lt;/m_precDefaultWeek&gt;&lt;m_precDefaultDay&gt;&lt;m_yearfmt&gt;&lt;begin val=&quot;0&quot;/&gt;&lt;end val=&quot;4&quot;/&gt;&lt;/m_yearfmt&gt;&lt;/m_precDefaultDay&gt;&lt;m_mruColor&gt;&lt;m_vecMRU length=&quot;0&quot;/&gt;&lt;/m_mruColor&gt;&lt;m_eweekdayFirstOfWeek val=&quot;1&quot;/&gt;&lt;m_eweekdayFirstOfWorkweek val=&quot;2&quot;/&gt;&lt;m_eweekdayFirstOfWeekend val=&quot;7&quot;/&gt;&lt;/CPresentation&gt;&lt;/root&gt;"/>
  <p:tag name="THINKCELLUNDODONOTDELETE" val="0"/>
  <p:tag name="TEMPLATELASTEDITED" val="2024-05-30 01:34 PM"/>
  <p:tag name="ICONLINEFILL" val="Color [A=255, R=255, G=255, B=255]"/>
  <p:tag name="ICONLINEFILLTHEME" val="Background 1"/>
  <p:tag name="ICONFILLBACKGROUND" val="Color [A=255, R=6, G=31, B=121]"/>
  <p:tag name="ICONENCLOSURE" val="True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SUb1LmWUTH66PHUHOGMc5A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4. Footnote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2. Slide Title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Grid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Moon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Moon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Moon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Moon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Moon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5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5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4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4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3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3"/>
</p:tagLst>
</file>

<file path=ppt/tags/tag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2"/>
</p:tagLst>
</file>

<file path=ppt/tags/tag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2"/>
</p:tagLst>
</file>

<file path=ppt/tags/tag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1"/>
</p:tagLst>
</file>

<file path=ppt/tags/tag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1"/>
</p:tagLst>
</file>

<file path=ppt/tags/tag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BACKGROUNDCOLOR" val="med"/>
</p:tagLst>
</file>

<file path=ppt/tags/tag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La5NG5p6QVlH6GlSHMQ0RQ"/>
</p:tagLst>
</file>

<file path=ppt/tags/tag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_new_logoimage"/>
</p:tagLst>
</file>

<file path=ppt/tags/tag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ClientLogo"/>
</p:tagLst>
</file>

<file path=ppt/tags/tag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Documenttype"/>
</p:tagLst>
</file>

<file path=ppt/tags/tag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ubtitle"/>
</p:tagLst>
</file>

<file path=ppt/tags/tag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Title"/>
</p:tagLst>
</file>

<file path=ppt/tags/tag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Disclaimer-template"/>
</p:tagLst>
</file>

<file path=ppt/tags/tag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5tNN_OdVRnC_8Tatiiw6bA"/>
</p:tagLst>
</file>

<file path=ppt/tags/tag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2. Slide Title"/>
</p:tagLst>
</file>

<file path=ppt/tags/tag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 Number"/>
</p:tagLst>
</file>

<file path=ppt/tags/tag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1. On-page tracker"/>
</p:tagLst>
</file>

<file path=ppt/tags/tag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3. Subtitle"/>
</p:tagLst>
</file>

<file path=ppt/tags/tag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2. Slide Title"/>
</p:tagLst>
</file>

<file path=ppt/tags/tag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 Number"/>
</p:tagLst>
</file>

<file path=ppt/tags/tag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1. On-page tracker"/>
</p:tagLst>
</file>

<file path=ppt/tags/tag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2. Slide Title"/>
</p:tagLst>
</file>

<file path=ppt/tags/tag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 Number"/>
</p:tagLst>
</file>

<file path=ppt/tags/tag4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4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1. On-page tracker"/>
</p:tagLst>
</file>

<file path=ppt/tags/tag4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4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unuZ.dr0dtPKYSWmGw_6Yg"/>
</p:tagLst>
</file>

<file path=ppt/tags/tag4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2. Slide Title"/>
</p:tagLst>
</file>

<file path=ppt/tags/tag4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 Number"/>
</p:tagLst>
</file>

<file path=ppt/tags/tag5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5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1. On-page tracker"/>
</p:tagLst>
</file>

<file path=ppt/tags/tag5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5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rUQibaDMIQaIJXCExx3CSg"/>
</p:tagLst>
</file>

<file path=ppt/tags/tag5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2. Slide Title"/>
</p:tagLst>
</file>

<file path=ppt/tags/tag5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3. Subtitle"/>
</p:tagLst>
</file>

<file path=ppt/tags/tag5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 Number"/>
</p:tagLst>
</file>

<file path=ppt/tags/tag5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5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1. On-page tracker"/>
</p:tagLst>
</file>

<file path=ppt/tags/tag5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6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2e.WNeMwRPaNOv4PeDFU5Q"/>
</p:tagLst>
</file>

<file path=ppt/tags/tag6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RectangleLight"/>
</p:tagLst>
</file>

<file path=ppt/tags/tag6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 Number"/>
</p:tagLst>
</file>

<file path=ppt/tags/tag6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2. Slide Title"/>
</p:tagLst>
</file>

<file path=ppt/tags/tag6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3. Subtitle"/>
</p:tagLst>
</file>

<file path=ppt/tags/tag6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6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1. On-page tracker"/>
</p:tagLst>
</file>

<file path=ppt/tags/tag6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6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vkXdkIixRi6Hs.rBsPur2w"/>
</p:tagLst>
</file>

<file path=ppt/tags/tag6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RectangleLight"/>
</p:tagLst>
</file>

<file path=ppt/tags/tag7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 Number"/>
</p:tagLst>
</file>

<file path=ppt/tags/tag7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2. Slide Title"/>
</p:tagLst>
</file>

<file path=ppt/tags/tag7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3. Subtitle"/>
</p:tagLst>
</file>

<file path=ppt/tags/tag7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7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1. On-page tracker"/>
</p:tagLst>
</file>

<file path=ppt/tags/tag7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7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THKNm6U2RZKJH1GvudQSPw"/>
</p:tagLst>
</file>

<file path=ppt/tags/tag7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RectangleLight"/>
</p:tagLst>
</file>

<file path=ppt/tags/tag7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 Number"/>
</p:tagLst>
</file>

<file path=ppt/tags/tag7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8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1. On-page tracker"/>
</p:tagLst>
</file>

<file path=ppt/tags/tag8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2. Slide Title"/>
</p:tagLst>
</file>

<file path=ppt/tags/tag8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3. Subtitle"/>
</p:tagLst>
</file>

<file path=ppt/tags/tag8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8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2e4Ps3taQqK3C0NeBEvQLA"/>
</p:tagLst>
</file>

<file path=ppt/tags/tag8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RectangleLight"/>
</p:tagLst>
</file>

<file path=ppt/tags/tag8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 Number"/>
</p:tagLst>
</file>

<file path=ppt/tags/tag8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8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2. Slide Title"/>
</p:tagLst>
</file>

<file path=ppt/tags/tag8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3. Subtitle"/>
</p:tagLst>
</file>

<file path=ppt/tags/tag9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1. On-page tracker"/>
</p:tagLst>
</file>

<file path=ppt/tags/tag9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9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THKNm6U2RZKJH1GvudQSPw"/>
</p:tagLst>
</file>

<file path=ppt/tags/tag9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RectangleLight"/>
</p:tagLst>
</file>

<file path=ppt/tags/tag9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 Number"/>
</p:tagLst>
</file>

<file path=ppt/tags/tag9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9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1. On-page tracker"/>
</p:tagLst>
</file>

<file path=ppt/tags/tag9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2. Slide Title"/>
</p:tagLst>
</file>

<file path=ppt/tags/tag9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3. Subtitle"/>
</p:tagLst>
</file>

<file path=ppt/tags/tag9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LogoText"/>
</p:tagLst>
</file>

<file path=ppt/tags/tag10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 Number"/>
</p:tagLst>
</file>

<file path=ppt/tags/tag10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2. Slide Title"/>
</p:tagLst>
</file>

<file path=ppt/tags/tag10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10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1. On-page tracker"/>
</p:tagLst>
</file>

<file path=ppt/tags/tag10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LogoText"/>
</p:tagLst>
</file>

<file path=ppt/tags/tag10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 Number"/>
</p:tagLst>
</file>

<file path=ppt/tags/tag10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10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1. On-page tracker"/>
</p:tagLst>
</file>

<file path=ppt/tags/tag10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BACKGROUNDCOLOR" val="med"/>
</p:tagLst>
</file>

<file path=ppt/tags/tag10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_new_logoimage"/>
</p:tagLst>
</file>

<file path=ppt/tags/tag1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1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20sklhGDg_J5JkHAJOV5JQ"/>
</p:tagLst>
</file>

<file path=ppt/tags/tag1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LogoText"/>
</p:tagLst>
</file>

<file path=ppt/tags/tag1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2. Slide Title"/>
</p:tagLst>
</file>

<file path=ppt/tags/tag1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Grid"/>
</p:tagLst>
</file>

<file path=ppt/tags/tag1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4. Footnote"/>
</p:tagLst>
</file>

<file path=ppt/tags/tag1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Moon"/>
</p:tagLst>
</file>

<file path=ppt/tags/tag1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Moon"/>
</p:tagLst>
</file>

<file path=ppt/tags/tag1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Moon"/>
</p:tagLst>
</file>

<file path=ppt/tags/tag1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Moon"/>
</p:tagLst>
</file>

<file path=ppt/tags/tag1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Moon"/>
</p:tagLst>
</file>

<file path=ppt/tags/tag1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5"/>
</p:tagLst>
</file>

<file path=ppt/tags/tag1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5"/>
</p:tagLst>
</file>

<file path=ppt/tags/tag1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4"/>
</p:tagLst>
</file>

<file path=ppt/tags/tag1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4"/>
</p:tagLst>
</file>

<file path=ppt/tags/tag1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3"/>
</p:tagLst>
</file>

<file path=ppt/tags/tag1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3"/>
</p:tagLst>
</file>

<file path=ppt/tags/tag1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2"/>
</p:tagLst>
</file>

<file path=ppt/tags/tag1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2"/>
</p:tagLst>
</file>

<file path=ppt/tags/tag1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1"/>
</p:tagLst>
</file>

<file path=ppt/tags/tag1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1"/>
</p:tagLst>
</file>

<file path=ppt/tags/tag1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BACKGROUNDCOLOR" val="med"/>
</p:tagLst>
</file>

<file path=ppt/tags/tag1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Kcd9z.T0ityQiOhevFTgFQ"/>
</p:tagLst>
</file>

<file path=ppt/tags/tag1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ClientLogo"/>
</p:tagLst>
</file>

<file path=ppt/tags/tag1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Documenttype"/>
</p:tagLst>
</file>

<file path=ppt/tags/tag1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ubtitle"/>
</p:tagLst>
</file>

<file path=ppt/tags/tag1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Title"/>
</p:tagLst>
</file>

<file path=ppt/tags/tag1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Disclaimer-template"/>
</p:tagLst>
</file>

<file path=ppt/tags/tag1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_new_logoimage"/>
</p:tagLst>
</file>

<file path=ppt/tags/tag1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ZkG5iHMTSC2mGhtG.mpRUA"/>
</p:tagLst>
</file>

<file path=ppt/tags/tag14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 Number"/>
</p:tagLst>
</file>

<file path=ppt/tags/tag14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14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2. Slide Title"/>
</p:tagLst>
</file>

<file path=ppt/tags/tag14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3. Subtitle"/>
</p:tagLst>
</file>

<file path=ppt/tags/tag14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1. On-page tracker"/>
</p:tagLst>
</file>

<file path=ppt/tags/tag14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2. Slide Title"/>
</p:tagLst>
</file>

<file path=ppt/tags/tag15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 Number"/>
</p:tagLst>
</file>

<file path=ppt/tags/tag15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15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1. On-page tracker"/>
</p:tagLst>
</file>

<file path=ppt/tags/tag15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2. Slide Title"/>
</p:tagLst>
</file>

<file path=ppt/tags/tag15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 Number"/>
</p:tagLst>
</file>

<file path=ppt/tags/tag15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15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1. On-page tracker"/>
</p:tagLst>
</file>

<file path=ppt/tags/tag15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5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zsZQyKFgCFD5XAZPv3AWBQ"/>
</p:tagLst>
</file>

<file path=ppt/tags/tag15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2. Slide Title"/>
</p:tagLst>
</file>

<file path=ppt/tags/tag16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 Number"/>
</p:tagLst>
</file>

<file path=ppt/tags/tag16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16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1. On-page tracker"/>
</p:tagLst>
</file>

<file path=ppt/tags/tag16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6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Yh.LyJP9Ef7CM8T6PUBqdw"/>
</p:tagLst>
</file>

<file path=ppt/tags/tag16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2. Slide Title"/>
</p:tagLst>
</file>

<file path=ppt/tags/tag16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3. Subtitle"/>
</p:tagLst>
</file>

<file path=ppt/tags/tag16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 Number"/>
</p:tagLst>
</file>

<file path=ppt/tags/tag16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16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1. On-page tracker"/>
</p:tagLst>
</file>

<file path=ppt/tags/tag17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7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aJMKD2AQ9e77MMhub83YA"/>
</p:tagLst>
</file>

<file path=ppt/tags/tag17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RectangleDark"/>
</p:tagLst>
</file>

<file path=ppt/tags/tag17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 Number"/>
</p:tagLst>
</file>

<file path=ppt/tags/tag17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2. Slide Title"/>
</p:tagLst>
</file>

<file path=ppt/tags/tag17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3. Subtitle"/>
</p:tagLst>
</file>

<file path=ppt/tags/tag17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17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1. On-page tracker"/>
</p:tagLst>
</file>

<file path=ppt/tags/tag17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7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7P6iKZZoTDSflm.OoOVoMA"/>
</p:tagLst>
</file>

<file path=ppt/tags/tag18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RectangleDark"/>
</p:tagLst>
</file>

<file path=ppt/tags/tag18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 Number"/>
</p:tagLst>
</file>

<file path=ppt/tags/tag18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2. Slide Title"/>
</p:tagLst>
</file>

<file path=ppt/tags/tag18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3. Subtitle"/>
</p:tagLst>
</file>

<file path=ppt/tags/tag18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18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1. On-page tracker"/>
</p:tagLst>
</file>

<file path=ppt/tags/tag18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8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1LRCzsv.ik_t3bs5QJ6VLg"/>
</p:tagLst>
</file>

<file path=ppt/tags/tag18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RectangleDark"/>
</p:tagLst>
</file>

<file path=ppt/tags/tag18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LogoText"/>
</p:tagLst>
</file>

<file path=ppt/tags/tag19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 Number"/>
</p:tagLst>
</file>

<file path=ppt/tags/tag19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19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2. Slide Title"/>
</p:tagLst>
</file>

<file path=ppt/tags/tag19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3. Subtitle"/>
</p:tagLst>
</file>

<file path=ppt/tags/tag19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1. On-page tracker"/>
</p:tagLst>
</file>

<file path=ppt/tags/tag19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9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sf0lKEfRW2M5NTSiP3pCQ"/>
</p:tagLst>
</file>

<file path=ppt/tags/tag19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RectangleDark"/>
</p:tagLst>
</file>

<file path=ppt/tags/tag19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 Number"/>
</p:tagLst>
</file>

<file path=ppt/tags/tag19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20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2. Slide Title"/>
</p:tagLst>
</file>

<file path=ppt/tags/tag20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3. Subtitle"/>
</p:tagLst>
</file>

<file path=ppt/tags/tag20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1. On-page tracker"/>
</p:tagLst>
</file>

<file path=ppt/tags/tag20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0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jPpd5uKiKgbfSxqQQ0aBGA"/>
</p:tagLst>
</file>

<file path=ppt/tags/tag20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RectangleLight"/>
</p:tagLst>
</file>

<file path=ppt/tags/tag20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 Number"/>
</p:tagLst>
</file>

<file path=ppt/tags/tag20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20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2. Slide Title"/>
</p:tagLst>
</file>

<file path=ppt/tags/tag20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3. Subtitle"/>
</p:tagLst>
</file>

<file path=ppt/tags/tag2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1. On-page tracker"/>
</p:tagLst>
</file>

<file path=ppt/tags/tag2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PFw0tr2VymfPrG.nUcDKQ"/>
</p:tagLst>
</file>

<file path=ppt/tags/tag2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RectangleDark"/>
</p:tagLst>
</file>

<file path=ppt/tags/tag2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 Number"/>
</p:tagLst>
</file>

<file path=ppt/tags/tag2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2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2. Slide Title"/>
</p:tagLst>
</file>

<file path=ppt/tags/tag2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3. Subtitle"/>
</p:tagLst>
</file>

<file path=ppt/tags/tag2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1. On-page tracker"/>
</p:tagLst>
</file>

<file path=ppt/tags/tag2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sf0lKEfRW2M5NTSiP3pCQ"/>
</p:tagLst>
</file>

<file path=ppt/tags/tag2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RectangleDark"/>
</p:tagLst>
</file>

<file path=ppt/tags/tag2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 Number"/>
</p:tagLst>
</file>

<file path=ppt/tags/tag2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2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2. Slide Title"/>
</p:tagLst>
</file>

<file path=ppt/tags/tag2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3. Subtitle"/>
</p:tagLst>
</file>

<file path=ppt/tags/tag2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1. On-page tracker"/>
</p:tagLst>
</file>

<file path=ppt/tags/tag2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sf0lKEfRW2M5NTSiP3pCQ"/>
</p:tagLst>
</file>

<file path=ppt/tags/tag2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RectangleDark"/>
</p:tagLst>
</file>

<file path=ppt/tags/tag2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 Number"/>
</p:tagLst>
</file>

<file path=ppt/tags/tag2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2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2. Slide Title"/>
</p:tagLst>
</file>

<file path=ppt/tags/tag2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3. Subtitle"/>
</p:tagLst>
</file>

<file path=ppt/tags/tag2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1. On-page tracker"/>
</p:tagLst>
</file>

<file path=ppt/tags/tag2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 Number"/>
</p:tagLst>
</file>

<file path=ppt/tags/tag2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2. Slide Title"/>
</p:tagLst>
</file>

<file path=ppt/tags/tag2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2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1. On-page tracker"/>
</p:tagLst>
</file>

<file path=ppt/tags/tag2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 Number"/>
</p:tagLst>
</file>

<file path=ppt/tags/tag2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2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1. On-page tracker"/>
</p:tagLst>
</file>

<file path=ppt/tags/tag2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BACKGROUNDCOLOR" val="med"/>
</p:tagLst>
</file>

<file path=ppt/tags/tag2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4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_new_logoimage"/>
</p:tagLst>
</file>

<file path=ppt/tags/tag24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heme/theme1.xml><?xml version="1.0" encoding="utf-8"?>
<a:theme xmlns:a="http://schemas.openxmlformats.org/drawingml/2006/main" name="White">
  <a:themeElements>
    <a:clrScheme name="Custom 10">
      <a:dk1>
        <a:srgbClr val="000000"/>
      </a:dk1>
      <a:lt1>
        <a:srgbClr val="FFFFFF"/>
      </a:lt1>
      <a:dk2>
        <a:srgbClr val="FFFFFF"/>
      </a:dk2>
      <a:lt2>
        <a:srgbClr val="FFFFFF"/>
      </a:lt2>
      <a:accent1>
        <a:srgbClr val="061F79"/>
      </a:accent1>
      <a:accent2>
        <a:srgbClr val="00A9F4"/>
      </a:accent2>
      <a:accent3>
        <a:srgbClr val="2251FF"/>
      </a:accent3>
      <a:accent4>
        <a:srgbClr val="99E6FF"/>
      </a:accent4>
      <a:accent5>
        <a:srgbClr val="0679C3"/>
      </a:accent5>
      <a:accent6>
        <a:srgbClr val="75F0E7"/>
      </a:accent6>
      <a:hlink>
        <a:srgbClr val="1F40E6"/>
      </a:hlink>
      <a:folHlink>
        <a:srgbClr val="8C5AC8"/>
      </a:folHlink>
    </a:clrScheme>
    <a:fontScheme name="White Fonts">
      <a:majorFont>
        <a:latin typeface="Georgia"/>
        <a:ea typeface=""/>
        <a:cs typeface=""/>
      </a:majorFont>
      <a:minorFont>
        <a:latin typeface="Arial"/>
        <a:ea typeface=""/>
        <a:cs typeface=""/>
      </a:minorFont>
    </a:fontScheme>
    <a:fmtScheme name="Subtle Solids">
      <a:fillStyleLst>
        <a:solidFill>
          <a:schemeClr val="phClr"/>
        </a:solidFill>
        <a:solidFill>
          <a:schemeClr val="phClr">
            <a:tint val="65000"/>
          </a:schemeClr>
        </a:solidFill>
        <a:solidFill>
          <a:schemeClr val="phClr">
            <a:shade val="80000"/>
            <a:satMod val="150000"/>
          </a:schemeClr>
        </a:solidFill>
      </a:fillStyleLst>
      <a:lnStyleLst>
        <a:ln w="9525" cap="flat" cmpd="sng" algn="ctr">
          <a:solidFill>
            <a:schemeClr val="phClr"/>
          </a:solidFill>
          <a:prstDash val="solid"/>
        </a:ln>
        <a:ln w="10795" cap="flat" cmpd="sng" algn="ctr">
          <a:solidFill>
            <a:schemeClr val="phClr"/>
          </a:solidFill>
          <a:prstDash val="solid"/>
        </a:ln>
        <a:ln w="17145" cap="flat" cmpd="sng" algn="ctr">
          <a:solidFill>
            <a:schemeClr val="phClr">
              <a:shade val="95000"/>
              <a:alpha val="50000"/>
              <a:satMod val="150000"/>
            </a:schemeClr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44450" dist="13970" dir="5400000" algn="ctr" rotWithShape="0">
              <a:srgbClr val="000000">
                <a:alpha val="45000"/>
              </a:srgbClr>
            </a:outerShdw>
          </a:effectLst>
          <a:scene3d>
            <a:camera prst="orthographicFront">
              <a:rot lat="0" lon="0" rev="0"/>
            </a:camera>
            <a:lightRig rig="twoPt" dir="tl"/>
          </a:scene3d>
          <a:sp3d prstMaterial="flat">
            <a:bevelT w="12700" h="25400" prst="coolSlant"/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accent1"/>
        </a:solidFill>
        <a:ln w="6350" cap="sq">
          <a:noFill/>
          <a:miter lim="800000"/>
        </a:ln>
      </a:spPr>
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<a:prstTxWarp prst="textNoShape">
          <a:avLst/>
        </a:prstTxWarp>
        <a:noAutofit/>
      </a:bodyPr>
      <a:lstStyle>
        <a:defPPr algn="ctr">
          <a:spcBef>
            <a:spcPts val="300"/>
          </a:spcBef>
          <a:spcAft>
            <a:spcPts val="300"/>
          </a:spcAft>
          <a:defRPr sz="1600" dirty="0" err="1">
            <a:solidFill>
              <a:schemeClr val="bg1"/>
            </a:solidFill>
          </a:defRPr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6350" cap="flat">
          <a:solidFill>
            <a:schemeClr val="tx1"/>
          </a:solidFill>
          <a:miter lim="800000"/>
          <a:tailEnd type="none"/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ln w="6350">
          <a:noFill/>
          <a:miter lim="800000"/>
        </a:ln>
      </a:spPr>
      <a:bodyPr vert="horz" wrap="square" lIns="0" tIns="0" rIns="0" bIns="0" rtlCol="0">
        <a:noAutofit/>
      </a:bodyPr>
      <a:lstStyle>
        <a:defPPr algn="l">
          <a:spcBef>
            <a:spcPts val="300"/>
          </a:spcBef>
          <a:spcAft>
            <a:spcPts val="300"/>
          </a:spcAft>
          <a:buNone/>
          <a:defRPr sz="1600" dirty="0" smtClean="0"/>
        </a:defPPr>
      </a:lstStyle>
    </a:txDef>
  </a:objectDefaults>
  <a:extraClrSchemeLst>
    <a:extraClrScheme>
      <a:clrScheme name="Scheme White">
        <a:dk1>
          <a:srgbClr val="000000"/>
        </a:dk1>
        <a:lt1>
          <a:srgbClr val="FFFFFF"/>
        </a:lt1>
        <a:dk2>
          <a:srgbClr val="FFFFFF"/>
        </a:dk2>
        <a:lt2>
          <a:srgbClr val="FFFFFF"/>
        </a:lt2>
        <a:accent1>
          <a:srgbClr val="061F79"/>
        </a:accent1>
        <a:accent2>
          <a:srgbClr val="00A9F4"/>
        </a:accent2>
        <a:accent3>
          <a:srgbClr val="2251FF"/>
        </a:accent3>
        <a:accent4>
          <a:srgbClr val="99E6FF"/>
        </a:accent4>
        <a:accent5>
          <a:srgbClr val="0679C3"/>
        </a:accent5>
        <a:accent6>
          <a:srgbClr val="75F0E7"/>
        </a:accent6>
        <a:hlink>
          <a:srgbClr val="1F40E6"/>
        </a:hlink>
        <a:folHlink>
          <a:srgbClr val="8C5AC8"/>
        </a:folHlink>
      </a:clrScheme>
    </a:extraClrScheme>
  </a:extraClrSchemeLst>
  <a:custClrLst>
    <a:custClr name="Electric Blue 900">
      <a:srgbClr val="061F79"/>
    </a:custClr>
    <a:custClr name="Electric Blue 700">
      <a:srgbClr val="1537BA"/>
    </a:custClr>
    <a:custClr name="Electric Blue 500">
      <a:srgbClr val="2251FF"/>
    </a:custClr>
    <a:custClr name="Electric Blue 300">
      <a:srgbClr val="5E9DFF"/>
    </a:custClr>
    <a:custClr name="Electric Blue 200">
      <a:srgbClr val="99C4FF"/>
    </a:custClr>
    <a:custClr name="Null">
      <a:srgbClr val="FEFFFF"/>
    </a:custClr>
    <a:custClr name="Null">
      <a:srgbClr val="FEFFFF"/>
    </a:custClr>
    <a:custClr name="Null">
      <a:srgbClr val="FEFFFF"/>
    </a:custClr>
    <a:custClr name="Null">
      <a:srgbClr val="FEFFFF"/>
    </a:custClr>
    <a:custClr name="Null">
      <a:srgbClr val="FEFFFF"/>
    </a:custClr>
    <a:custClr name="Deep Blue 900">
      <a:srgbClr val="051C2C"/>
    </a:custClr>
    <a:custClr name="Electric Blue 800">
      <a:srgbClr val="0E2B99"/>
    </a:custClr>
    <a:custClr name="Electric Blue 500">
      <a:srgbClr val="2251FF"/>
    </a:custClr>
    <a:custClr name="Electric Blue 200">
      <a:srgbClr val="99C4FF"/>
    </a:custClr>
    <a:custClr name="Gray 10%">
      <a:srgbClr val="E6E6E6"/>
    </a:custClr>
    <a:custClr name="Crimson Red 300">
      <a:srgbClr val="F17E7E"/>
    </a:custClr>
    <a:custClr name="Crimson Red 500">
      <a:srgbClr val="E33B3B"/>
    </a:custClr>
    <a:custClr name="Crimson Red 700">
      <a:srgbClr val="B82525"/>
    </a:custClr>
    <a:custClr name="Crimson Red 900">
      <a:srgbClr val="8E0B0B"/>
    </a:custClr>
    <a:custClr name="Null">
      <a:srgbClr val="FEFFFF"/>
    </a:custClr>
    <a:custClr name="Marine Green 900">
      <a:srgbClr val="108980"/>
    </a:custClr>
    <a:custClr name="Marine Green 700">
      <a:srgbClr val="14B8AB"/>
    </a:custClr>
    <a:custClr name="Marine Green 500">
      <a:srgbClr val="0BDACB"/>
    </a:custClr>
    <a:custClr name="Marine Green 300">
      <a:srgbClr val="75F0E7"/>
    </a:custClr>
    <a:custClr name="Sand Neutral 300">
      <a:srgbClr val="E6D7BC"/>
    </a:custClr>
    <a:custClr name="Crimson Red 300">
      <a:srgbClr val="F17E7E"/>
    </a:custClr>
    <a:custClr name="Crimson Red 500">
      <a:srgbClr val="E33B3B"/>
    </a:custClr>
    <a:custClr name="Crimson Red 700">
      <a:srgbClr val="B82525"/>
    </a:custClr>
    <a:custClr name="Crimson Red 900">
      <a:srgbClr val="8E0B0B"/>
    </a:custClr>
    <a:custClr name="Null">
      <a:srgbClr val="FEFFFF"/>
    </a:custClr>
    <a:custClr name="Gray 70%">
      <a:srgbClr val="4D4D4D"/>
    </a:custClr>
    <a:custClr name="Gray 54%">
      <a:srgbClr val="757575"/>
    </a:custClr>
    <a:custClr name="Gray 30%">
      <a:srgbClr val="B3B3B3"/>
    </a:custClr>
    <a:custClr name="Gray 20%">
      <a:srgbClr val="CCCCCC"/>
    </a:custClr>
    <a:custClr name="Gray 10%">
      <a:srgbClr val="E6E6E6"/>
    </a:custClr>
    <a:custClr name="Null">
      <a:srgbClr val="FEFFFF"/>
    </a:custClr>
    <a:custClr name="Null">
      <a:srgbClr val="FEFFFF"/>
    </a:custClr>
    <a:custClr name="Null">
      <a:srgbClr val="FEFFFF"/>
    </a:custClr>
    <a:custClr name="Null">
      <a:srgbClr val="FEFFFF"/>
    </a:custClr>
    <a:custClr name="Null">
      <a:srgbClr val="FEFFFF"/>
    </a:custClr>
    <a:custClr name="Marine Green 500">
      <a:srgbClr val="0BDACB"/>
    </a:custClr>
    <a:custClr name="Amber Yellow 500">
      <a:srgbClr val="FFA800"/>
    </a:custClr>
    <a:custClr name="Crimson Red 500">
      <a:srgbClr val="E33B3B"/>
    </a:custClr>
    <a:custClr name="Deep Blue 900">
      <a:srgbClr val="051C2C"/>
    </a:custClr>
    <a:custClr name="Null">
      <a:srgbClr val="FEFFFF"/>
    </a:custClr>
    <a:custClr name="Null">
      <a:srgbClr val="FEFFFF"/>
    </a:custClr>
    <a:custClr name="Null">
      <a:srgbClr val="FEFFFF"/>
    </a:custClr>
    <a:custClr name="Null">
      <a:srgbClr val="FEFFFF"/>
    </a:custClr>
    <a:custClr name="Null">
      <a:srgbClr val="FEFFFF"/>
    </a:custClr>
    <a:custClr name="Null">
      <a:srgbClr val="FEFFFF"/>
    </a:custClr>
  </a:custClrLst>
  <a:extLst>
    <a:ext uri="{05A4C25C-085E-4340-85A3-A5531E510DB2}">
      <thm15:themeFamily xmlns:thm15="http://schemas.microsoft.com/office/thememl/2012/main" name="OneFirm-English (United States)-Wide.potx" id="{E7F1697F-D05C-420C-A8B4-3A941AA7A471}" vid="{CA853051-14C5-410C-8048-8ECA5C4E8371}"/>
    </a:ext>
  </a:extLst>
</a:theme>
</file>

<file path=ppt/theme/theme2.xml><?xml version="1.0" encoding="utf-8"?>
<a:theme xmlns:a="http://schemas.openxmlformats.org/drawingml/2006/main" name="Contrast">
  <a:themeElements>
    <a:clrScheme name="Custom 18">
      <a:dk1>
        <a:srgbClr val="FFFFFF"/>
      </a:dk1>
      <a:lt1>
        <a:srgbClr val="051C2C"/>
      </a:lt1>
      <a:dk2>
        <a:srgbClr val="000000"/>
      </a:dk2>
      <a:lt2>
        <a:srgbClr val="000000"/>
      </a:lt2>
      <a:accent1>
        <a:srgbClr val="FFFFFF"/>
      </a:accent1>
      <a:accent2>
        <a:srgbClr val="00A9F4"/>
      </a:accent2>
      <a:accent3>
        <a:srgbClr val="2251FF"/>
      </a:accent3>
      <a:accent4>
        <a:srgbClr val="99E6FF"/>
      </a:accent4>
      <a:accent5>
        <a:srgbClr val="0679C3"/>
      </a:accent5>
      <a:accent6>
        <a:srgbClr val="75F0E7"/>
      </a:accent6>
      <a:hlink>
        <a:srgbClr val="00A9F4"/>
      </a:hlink>
      <a:folHlink>
        <a:srgbClr val="8C5AC8"/>
      </a:folHlink>
    </a:clrScheme>
    <a:fontScheme name="Scheme Blue Fonts">
      <a:majorFont>
        <a:latin typeface="Georgia"/>
        <a:ea typeface=""/>
        <a:cs typeface=""/>
      </a:majorFont>
      <a:minorFont>
        <a:latin typeface="Arial"/>
        <a:ea typeface=""/>
        <a:cs typeface=""/>
      </a:minorFont>
    </a:fontScheme>
    <a:fmtScheme name="Subtle Solids">
      <a:fillStyleLst>
        <a:solidFill>
          <a:schemeClr val="phClr"/>
        </a:solidFill>
        <a:solidFill>
          <a:schemeClr val="phClr">
            <a:tint val="65000"/>
          </a:schemeClr>
        </a:solidFill>
        <a:solidFill>
          <a:schemeClr val="phClr">
            <a:shade val="80000"/>
            <a:satMod val="150000"/>
          </a:schemeClr>
        </a:solidFill>
      </a:fillStyleLst>
      <a:lnStyleLst>
        <a:ln w="9525" cap="flat" cmpd="sng" algn="ctr">
          <a:solidFill>
            <a:schemeClr val="phClr"/>
          </a:solidFill>
          <a:prstDash val="solid"/>
        </a:ln>
        <a:ln w="10795" cap="flat" cmpd="sng" algn="ctr">
          <a:solidFill>
            <a:schemeClr val="phClr"/>
          </a:solidFill>
          <a:prstDash val="solid"/>
        </a:ln>
        <a:ln w="17145" cap="flat" cmpd="sng" algn="ctr">
          <a:solidFill>
            <a:schemeClr val="phClr">
              <a:shade val="95000"/>
              <a:alpha val="50000"/>
              <a:satMod val="150000"/>
            </a:schemeClr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44450" dist="13970" dir="5400000" algn="ctr" rotWithShape="0">
              <a:srgbClr val="000000">
                <a:alpha val="45000"/>
              </a:srgbClr>
            </a:outerShdw>
          </a:effectLst>
          <a:scene3d>
            <a:camera prst="orthographicFront">
              <a:rot lat="0" lon="0" rev="0"/>
            </a:camera>
            <a:lightRig rig="twoPt" dir="tl"/>
          </a:scene3d>
          <a:sp3d prstMaterial="flat">
            <a:bevelT w="12700" h="25400" prst="coolSlant"/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tx1"/>
        </a:solidFill>
        <a:ln w="6350" cap="sq">
          <a:noFill/>
          <a:miter lim="800000"/>
        </a:ln>
      </a:spPr>
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<a:prstTxWarp prst="textNoShape">
          <a:avLst/>
        </a:prstTxWarp>
        <a:noAutofit/>
      </a:bodyPr>
      <a:lstStyle>
        <a:defPPr algn="ctr">
          <a:spcBef>
            <a:spcPts val="300"/>
          </a:spcBef>
          <a:spcAft>
            <a:spcPts val="300"/>
          </a:spcAft>
          <a:defRPr sz="1600" dirty="0" err="1" smtClean="0">
            <a:solidFill>
              <a:schemeClr val="bg1"/>
            </a:solidFill>
          </a:defRPr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6350" cap="flat">
          <a:solidFill>
            <a:schemeClr val="tx1"/>
          </a:solidFill>
          <a:miter lim="800000"/>
          <a:tailEnd type="none"/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ln w="6350">
          <a:noFill/>
          <a:miter lim="800000"/>
        </a:ln>
      </a:spPr>
      <a:bodyPr vert="horz" wrap="square" lIns="0" tIns="0" rIns="0" bIns="0" rtlCol="0">
        <a:noAutofit/>
      </a:bodyPr>
      <a:lstStyle>
        <a:defPPr algn="l">
          <a:spcBef>
            <a:spcPts val="300"/>
          </a:spcBef>
          <a:spcAft>
            <a:spcPts val="300"/>
          </a:spcAft>
          <a:buNone/>
          <a:defRPr sz="1600" dirty="0" smtClean="0"/>
        </a:defPPr>
      </a:lstStyle>
    </a:txDef>
  </a:objectDefaults>
  <a:extraClrSchemeLst>
    <a:extraClrScheme>
      <a:clrScheme name="Scheme Blue">
        <a:dk1>
          <a:srgbClr val="FFFFFF"/>
        </a:dk1>
        <a:lt1>
          <a:srgbClr val="051C2C"/>
        </a:lt1>
        <a:dk2>
          <a:srgbClr val="000000"/>
        </a:dk2>
        <a:lt2>
          <a:srgbClr val="000000"/>
        </a:lt2>
        <a:accent1>
          <a:srgbClr val="FFFFFF"/>
        </a:accent1>
        <a:accent2>
          <a:srgbClr val="00A9F4"/>
        </a:accent2>
        <a:accent3>
          <a:srgbClr val="2251FF"/>
        </a:accent3>
        <a:accent4>
          <a:srgbClr val="99E6FF"/>
        </a:accent4>
        <a:accent5>
          <a:srgbClr val="0679C3"/>
        </a:accent5>
        <a:accent6>
          <a:srgbClr val="75F0E7"/>
        </a:accent6>
        <a:hlink>
          <a:srgbClr val="00A9F4"/>
        </a:hlink>
        <a:folHlink>
          <a:srgbClr val="8C5AC8"/>
        </a:folHlink>
      </a:clrScheme>
    </a:extraClrScheme>
  </a:extraClrSchemeLst>
  <a:custClrLst>
    <a:custClr name="Cyan 200">
      <a:srgbClr val="99E6FF"/>
    </a:custClr>
    <a:custClr name="Cyan 300">
      <a:srgbClr val="6ECBF7"/>
    </a:custClr>
    <a:custClr name="Cyan 500">
      <a:srgbClr val="00A9F4"/>
    </a:custClr>
    <a:custClr name="Cyan 700">
      <a:srgbClr val="0679C3"/>
    </a:custClr>
    <a:custClr name="Cyan 900">
      <a:srgbClr val="084D91"/>
    </a:custClr>
    <a:custClr name="Null">
      <a:srgbClr val="FEFFFF"/>
    </a:custClr>
    <a:custClr name="Null">
      <a:srgbClr val="FEFFFF"/>
    </a:custClr>
    <a:custClr name="Null">
      <a:srgbClr val="FEFFFF"/>
    </a:custClr>
    <a:custClr name="Null">
      <a:srgbClr val="FEFFFF"/>
    </a:custClr>
    <a:custClr name="Null">
      <a:srgbClr val="FEFFFF"/>
    </a:custClr>
    <a:custClr name="Cyan 700">
      <a:srgbClr val="0679C3"/>
    </a:custClr>
    <a:custClr name="Cyan 300">
      <a:srgbClr val="6ECBF7"/>
    </a:custClr>
    <a:custClr name="Gray 10%">
      <a:srgbClr val="E6E6E6"/>
    </a:custClr>
    <a:custClr name="Crimson Red 300">
      <a:srgbClr val="F17E7E"/>
    </a:custClr>
    <a:custClr name="Crimson Red 600">
      <a:srgbClr val="CD3030"/>
    </a:custClr>
    <a:custClr name="Null">
      <a:srgbClr val="FEFFFF"/>
    </a:custClr>
    <a:custClr name="Null">
      <a:srgbClr val="FEFFFF"/>
    </a:custClr>
    <a:custClr name="Null">
      <a:srgbClr val="FEFFFF"/>
    </a:custClr>
    <a:custClr name="Null">
      <a:srgbClr val="FEFFFF"/>
    </a:custClr>
    <a:custClr name="Null">
      <a:srgbClr val="FEFFFF"/>
    </a:custClr>
    <a:custClr name="Marine Green 900">
      <a:srgbClr val="108980"/>
    </a:custClr>
    <a:custClr name="Marine Green 600">
      <a:srgbClr val="10CBBC"/>
    </a:custClr>
    <a:custClr name="Sand Neutral 300">
      <a:srgbClr val="E6D7BC"/>
    </a:custClr>
    <a:custClr name="Crimson Red 300">
      <a:srgbClr val="F17E7E"/>
    </a:custClr>
    <a:custClr name="Crimson Red 600">
      <a:srgbClr val="CD3030"/>
    </a:custClr>
    <a:custClr name="Null">
      <a:srgbClr val="FEFFFF"/>
    </a:custClr>
    <a:custClr name="Null">
      <a:srgbClr val="FEFFFF"/>
    </a:custClr>
    <a:custClr name="Null">
      <a:srgbClr val="FEFFFF"/>
    </a:custClr>
    <a:custClr name="Null">
      <a:srgbClr val="FEFFFF"/>
    </a:custClr>
    <a:custClr name="Null">
      <a:srgbClr val="FEFFFF"/>
    </a:custClr>
    <a:custClr name="Gray 70%">
      <a:srgbClr val="4D4D4D"/>
    </a:custClr>
    <a:custClr name="Gray 54%">
      <a:srgbClr val="757575"/>
    </a:custClr>
    <a:custClr name="Gray 30%">
      <a:srgbClr val="B3B3B3"/>
    </a:custClr>
    <a:custClr name="Gray 20%">
      <a:srgbClr val="CCCCCC"/>
    </a:custClr>
    <a:custClr name="Gray 10%">
      <a:srgbClr val="E6E6E6"/>
    </a:custClr>
    <a:custClr name="Null">
      <a:srgbClr val="FEFFFF"/>
    </a:custClr>
    <a:custClr name="Null">
      <a:srgbClr val="FEFFFF"/>
    </a:custClr>
    <a:custClr name="Null">
      <a:srgbClr val="FEFFFF"/>
    </a:custClr>
    <a:custClr name="Null">
      <a:srgbClr val="FEFFFF"/>
    </a:custClr>
    <a:custClr name="Null">
      <a:srgbClr val="FEFFFF"/>
    </a:custClr>
    <a:custClr name="Electric Blue 900">
      <a:srgbClr val="061F79"/>
    </a:custClr>
    <a:custClr name="Marine Green 500">
      <a:srgbClr val="0BDACB"/>
    </a:custClr>
    <a:custClr name="Amber Yellow 500">
      <a:srgbClr val="FFA800"/>
    </a:custClr>
    <a:custClr name="Crimson Red 500">
      <a:srgbClr val="E33B3B"/>
    </a:custClr>
    <a:custClr name="Deep Blue 700">
      <a:srgbClr val="103559"/>
    </a:custClr>
    <a:custClr name="Deep Blue 600">
      <a:srgbClr val="1B456E"/>
    </a:custClr>
    <a:custClr name="Deep Blue 500">
      <a:srgbClr val="2B5580"/>
    </a:custClr>
    <a:custClr name="Deep Blue 300">
      <a:srgbClr val="5380AC"/>
    </a:custClr>
    <a:custClr name="Deep Blue 200">
      <a:srgbClr val="82A6C9"/>
    </a:custClr>
    <a:custClr name="Null">
      <a:srgbClr val="FEFFFF"/>
    </a:custClr>
    <a:custClr name="Null">
      <a:srgbClr val="FEFFFF"/>
    </a:custClr>
  </a:custClrLst>
  <a:extLst>
    <a:ext uri="{05A4C25C-085E-4340-85A3-A5531E510DB2}">
      <thm15:themeFamily xmlns:thm15="http://schemas.microsoft.com/office/thememl/2012/main" name="OneFirm-English (United States)-Wide.potx" id="{E7F1697F-D05C-420C-A8B4-3A941AA7A471}" vid="{229FB231-AA91-4194-80BE-BFCE94AB411C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Office Theme">
  <a:themeElements>
    <a:clrScheme name="Custom Scheme">
      <a:dk1>
        <a:srgbClr val="000000"/>
      </a:dk1>
      <a:lt1>
        <a:srgbClr val="FFFFFF"/>
      </a:lt1>
      <a:dk2>
        <a:srgbClr val="051C2C"/>
      </a:dk2>
      <a:lt2>
        <a:srgbClr val="FFFFFF"/>
      </a:lt2>
      <a:accent1>
        <a:srgbClr val="051C2C"/>
      </a:accent1>
      <a:accent2>
        <a:srgbClr val="00A9F4"/>
      </a:accent2>
      <a:accent3>
        <a:srgbClr val="1F40E6"/>
      </a:accent3>
      <a:accent4>
        <a:srgbClr val="AAE6F0"/>
      </a:accent4>
      <a:accent5>
        <a:srgbClr val="3C96B4"/>
      </a:accent5>
      <a:accent6>
        <a:srgbClr val="AFC3FF"/>
      </a:accent6>
      <a:hlink>
        <a:srgbClr val="00A9F4"/>
      </a:hlink>
      <a:folHlink>
        <a:srgbClr val="00A9F4"/>
      </a:folHlink>
    </a:clrScheme>
    <a:fontScheme name="Custom Scheme Fonts">
      <a:majorFont>
        <a:latin typeface="Georgia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5.xml><?xml version="1.0" encoding="utf-8"?>
<a:theme xmlns:a="http://schemas.openxmlformats.org/drawingml/2006/main" name="Office Theme">
  <a:themeElements>
    <a:clrScheme name="Custom Scheme 2">
      <a:dk1>
        <a:srgbClr val="000000"/>
      </a:dk1>
      <a:lt1>
        <a:srgbClr val="FFFFFF"/>
      </a:lt1>
      <a:dk2>
        <a:srgbClr val="051C2C"/>
      </a:dk2>
      <a:lt2>
        <a:srgbClr val="FFFFFF"/>
      </a:lt2>
      <a:accent1>
        <a:srgbClr val="051C2C"/>
      </a:accent1>
      <a:accent2>
        <a:srgbClr val="00A9F4"/>
      </a:accent2>
      <a:accent3>
        <a:srgbClr val="1F40E6"/>
      </a:accent3>
      <a:accent4>
        <a:srgbClr val="AAE6F0"/>
      </a:accent4>
      <a:accent5>
        <a:srgbClr val="3C96B4"/>
      </a:accent5>
      <a:accent6>
        <a:srgbClr val="AFC3FF"/>
      </a:accent6>
      <a:hlink>
        <a:srgbClr val="00A9F4"/>
      </a:hlink>
      <a:folHlink>
        <a:srgbClr val="00A9F4"/>
      </a:folHlink>
    </a:clrScheme>
    <a:fontScheme name="Custom Scheme2 Fonts">
      <a:majorFont>
        <a:latin typeface="Georgia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F2B347756AEE8344BB28CD44EC2B7328" ma:contentTypeVersion="14" ma:contentTypeDescription="Create a new document." ma:contentTypeScope="" ma:versionID="7848285eb86c98fd3225cd5e062a9123">
  <xsd:schema xmlns:xsd="http://www.w3.org/2001/XMLSchema" xmlns:xs="http://www.w3.org/2001/XMLSchema" xmlns:p="http://schemas.microsoft.com/office/2006/metadata/properties" xmlns:ns2="c1ca735a-14db-4567-a159-d67c2473f960" xmlns:ns3="a97def03-4829-427a-a25e-2157731fbb05" targetNamespace="http://schemas.microsoft.com/office/2006/metadata/properties" ma:root="true" ma:fieldsID="b59c3fcbebbca2e69bd6f4f4a8da0cee" ns2:_="" ns3:_="">
    <xsd:import namespace="c1ca735a-14db-4567-a159-d67c2473f960"/>
    <xsd:import namespace="a97def03-4829-427a-a25e-2157731fbb05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ObjectDetectorVersions" minOccurs="0"/>
                <xsd:element ref="ns3:SharedWithUsers" minOccurs="0"/>
                <xsd:element ref="ns3:SharedWithDetails" minOccurs="0"/>
                <xsd:element ref="ns2:MediaServiceDateTaken" minOccurs="0"/>
                <xsd:element ref="ns2:MediaServiceGenerationTime" minOccurs="0"/>
                <xsd:element ref="ns2:MediaServiceEventHashCode" minOccurs="0"/>
                <xsd:element ref="ns2:MediaLengthInSeconds" minOccurs="0"/>
                <xsd:element ref="ns2:lcf76f155ced4ddcb4097134ff3c332f" minOccurs="0"/>
                <xsd:element ref="ns3:TaxCatchAll" minOccurs="0"/>
                <xsd:element ref="ns2:MediaServiceOCR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c1ca735a-14db-4567-a159-d67c2473f960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bjectDetectorVersions" ma:index="10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DateTaken" ma:index="13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GenerationTime" ma:index="14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5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6" nillable="true" ma:displayName="MediaLengthInSeconds" ma:hidden="true" ma:internalName="MediaLengthInSeconds" ma:readOnly="true">
      <xsd:simpleType>
        <xsd:restriction base="dms:Unknown"/>
      </xsd:simpleType>
    </xsd:element>
    <xsd:element name="lcf76f155ced4ddcb4097134ff3c332f" ma:index="18" nillable="true" ma:taxonomy="true" ma:internalName="lcf76f155ced4ddcb4097134ff3c332f" ma:taxonomyFieldName="MediaServiceImageTags" ma:displayName="Image Tags" ma:readOnly="false" ma:fieldId="{5cf76f15-5ced-4ddc-b409-7134ff3c332f}" ma:taxonomyMulti="true" ma:sspId="18eb3a52-a9ad-454e-96a1-46bb4cd16a89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20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SearchProperties" ma:index="21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a97def03-4829-427a-a25e-2157731fbb05" elementFormDefault="qualified">
    <xsd:import namespace="http://schemas.microsoft.com/office/2006/documentManagement/types"/>
    <xsd:import namespace="http://schemas.microsoft.com/office/infopath/2007/PartnerControls"/>
    <xsd:element name="SharedWithUsers" ma:index="11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2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TaxCatchAll" ma:index="19" nillable="true" ma:displayName="Taxonomy Catch All Column" ma:hidden="true" ma:list="{42e6c6cb-bb7d-451c-b4ef-6310a7d27395}" ma:internalName="TaxCatchAll" ma:showField="CatchAllData" ma:web="a97def03-4829-427a-a25e-2157731fbb05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c1ca735a-14db-4567-a159-d67c2473f960">
      <Terms xmlns="http://schemas.microsoft.com/office/infopath/2007/PartnerControls"/>
    </lcf76f155ced4ddcb4097134ff3c332f>
    <TaxCatchAll xmlns="a97def03-4829-427a-a25e-2157731fbb05" xsi:nil="true"/>
  </documentManagement>
</p:properties>
</file>

<file path=customXml/itemProps1.xml><?xml version="1.0" encoding="utf-8"?>
<ds:datastoreItem xmlns:ds="http://schemas.openxmlformats.org/officeDocument/2006/customXml" ds:itemID="{F4E74280-4338-4575-9228-D65BD4AFFAC9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c1ca735a-14db-4567-a159-d67c2473f960"/>
    <ds:schemaRef ds:uri="a97def03-4829-427a-a25e-2157731fbb05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8B50EE39-9B4D-4C3C-8505-D8D6A5EC6B2C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67DF283F-4B82-4892-8EF9-70B9B3E3286B}">
  <ds:schemaRefs>
    <ds:schemaRef ds:uri="http://schemas.microsoft.com/office/2006/metadata/properties"/>
    <ds:schemaRef ds:uri="http://schemas.microsoft.com/office/infopath/2007/PartnerControls"/>
    <ds:schemaRef ds:uri="c1ca735a-14db-4567-a159-d67c2473f960"/>
    <ds:schemaRef ds:uri="a97def03-4829-427a-a25e-2157731fbb05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blank</Template>
  <TotalTime>17238</TotalTime>
  <Words>2182</Words>
  <Application>Microsoft Office PowerPoint</Application>
  <PresentationFormat>Widescreen</PresentationFormat>
  <Paragraphs>322</Paragraphs>
  <Slides>18</Slides>
  <Notes>7</Notes>
  <HiddenSlides>0</HiddenSlides>
  <MMClips>0</MMClips>
  <ScaleCrop>false</ScaleCrop>
  <HeadingPairs>
    <vt:vector size="8" baseType="variant">
      <vt:variant>
        <vt:lpstr>Fonts Used</vt:lpstr>
      </vt:variant>
      <vt:variant>
        <vt:i4>7</vt:i4>
      </vt:variant>
      <vt:variant>
        <vt:lpstr>Theme</vt:lpstr>
      </vt:variant>
      <vt:variant>
        <vt:i4>3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9" baseType="lpstr">
      <vt:lpstr>Aptos</vt:lpstr>
      <vt:lpstr>Arial</vt:lpstr>
      <vt:lpstr>Calibri</vt:lpstr>
      <vt:lpstr>Georgia</vt:lpstr>
      <vt:lpstr>Segoe UI</vt:lpstr>
      <vt:lpstr>Times New Roman</vt:lpstr>
      <vt:lpstr>Wingdings</vt:lpstr>
      <vt:lpstr>White</vt:lpstr>
      <vt:lpstr>Contrast</vt:lpstr>
      <vt:lpstr>Office Theme</vt:lpstr>
      <vt:lpstr>think-cell Slide</vt:lpstr>
      <vt:lpstr>Unlocking Diversity and Reducing Compute with Trivia Augmentation</vt:lpstr>
      <vt:lpstr>PowerPoint Presentation</vt:lpstr>
      <vt:lpstr>Previous studies show (…)</vt:lpstr>
      <vt:lpstr>Initial result; setup of further experiments</vt:lpstr>
      <vt:lpstr>PowerPoint Presentation</vt:lpstr>
      <vt:lpstr>EVERYTHING AFTER THIS IS VERY WIP IN TERMS OF SETUP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Related work: a timeline</vt:lpstr>
      <vt:lpstr>PowerPoint Presentation</vt:lpstr>
      <vt:lpstr>Methodology: from model to evaluation</vt:lpstr>
      <vt:lpstr>Experiment: from repetition to parody production in 12 phases</vt:lpstr>
      <vt:lpstr>Conclusion: Mockingbird’s parody production impresses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Anna Grebenchtchikova</dc:creator>
  <cp:keywords/>
  <dc:description/>
  <cp:lastModifiedBy>Anna Grebenchtchikova</cp:lastModifiedBy>
  <cp:revision>23</cp:revision>
  <cp:lastPrinted>2018-10-30T20:37:12Z</cp:lastPrinted>
  <dcterms:created xsi:type="dcterms:W3CDTF">2025-02-15T11:09:56Z</dcterms:created>
  <dcterms:modified xsi:type="dcterms:W3CDTF">2026-06-03T00:28:39Z</dcterms:modified>
  <cp:category/>
  <cp:contentStatus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NXPowerLiteLastOptimized">
    <vt:lpwstr>1628964</vt:lpwstr>
  </property>
  <property fmtid="{D5CDD505-2E9C-101B-9397-08002B2CF9AE}" pid="3" name="NXPowerLiteSettings">
    <vt:lpwstr>C9000A38044001</vt:lpwstr>
  </property>
  <property fmtid="{D5CDD505-2E9C-101B-9397-08002B2CF9AE}" pid="4" name="NXPowerLiteVersion">
    <vt:lpwstr>D7.1.14</vt:lpwstr>
  </property>
  <property fmtid="{D5CDD505-2E9C-101B-9397-08002B2CF9AE}" pid="5" name="PPT">
    <vt:lpwstr>Hello</vt:lpwstr>
  </property>
  <property fmtid="{D5CDD505-2E9C-101B-9397-08002B2CF9AE}" pid="6" name="TemplateVersion">
    <vt:lpwstr>4</vt:lpwstr>
  </property>
  <property fmtid="{D5CDD505-2E9C-101B-9397-08002B2CF9AE}" pid="7" name="TemplateLastEdited">
    <vt:lpwstr>2024-05-30 01:34 PM</vt:lpwstr>
  </property>
  <property fmtid="{D5CDD505-2E9C-101B-9397-08002B2CF9AE}" pid="8" name="TemplateCreated">
    <vt:lpwstr>2019-02-27 01:18 PM</vt:lpwstr>
  </property>
  <property fmtid="{D5CDD505-2E9C-101B-9397-08002B2CF9AE}" pid="9" name="ContentTypeId">
    <vt:lpwstr>0x010100F2B347756AEE8344BB28CD44EC2B7328</vt:lpwstr>
  </property>
</Properties>
</file>